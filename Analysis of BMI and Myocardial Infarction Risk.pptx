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A1533"/>
                </a:solidFill>
                <a:latin typeface="Trebuchet MS" panose="020B0703020202090204"/>
                <a:cs typeface="Trebuchet MS" panose="020B070302020209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A1533"/>
                </a:solidFill>
                <a:latin typeface="Trebuchet MS" panose="020B0703020202090204"/>
                <a:cs typeface="Trebuchet MS" panose="020B070302020209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A1533"/>
                </a:solidFill>
                <a:latin typeface="Trebuchet MS" panose="020B0703020202090204"/>
                <a:cs typeface="Trebuchet MS" panose="020B070302020209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A1533"/>
                </a:solidFill>
                <a:latin typeface="Trebuchet MS" panose="020B0703020202090204"/>
                <a:cs typeface="Trebuchet MS" panose="020B070302020209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499"/>
                </a:lnTo>
                <a:lnTo>
                  <a:pt x="9144000" y="5143499"/>
                </a:lnTo>
                <a:lnTo>
                  <a:pt x="9144000" y="0"/>
                </a:lnTo>
                <a:close/>
              </a:path>
            </a:pathLst>
          </a:custGeom>
          <a:solidFill>
            <a:srgbClr val="63C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16418" y="475995"/>
            <a:ext cx="6311163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A1533"/>
                </a:solidFill>
                <a:latin typeface="Trebuchet MS" panose="020B0703020202090204"/>
                <a:cs typeface="Trebuchet MS" panose="020B070302020209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1408" y="1567258"/>
            <a:ext cx="5179060" cy="1047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8.jpe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3.jpe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3318765"/>
            <a:ext cx="2602622" cy="182473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870340" y="256590"/>
            <a:ext cx="273685" cy="1257935"/>
            <a:chOff x="8870340" y="256590"/>
            <a:chExt cx="273685" cy="1257935"/>
          </a:xfrm>
        </p:grpSpPr>
        <p:sp>
          <p:nvSpPr>
            <p:cNvPr id="4" name="object 4"/>
            <p:cNvSpPr/>
            <p:nvPr/>
          </p:nvSpPr>
          <p:spPr>
            <a:xfrm>
              <a:off x="8870341" y="256590"/>
              <a:ext cx="273685" cy="1257935"/>
            </a:xfrm>
            <a:custGeom>
              <a:avLst/>
              <a:gdLst/>
              <a:ahLst/>
              <a:cxnLst/>
              <a:rect l="l" t="t" r="r" b="b"/>
              <a:pathLst>
                <a:path w="273684" h="1257935">
                  <a:moveTo>
                    <a:pt x="273659" y="1219733"/>
                  </a:moveTo>
                  <a:lnTo>
                    <a:pt x="267271" y="1224241"/>
                  </a:lnTo>
                  <a:lnTo>
                    <a:pt x="261861" y="1229106"/>
                  </a:lnTo>
                  <a:lnTo>
                    <a:pt x="259549" y="1235329"/>
                  </a:lnTo>
                  <a:lnTo>
                    <a:pt x="260273" y="1242021"/>
                  </a:lnTo>
                  <a:lnTo>
                    <a:pt x="263982" y="1248270"/>
                  </a:lnTo>
                  <a:lnTo>
                    <a:pt x="268198" y="1254671"/>
                  </a:lnTo>
                  <a:lnTo>
                    <a:pt x="273659" y="1257503"/>
                  </a:lnTo>
                  <a:lnTo>
                    <a:pt x="273659" y="1219733"/>
                  </a:lnTo>
                  <a:close/>
                </a:path>
                <a:path w="273684" h="1257935">
                  <a:moveTo>
                    <a:pt x="273659" y="730643"/>
                  </a:moveTo>
                  <a:lnTo>
                    <a:pt x="273253" y="730694"/>
                  </a:lnTo>
                  <a:lnTo>
                    <a:pt x="268274" y="732294"/>
                  </a:lnTo>
                  <a:lnTo>
                    <a:pt x="265176" y="736485"/>
                  </a:lnTo>
                  <a:lnTo>
                    <a:pt x="260527" y="739114"/>
                  </a:lnTo>
                  <a:lnTo>
                    <a:pt x="260223" y="741387"/>
                  </a:lnTo>
                  <a:lnTo>
                    <a:pt x="258800" y="747318"/>
                  </a:lnTo>
                  <a:lnTo>
                    <a:pt x="264033" y="750087"/>
                  </a:lnTo>
                  <a:lnTo>
                    <a:pt x="269024" y="751801"/>
                  </a:lnTo>
                  <a:lnTo>
                    <a:pt x="273659" y="752500"/>
                  </a:lnTo>
                  <a:lnTo>
                    <a:pt x="273659" y="730643"/>
                  </a:lnTo>
                  <a:close/>
                </a:path>
                <a:path w="273684" h="1257935">
                  <a:moveTo>
                    <a:pt x="273659" y="489000"/>
                  </a:moveTo>
                  <a:lnTo>
                    <a:pt x="273532" y="410552"/>
                  </a:lnTo>
                  <a:lnTo>
                    <a:pt x="273456" y="410425"/>
                  </a:lnTo>
                  <a:lnTo>
                    <a:pt x="266636" y="401307"/>
                  </a:lnTo>
                  <a:lnTo>
                    <a:pt x="259676" y="392658"/>
                  </a:lnTo>
                  <a:lnTo>
                    <a:pt x="254127" y="385635"/>
                  </a:lnTo>
                  <a:lnTo>
                    <a:pt x="252298" y="384886"/>
                  </a:lnTo>
                  <a:lnTo>
                    <a:pt x="248589" y="383362"/>
                  </a:lnTo>
                  <a:lnTo>
                    <a:pt x="246862" y="382651"/>
                  </a:lnTo>
                  <a:lnTo>
                    <a:pt x="245402" y="382651"/>
                  </a:lnTo>
                  <a:lnTo>
                    <a:pt x="236956" y="383362"/>
                  </a:lnTo>
                  <a:lnTo>
                    <a:pt x="232384" y="382651"/>
                  </a:lnTo>
                  <a:lnTo>
                    <a:pt x="227406" y="384238"/>
                  </a:lnTo>
                  <a:lnTo>
                    <a:pt x="222135" y="384886"/>
                  </a:lnTo>
                  <a:lnTo>
                    <a:pt x="219913" y="378523"/>
                  </a:lnTo>
                  <a:lnTo>
                    <a:pt x="215074" y="365810"/>
                  </a:lnTo>
                  <a:lnTo>
                    <a:pt x="212826" y="359308"/>
                  </a:lnTo>
                  <a:lnTo>
                    <a:pt x="207873" y="343839"/>
                  </a:lnTo>
                  <a:lnTo>
                    <a:pt x="204228" y="332371"/>
                  </a:lnTo>
                  <a:lnTo>
                    <a:pt x="201180" y="325856"/>
                  </a:lnTo>
                  <a:lnTo>
                    <a:pt x="200660" y="324726"/>
                  </a:lnTo>
                  <a:lnTo>
                    <a:pt x="194487" y="319036"/>
                  </a:lnTo>
                  <a:lnTo>
                    <a:pt x="192582" y="319074"/>
                  </a:lnTo>
                  <a:lnTo>
                    <a:pt x="192582" y="388835"/>
                  </a:lnTo>
                  <a:lnTo>
                    <a:pt x="171297" y="395706"/>
                  </a:lnTo>
                  <a:lnTo>
                    <a:pt x="150710" y="402856"/>
                  </a:lnTo>
                  <a:lnTo>
                    <a:pt x="130086" y="408597"/>
                  </a:lnTo>
                  <a:lnTo>
                    <a:pt x="108661" y="411187"/>
                  </a:lnTo>
                  <a:lnTo>
                    <a:pt x="95338" y="398957"/>
                  </a:lnTo>
                  <a:lnTo>
                    <a:pt x="88049" y="389521"/>
                  </a:lnTo>
                  <a:lnTo>
                    <a:pt x="84366" y="378523"/>
                  </a:lnTo>
                  <a:lnTo>
                    <a:pt x="81953" y="362077"/>
                  </a:lnTo>
                  <a:lnTo>
                    <a:pt x="81889" y="361594"/>
                  </a:lnTo>
                  <a:lnTo>
                    <a:pt x="88290" y="357543"/>
                  </a:lnTo>
                  <a:lnTo>
                    <a:pt x="95326" y="354406"/>
                  </a:lnTo>
                  <a:lnTo>
                    <a:pt x="102362" y="352704"/>
                  </a:lnTo>
                  <a:lnTo>
                    <a:pt x="109766" y="352704"/>
                  </a:lnTo>
                  <a:lnTo>
                    <a:pt x="120129" y="353161"/>
                  </a:lnTo>
                  <a:lnTo>
                    <a:pt x="123596" y="352704"/>
                  </a:lnTo>
                  <a:lnTo>
                    <a:pt x="130467" y="351802"/>
                  </a:lnTo>
                  <a:lnTo>
                    <a:pt x="140627" y="349275"/>
                  </a:lnTo>
                  <a:lnTo>
                    <a:pt x="150520" y="346214"/>
                  </a:lnTo>
                  <a:lnTo>
                    <a:pt x="157797" y="344385"/>
                  </a:lnTo>
                  <a:lnTo>
                    <a:pt x="190309" y="378193"/>
                  </a:lnTo>
                  <a:lnTo>
                    <a:pt x="192582" y="388835"/>
                  </a:lnTo>
                  <a:lnTo>
                    <a:pt x="192582" y="319074"/>
                  </a:lnTo>
                  <a:lnTo>
                    <a:pt x="171297" y="319455"/>
                  </a:lnTo>
                  <a:lnTo>
                    <a:pt x="159194" y="320548"/>
                  </a:lnTo>
                  <a:lnTo>
                    <a:pt x="147180" y="322643"/>
                  </a:lnTo>
                  <a:lnTo>
                    <a:pt x="135229" y="325856"/>
                  </a:lnTo>
                  <a:lnTo>
                    <a:pt x="129984" y="318871"/>
                  </a:lnTo>
                  <a:lnTo>
                    <a:pt x="126466" y="311823"/>
                  </a:lnTo>
                  <a:lnTo>
                    <a:pt x="123926" y="304647"/>
                  </a:lnTo>
                  <a:lnTo>
                    <a:pt x="121666" y="297294"/>
                  </a:lnTo>
                  <a:lnTo>
                    <a:pt x="106514" y="251739"/>
                  </a:lnTo>
                  <a:lnTo>
                    <a:pt x="91541" y="205803"/>
                  </a:lnTo>
                  <a:lnTo>
                    <a:pt x="76682" y="159626"/>
                  </a:lnTo>
                  <a:lnTo>
                    <a:pt x="61899" y="113322"/>
                  </a:lnTo>
                  <a:lnTo>
                    <a:pt x="54406" y="90411"/>
                  </a:lnTo>
                  <a:lnTo>
                    <a:pt x="39128" y="45008"/>
                  </a:lnTo>
                  <a:lnTo>
                    <a:pt x="31623" y="22034"/>
                  </a:lnTo>
                  <a:lnTo>
                    <a:pt x="29591" y="15684"/>
                  </a:lnTo>
                  <a:lnTo>
                    <a:pt x="29489" y="15367"/>
                  </a:lnTo>
                  <a:lnTo>
                    <a:pt x="26682" y="9093"/>
                  </a:lnTo>
                  <a:lnTo>
                    <a:pt x="22237" y="3911"/>
                  </a:lnTo>
                  <a:lnTo>
                    <a:pt x="22123" y="3784"/>
                  </a:lnTo>
                  <a:lnTo>
                    <a:pt x="14757" y="0"/>
                  </a:lnTo>
                  <a:lnTo>
                    <a:pt x="6083" y="3911"/>
                  </a:lnTo>
                  <a:lnTo>
                    <a:pt x="1422" y="9740"/>
                  </a:lnTo>
                  <a:lnTo>
                    <a:pt x="76" y="15367"/>
                  </a:lnTo>
                  <a:lnTo>
                    <a:pt x="0" y="15684"/>
                  </a:lnTo>
                  <a:lnTo>
                    <a:pt x="12268" y="61201"/>
                  </a:lnTo>
                  <a:lnTo>
                    <a:pt x="27051" y="99263"/>
                  </a:lnTo>
                  <a:lnTo>
                    <a:pt x="34391" y="118300"/>
                  </a:lnTo>
                  <a:lnTo>
                    <a:pt x="41084" y="137553"/>
                  </a:lnTo>
                  <a:lnTo>
                    <a:pt x="55118" y="180022"/>
                  </a:lnTo>
                  <a:lnTo>
                    <a:pt x="68694" y="222732"/>
                  </a:lnTo>
                  <a:lnTo>
                    <a:pt x="82143" y="265684"/>
                  </a:lnTo>
                  <a:lnTo>
                    <a:pt x="95770" y="308864"/>
                  </a:lnTo>
                  <a:lnTo>
                    <a:pt x="97358" y="313842"/>
                  </a:lnTo>
                  <a:lnTo>
                    <a:pt x="97015" y="318871"/>
                  </a:lnTo>
                  <a:lnTo>
                    <a:pt x="97040" y="320548"/>
                  </a:lnTo>
                  <a:lnTo>
                    <a:pt x="97155" y="322643"/>
                  </a:lnTo>
                  <a:lnTo>
                    <a:pt x="97231" y="323799"/>
                  </a:lnTo>
                  <a:lnTo>
                    <a:pt x="95567" y="325374"/>
                  </a:lnTo>
                  <a:lnTo>
                    <a:pt x="92887" y="327367"/>
                  </a:lnTo>
                  <a:lnTo>
                    <a:pt x="91859" y="327698"/>
                  </a:lnTo>
                  <a:lnTo>
                    <a:pt x="86245" y="330530"/>
                  </a:lnTo>
                  <a:lnTo>
                    <a:pt x="76288" y="333705"/>
                  </a:lnTo>
                  <a:lnTo>
                    <a:pt x="59994" y="341553"/>
                  </a:lnTo>
                  <a:lnTo>
                    <a:pt x="51371" y="350227"/>
                  </a:lnTo>
                  <a:lnTo>
                    <a:pt x="49593" y="361594"/>
                  </a:lnTo>
                  <a:lnTo>
                    <a:pt x="49517" y="362077"/>
                  </a:lnTo>
                  <a:lnTo>
                    <a:pt x="53555" y="379437"/>
                  </a:lnTo>
                  <a:lnTo>
                    <a:pt x="65303" y="416242"/>
                  </a:lnTo>
                  <a:lnTo>
                    <a:pt x="59207" y="423608"/>
                  </a:lnTo>
                  <a:lnTo>
                    <a:pt x="52158" y="429221"/>
                  </a:lnTo>
                  <a:lnTo>
                    <a:pt x="44005" y="433539"/>
                  </a:lnTo>
                  <a:lnTo>
                    <a:pt x="35623" y="436676"/>
                  </a:lnTo>
                  <a:lnTo>
                    <a:pt x="28930" y="439864"/>
                  </a:lnTo>
                  <a:lnTo>
                    <a:pt x="25133" y="444284"/>
                  </a:lnTo>
                  <a:lnTo>
                    <a:pt x="23850" y="450164"/>
                  </a:lnTo>
                  <a:lnTo>
                    <a:pt x="24752" y="457720"/>
                  </a:lnTo>
                  <a:lnTo>
                    <a:pt x="25641" y="464058"/>
                  </a:lnTo>
                  <a:lnTo>
                    <a:pt x="29781" y="477012"/>
                  </a:lnTo>
                  <a:lnTo>
                    <a:pt x="45694" y="527240"/>
                  </a:lnTo>
                  <a:lnTo>
                    <a:pt x="77292" y="627989"/>
                  </a:lnTo>
                  <a:lnTo>
                    <a:pt x="93179" y="678548"/>
                  </a:lnTo>
                  <a:lnTo>
                    <a:pt x="109270" y="729259"/>
                  </a:lnTo>
                  <a:lnTo>
                    <a:pt x="186524" y="971270"/>
                  </a:lnTo>
                  <a:lnTo>
                    <a:pt x="186436" y="977811"/>
                  </a:lnTo>
                  <a:lnTo>
                    <a:pt x="188683" y="984846"/>
                  </a:lnTo>
                  <a:lnTo>
                    <a:pt x="181648" y="987094"/>
                  </a:lnTo>
                  <a:lnTo>
                    <a:pt x="177304" y="990650"/>
                  </a:lnTo>
                  <a:lnTo>
                    <a:pt x="144449" y="1001141"/>
                  </a:lnTo>
                  <a:lnTo>
                    <a:pt x="136118" y="1005725"/>
                  </a:lnTo>
                  <a:lnTo>
                    <a:pt x="130441" y="1011796"/>
                  </a:lnTo>
                  <a:lnTo>
                    <a:pt x="127965" y="1019530"/>
                  </a:lnTo>
                  <a:lnTo>
                    <a:pt x="129247" y="1029055"/>
                  </a:lnTo>
                  <a:lnTo>
                    <a:pt x="133388" y="1043520"/>
                  </a:lnTo>
                  <a:lnTo>
                    <a:pt x="138061" y="1058024"/>
                  </a:lnTo>
                  <a:lnTo>
                    <a:pt x="142976" y="1072578"/>
                  </a:lnTo>
                  <a:lnTo>
                    <a:pt x="147688" y="1086789"/>
                  </a:lnTo>
                  <a:lnTo>
                    <a:pt x="149212" y="1091615"/>
                  </a:lnTo>
                  <a:lnTo>
                    <a:pt x="150037" y="1093838"/>
                  </a:lnTo>
                  <a:lnTo>
                    <a:pt x="155435" y="1097457"/>
                  </a:lnTo>
                  <a:lnTo>
                    <a:pt x="163741" y="1095933"/>
                  </a:lnTo>
                  <a:lnTo>
                    <a:pt x="180848" y="1093838"/>
                  </a:lnTo>
                  <a:lnTo>
                    <a:pt x="197383" y="1091615"/>
                  </a:lnTo>
                  <a:lnTo>
                    <a:pt x="213436" y="1088555"/>
                  </a:lnTo>
                  <a:lnTo>
                    <a:pt x="229082" y="1083868"/>
                  </a:lnTo>
                  <a:lnTo>
                    <a:pt x="241769" y="1079347"/>
                  </a:lnTo>
                  <a:lnTo>
                    <a:pt x="254812" y="1075232"/>
                  </a:lnTo>
                  <a:lnTo>
                    <a:pt x="262102" y="1073061"/>
                  </a:lnTo>
                  <a:lnTo>
                    <a:pt x="273659" y="1069555"/>
                  </a:lnTo>
                  <a:lnTo>
                    <a:pt x="273659" y="1048334"/>
                  </a:lnTo>
                  <a:lnTo>
                    <a:pt x="258279" y="1053223"/>
                  </a:lnTo>
                  <a:lnTo>
                    <a:pt x="207048" y="1070165"/>
                  </a:lnTo>
                  <a:lnTo>
                    <a:pt x="194424" y="1072578"/>
                  </a:lnTo>
                  <a:lnTo>
                    <a:pt x="180784" y="1073061"/>
                  </a:lnTo>
                  <a:lnTo>
                    <a:pt x="165760" y="1071181"/>
                  </a:lnTo>
                  <a:lnTo>
                    <a:pt x="163677" y="1064742"/>
                  </a:lnTo>
                  <a:lnTo>
                    <a:pt x="161607" y="1058633"/>
                  </a:lnTo>
                  <a:lnTo>
                    <a:pt x="159283" y="1052398"/>
                  </a:lnTo>
                  <a:lnTo>
                    <a:pt x="156464" y="1045603"/>
                  </a:lnTo>
                  <a:lnTo>
                    <a:pt x="154216" y="1038580"/>
                  </a:lnTo>
                  <a:lnTo>
                    <a:pt x="153365" y="1032332"/>
                  </a:lnTo>
                  <a:lnTo>
                    <a:pt x="151447" y="1026325"/>
                  </a:lnTo>
                  <a:lnTo>
                    <a:pt x="160324" y="1020178"/>
                  </a:lnTo>
                  <a:lnTo>
                    <a:pt x="170014" y="1016266"/>
                  </a:lnTo>
                  <a:lnTo>
                    <a:pt x="189255" y="1010945"/>
                  </a:lnTo>
                  <a:lnTo>
                    <a:pt x="193294" y="1009650"/>
                  </a:lnTo>
                  <a:lnTo>
                    <a:pt x="198196" y="1011389"/>
                  </a:lnTo>
                  <a:lnTo>
                    <a:pt x="199859" y="1013040"/>
                  </a:lnTo>
                  <a:lnTo>
                    <a:pt x="207264" y="1018336"/>
                  </a:lnTo>
                  <a:lnTo>
                    <a:pt x="214795" y="1019860"/>
                  </a:lnTo>
                  <a:lnTo>
                    <a:pt x="222529" y="1018844"/>
                  </a:lnTo>
                  <a:lnTo>
                    <a:pt x="230543" y="1016482"/>
                  </a:lnTo>
                  <a:lnTo>
                    <a:pt x="247764" y="1010666"/>
                  </a:lnTo>
                  <a:lnTo>
                    <a:pt x="250647" y="1009650"/>
                  </a:lnTo>
                  <a:lnTo>
                    <a:pt x="265023" y="1004620"/>
                  </a:lnTo>
                  <a:lnTo>
                    <a:pt x="273659" y="1001814"/>
                  </a:lnTo>
                  <a:lnTo>
                    <a:pt x="273659" y="988250"/>
                  </a:lnTo>
                  <a:lnTo>
                    <a:pt x="273659" y="973035"/>
                  </a:lnTo>
                  <a:lnTo>
                    <a:pt x="225971" y="988250"/>
                  </a:lnTo>
                  <a:lnTo>
                    <a:pt x="191935" y="893064"/>
                  </a:lnTo>
                  <a:lnTo>
                    <a:pt x="168630" y="821537"/>
                  </a:lnTo>
                  <a:lnTo>
                    <a:pt x="149123" y="758952"/>
                  </a:lnTo>
                  <a:lnTo>
                    <a:pt x="139433" y="723976"/>
                  </a:lnTo>
                  <a:lnTo>
                    <a:pt x="144411" y="722388"/>
                  </a:lnTo>
                  <a:lnTo>
                    <a:pt x="149085" y="719861"/>
                  </a:lnTo>
                  <a:lnTo>
                    <a:pt x="205663" y="701802"/>
                  </a:lnTo>
                  <a:lnTo>
                    <a:pt x="226720" y="695083"/>
                  </a:lnTo>
                  <a:lnTo>
                    <a:pt x="233540" y="693204"/>
                  </a:lnTo>
                  <a:lnTo>
                    <a:pt x="240652" y="692251"/>
                  </a:lnTo>
                  <a:lnTo>
                    <a:pt x="248234" y="692797"/>
                  </a:lnTo>
                  <a:lnTo>
                    <a:pt x="256501" y="695401"/>
                  </a:lnTo>
                  <a:lnTo>
                    <a:pt x="262763" y="697522"/>
                  </a:lnTo>
                  <a:lnTo>
                    <a:pt x="267347" y="696887"/>
                  </a:lnTo>
                  <a:lnTo>
                    <a:pt x="271754" y="693013"/>
                  </a:lnTo>
                  <a:lnTo>
                    <a:pt x="272313" y="692251"/>
                  </a:lnTo>
                  <a:lnTo>
                    <a:pt x="273659" y="690460"/>
                  </a:lnTo>
                  <a:lnTo>
                    <a:pt x="273659" y="659218"/>
                  </a:lnTo>
                  <a:lnTo>
                    <a:pt x="143979" y="700608"/>
                  </a:lnTo>
                  <a:lnTo>
                    <a:pt x="138671" y="701167"/>
                  </a:lnTo>
                  <a:lnTo>
                    <a:pt x="102069" y="614718"/>
                  </a:lnTo>
                  <a:lnTo>
                    <a:pt x="80683" y="548754"/>
                  </a:lnTo>
                  <a:lnTo>
                    <a:pt x="63068" y="491070"/>
                  </a:lnTo>
                  <a:lnTo>
                    <a:pt x="54876" y="459079"/>
                  </a:lnTo>
                  <a:lnTo>
                    <a:pt x="60858" y="453859"/>
                  </a:lnTo>
                  <a:lnTo>
                    <a:pt x="73164" y="445147"/>
                  </a:lnTo>
                  <a:lnTo>
                    <a:pt x="85661" y="438835"/>
                  </a:lnTo>
                  <a:lnTo>
                    <a:pt x="99110" y="435508"/>
                  </a:lnTo>
                  <a:lnTo>
                    <a:pt x="119100" y="435825"/>
                  </a:lnTo>
                  <a:lnTo>
                    <a:pt x="120891" y="435825"/>
                  </a:lnTo>
                  <a:lnTo>
                    <a:pt x="121881" y="435508"/>
                  </a:lnTo>
                  <a:lnTo>
                    <a:pt x="186690" y="414820"/>
                  </a:lnTo>
                  <a:lnTo>
                    <a:pt x="192303" y="415201"/>
                  </a:lnTo>
                  <a:lnTo>
                    <a:pt x="194818" y="414820"/>
                  </a:lnTo>
                  <a:lnTo>
                    <a:pt x="203276" y="413550"/>
                  </a:lnTo>
                  <a:lnTo>
                    <a:pt x="214503" y="412229"/>
                  </a:lnTo>
                  <a:lnTo>
                    <a:pt x="226034" y="411251"/>
                  </a:lnTo>
                  <a:lnTo>
                    <a:pt x="237985" y="410552"/>
                  </a:lnTo>
                  <a:lnTo>
                    <a:pt x="244259" y="417626"/>
                  </a:lnTo>
                  <a:lnTo>
                    <a:pt x="250164" y="425145"/>
                  </a:lnTo>
                  <a:lnTo>
                    <a:pt x="255333" y="433539"/>
                  </a:lnTo>
                  <a:lnTo>
                    <a:pt x="259372" y="443230"/>
                  </a:lnTo>
                  <a:lnTo>
                    <a:pt x="273659" y="48900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46667" y="731786"/>
              <a:ext cx="63665" cy="715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085301" y="824623"/>
              <a:ext cx="47625" cy="74295"/>
            </a:xfrm>
            <a:custGeom>
              <a:avLst/>
              <a:gdLst/>
              <a:ahLst/>
              <a:cxnLst/>
              <a:rect l="l" t="t" r="r" b="b"/>
              <a:pathLst>
                <a:path w="47625" h="74294">
                  <a:moveTo>
                    <a:pt x="36093" y="7264"/>
                  </a:moveTo>
                  <a:lnTo>
                    <a:pt x="35788" y="3009"/>
                  </a:lnTo>
                  <a:lnTo>
                    <a:pt x="31610" y="0"/>
                  </a:lnTo>
                  <a:lnTo>
                    <a:pt x="19723" y="1308"/>
                  </a:lnTo>
                  <a:lnTo>
                    <a:pt x="13055" y="3009"/>
                  </a:lnTo>
                  <a:lnTo>
                    <a:pt x="6413" y="6121"/>
                  </a:lnTo>
                  <a:lnTo>
                    <a:pt x="0" y="11125"/>
                  </a:lnTo>
                  <a:lnTo>
                    <a:pt x="5321" y="13881"/>
                  </a:lnTo>
                  <a:lnTo>
                    <a:pt x="9182" y="19164"/>
                  </a:lnTo>
                  <a:lnTo>
                    <a:pt x="12814" y="20180"/>
                  </a:lnTo>
                  <a:lnTo>
                    <a:pt x="16687" y="22250"/>
                  </a:lnTo>
                  <a:lnTo>
                    <a:pt x="33667" y="16827"/>
                  </a:lnTo>
                  <a:lnTo>
                    <a:pt x="35712" y="12865"/>
                  </a:lnTo>
                  <a:lnTo>
                    <a:pt x="36093" y="7264"/>
                  </a:lnTo>
                  <a:close/>
                </a:path>
                <a:path w="47625" h="74294">
                  <a:moveTo>
                    <a:pt x="47015" y="55384"/>
                  </a:moveTo>
                  <a:lnTo>
                    <a:pt x="38252" y="48348"/>
                  </a:lnTo>
                  <a:lnTo>
                    <a:pt x="32943" y="48920"/>
                  </a:lnTo>
                  <a:lnTo>
                    <a:pt x="22999" y="52095"/>
                  </a:lnTo>
                  <a:lnTo>
                    <a:pt x="18351" y="54711"/>
                  </a:lnTo>
                  <a:lnTo>
                    <a:pt x="15646" y="56616"/>
                  </a:lnTo>
                  <a:lnTo>
                    <a:pt x="15265" y="62217"/>
                  </a:lnTo>
                  <a:lnTo>
                    <a:pt x="16852" y="67195"/>
                  </a:lnTo>
                  <a:lnTo>
                    <a:pt x="19380" y="71869"/>
                  </a:lnTo>
                  <a:lnTo>
                    <a:pt x="22009" y="73291"/>
                  </a:lnTo>
                  <a:lnTo>
                    <a:pt x="26682" y="73977"/>
                  </a:lnTo>
                  <a:lnTo>
                    <a:pt x="30619" y="72720"/>
                  </a:lnTo>
                  <a:lnTo>
                    <a:pt x="36931" y="71742"/>
                  </a:lnTo>
                  <a:lnTo>
                    <a:pt x="39306" y="68821"/>
                  </a:lnTo>
                  <a:lnTo>
                    <a:pt x="43980" y="66281"/>
                  </a:lnTo>
                  <a:lnTo>
                    <a:pt x="45059" y="59321"/>
                  </a:lnTo>
                  <a:lnTo>
                    <a:pt x="47015" y="55384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8493582" y="1712683"/>
            <a:ext cx="650875" cy="820419"/>
          </a:xfrm>
          <a:custGeom>
            <a:avLst/>
            <a:gdLst/>
            <a:ahLst/>
            <a:cxnLst/>
            <a:rect l="l" t="t" r="r" b="b"/>
            <a:pathLst>
              <a:path w="650875" h="820419">
                <a:moveTo>
                  <a:pt x="421792" y="0"/>
                </a:moveTo>
                <a:lnTo>
                  <a:pt x="407581" y="0"/>
                </a:lnTo>
                <a:lnTo>
                  <a:pt x="414832" y="1270"/>
                </a:lnTo>
                <a:lnTo>
                  <a:pt x="421792" y="0"/>
                </a:lnTo>
                <a:close/>
              </a:path>
              <a:path w="650875" h="820419">
                <a:moveTo>
                  <a:pt x="532587" y="462953"/>
                </a:moveTo>
                <a:lnTo>
                  <a:pt x="507961" y="430377"/>
                </a:lnTo>
                <a:lnTo>
                  <a:pt x="506564" y="429717"/>
                </a:lnTo>
                <a:lnTo>
                  <a:pt x="506564" y="463524"/>
                </a:lnTo>
                <a:lnTo>
                  <a:pt x="504672" y="472490"/>
                </a:lnTo>
                <a:lnTo>
                  <a:pt x="504558" y="473062"/>
                </a:lnTo>
                <a:lnTo>
                  <a:pt x="494360" y="506018"/>
                </a:lnTo>
                <a:lnTo>
                  <a:pt x="488022" y="505180"/>
                </a:lnTo>
                <a:lnTo>
                  <a:pt x="482739" y="504583"/>
                </a:lnTo>
                <a:lnTo>
                  <a:pt x="477748" y="503047"/>
                </a:lnTo>
                <a:lnTo>
                  <a:pt x="468464" y="499046"/>
                </a:lnTo>
                <a:lnTo>
                  <a:pt x="450202" y="490245"/>
                </a:lnTo>
                <a:lnTo>
                  <a:pt x="440410" y="486029"/>
                </a:lnTo>
                <a:lnTo>
                  <a:pt x="434124" y="484517"/>
                </a:lnTo>
                <a:lnTo>
                  <a:pt x="428586" y="485571"/>
                </a:lnTo>
                <a:lnTo>
                  <a:pt x="424116" y="489191"/>
                </a:lnTo>
                <a:lnTo>
                  <a:pt x="420979" y="495490"/>
                </a:lnTo>
                <a:lnTo>
                  <a:pt x="404037" y="550278"/>
                </a:lnTo>
                <a:lnTo>
                  <a:pt x="401662" y="556793"/>
                </a:lnTo>
                <a:lnTo>
                  <a:pt x="399542" y="563156"/>
                </a:lnTo>
                <a:lnTo>
                  <a:pt x="396646" y="569277"/>
                </a:lnTo>
                <a:lnTo>
                  <a:pt x="392036" y="575030"/>
                </a:lnTo>
                <a:lnTo>
                  <a:pt x="376428" y="572439"/>
                </a:lnTo>
                <a:lnTo>
                  <a:pt x="361670" y="567728"/>
                </a:lnTo>
                <a:lnTo>
                  <a:pt x="347484" y="560565"/>
                </a:lnTo>
                <a:lnTo>
                  <a:pt x="333921" y="550545"/>
                </a:lnTo>
                <a:lnTo>
                  <a:pt x="335153" y="534885"/>
                </a:lnTo>
                <a:lnTo>
                  <a:pt x="335267" y="533387"/>
                </a:lnTo>
                <a:lnTo>
                  <a:pt x="335381" y="532066"/>
                </a:lnTo>
                <a:lnTo>
                  <a:pt x="335483" y="530669"/>
                </a:lnTo>
                <a:lnTo>
                  <a:pt x="335572" y="525526"/>
                </a:lnTo>
                <a:lnTo>
                  <a:pt x="335686" y="519455"/>
                </a:lnTo>
                <a:lnTo>
                  <a:pt x="335800" y="512787"/>
                </a:lnTo>
                <a:lnTo>
                  <a:pt x="335838" y="510755"/>
                </a:lnTo>
                <a:lnTo>
                  <a:pt x="334632" y="490562"/>
                </a:lnTo>
                <a:lnTo>
                  <a:pt x="331533" y="469874"/>
                </a:lnTo>
                <a:lnTo>
                  <a:pt x="312826" y="465937"/>
                </a:lnTo>
                <a:lnTo>
                  <a:pt x="295186" y="461924"/>
                </a:lnTo>
                <a:lnTo>
                  <a:pt x="278866" y="456679"/>
                </a:lnTo>
                <a:lnTo>
                  <a:pt x="263664" y="448881"/>
                </a:lnTo>
                <a:lnTo>
                  <a:pt x="262509" y="435127"/>
                </a:lnTo>
                <a:lnTo>
                  <a:pt x="262445" y="434352"/>
                </a:lnTo>
                <a:lnTo>
                  <a:pt x="263944" y="420789"/>
                </a:lnTo>
                <a:lnTo>
                  <a:pt x="264020" y="420166"/>
                </a:lnTo>
                <a:lnTo>
                  <a:pt x="267652" y="405993"/>
                </a:lnTo>
                <a:lnTo>
                  <a:pt x="272643" y="391515"/>
                </a:lnTo>
                <a:lnTo>
                  <a:pt x="291477" y="394258"/>
                </a:lnTo>
                <a:lnTo>
                  <a:pt x="309664" y="398741"/>
                </a:lnTo>
                <a:lnTo>
                  <a:pt x="327126" y="404837"/>
                </a:lnTo>
                <a:lnTo>
                  <a:pt x="343839" y="412419"/>
                </a:lnTo>
                <a:lnTo>
                  <a:pt x="350354" y="408305"/>
                </a:lnTo>
                <a:lnTo>
                  <a:pt x="355028" y="402882"/>
                </a:lnTo>
                <a:lnTo>
                  <a:pt x="358368" y="396443"/>
                </a:lnTo>
                <a:lnTo>
                  <a:pt x="360108" y="391515"/>
                </a:lnTo>
                <a:lnTo>
                  <a:pt x="360921" y="389229"/>
                </a:lnTo>
                <a:lnTo>
                  <a:pt x="361988" y="385749"/>
                </a:lnTo>
                <a:lnTo>
                  <a:pt x="382524" y="319379"/>
                </a:lnTo>
                <a:lnTo>
                  <a:pt x="397192" y="319354"/>
                </a:lnTo>
                <a:lnTo>
                  <a:pt x="410210" y="322199"/>
                </a:lnTo>
                <a:lnTo>
                  <a:pt x="442645" y="347776"/>
                </a:lnTo>
                <a:lnTo>
                  <a:pt x="441528" y="359397"/>
                </a:lnTo>
                <a:lnTo>
                  <a:pt x="440651" y="370395"/>
                </a:lnTo>
                <a:lnTo>
                  <a:pt x="439966" y="381088"/>
                </a:lnTo>
                <a:lnTo>
                  <a:pt x="439559" y="389229"/>
                </a:lnTo>
                <a:lnTo>
                  <a:pt x="439445" y="391515"/>
                </a:lnTo>
                <a:lnTo>
                  <a:pt x="439343" y="393788"/>
                </a:lnTo>
                <a:lnTo>
                  <a:pt x="435622" y="405828"/>
                </a:lnTo>
                <a:lnTo>
                  <a:pt x="435102" y="411137"/>
                </a:lnTo>
                <a:lnTo>
                  <a:pt x="434911" y="417347"/>
                </a:lnTo>
                <a:lnTo>
                  <a:pt x="434848" y="419493"/>
                </a:lnTo>
                <a:lnTo>
                  <a:pt x="436943" y="425919"/>
                </a:lnTo>
                <a:lnTo>
                  <a:pt x="441794" y="430733"/>
                </a:lnTo>
                <a:lnTo>
                  <a:pt x="450088" y="434352"/>
                </a:lnTo>
                <a:lnTo>
                  <a:pt x="491807" y="447255"/>
                </a:lnTo>
                <a:lnTo>
                  <a:pt x="500621" y="451586"/>
                </a:lnTo>
                <a:lnTo>
                  <a:pt x="505396" y="456679"/>
                </a:lnTo>
                <a:lnTo>
                  <a:pt x="506476" y="462953"/>
                </a:lnTo>
                <a:lnTo>
                  <a:pt x="506564" y="463524"/>
                </a:lnTo>
                <a:lnTo>
                  <a:pt x="506564" y="429717"/>
                </a:lnTo>
                <a:lnTo>
                  <a:pt x="501218" y="427164"/>
                </a:lnTo>
                <a:lnTo>
                  <a:pt x="491413" y="423824"/>
                </a:lnTo>
                <a:lnTo>
                  <a:pt x="481317" y="420789"/>
                </a:lnTo>
                <a:lnTo>
                  <a:pt x="471347" y="417347"/>
                </a:lnTo>
                <a:lnTo>
                  <a:pt x="461911" y="412838"/>
                </a:lnTo>
                <a:lnTo>
                  <a:pt x="463461" y="407847"/>
                </a:lnTo>
                <a:lnTo>
                  <a:pt x="463067" y="402882"/>
                </a:lnTo>
                <a:lnTo>
                  <a:pt x="463029" y="402247"/>
                </a:lnTo>
                <a:lnTo>
                  <a:pt x="463537" y="396938"/>
                </a:lnTo>
                <a:lnTo>
                  <a:pt x="465607" y="370674"/>
                </a:lnTo>
                <a:lnTo>
                  <a:pt x="466293" y="359397"/>
                </a:lnTo>
                <a:lnTo>
                  <a:pt x="466420" y="357352"/>
                </a:lnTo>
                <a:lnTo>
                  <a:pt x="466636" y="347776"/>
                </a:lnTo>
                <a:lnTo>
                  <a:pt x="466725" y="344284"/>
                </a:lnTo>
                <a:lnTo>
                  <a:pt x="465467" y="333057"/>
                </a:lnTo>
                <a:lnTo>
                  <a:pt x="460883" y="323748"/>
                </a:lnTo>
                <a:lnTo>
                  <a:pt x="455968" y="319239"/>
                </a:lnTo>
                <a:lnTo>
                  <a:pt x="452983" y="316496"/>
                </a:lnTo>
                <a:lnTo>
                  <a:pt x="404761" y="299491"/>
                </a:lnTo>
                <a:lnTo>
                  <a:pt x="380822" y="294957"/>
                </a:lnTo>
                <a:lnTo>
                  <a:pt x="373113" y="297129"/>
                </a:lnTo>
                <a:lnTo>
                  <a:pt x="367703" y="303110"/>
                </a:lnTo>
                <a:lnTo>
                  <a:pt x="363512" y="313486"/>
                </a:lnTo>
                <a:lnTo>
                  <a:pt x="344665" y="374396"/>
                </a:lnTo>
                <a:lnTo>
                  <a:pt x="341464" y="381088"/>
                </a:lnTo>
                <a:lnTo>
                  <a:pt x="338988" y="385749"/>
                </a:lnTo>
                <a:lnTo>
                  <a:pt x="279031" y="367195"/>
                </a:lnTo>
                <a:lnTo>
                  <a:pt x="267093" y="364337"/>
                </a:lnTo>
                <a:lnTo>
                  <a:pt x="243205" y="409194"/>
                </a:lnTo>
                <a:lnTo>
                  <a:pt x="237578" y="437515"/>
                </a:lnTo>
                <a:lnTo>
                  <a:pt x="237667" y="445909"/>
                </a:lnTo>
                <a:lnTo>
                  <a:pt x="261874" y="475665"/>
                </a:lnTo>
                <a:lnTo>
                  <a:pt x="310032" y="490562"/>
                </a:lnTo>
                <a:lnTo>
                  <a:pt x="309892" y="490562"/>
                </a:lnTo>
                <a:lnTo>
                  <a:pt x="311645" y="495490"/>
                </a:lnTo>
                <a:lnTo>
                  <a:pt x="311696" y="499046"/>
                </a:lnTo>
                <a:lnTo>
                  <a:pt x="313931" y="511543"/>
                </a:lnTo>
                <a:lnTo>
                  <a:pt x="314172" y="515975"/>
                </a:lnTo>
                <a:lnTo>
                  <a:pt x="314261" y="517525"/>
                </a:lnTo>
                <a:lnTo>
                  <a:pt x="314375" y="519455"/>
                </a:lnTo>
                <a:lnTo>
                  <a:pt x="314413" y="523011"/>
                </a:lnTo>
                <a:lnTo>
                  <a:pt x="313778" y="530669"/>
                </a:lnTo>
                <a:lnTo>
                  <a:pt x="313664" y="532066"/>
                </a:lnTo>
                <a:lnTo>
                  <a:pt x="311264" y="542404"/>
                </a:lnTo>
                <a:lnTo>
                  <a:pt x="341566" y="582917"/>
                </a:lnTo>
                <a:lnTo>
                  <a:pt x="391909" y="600151"/>
                </a:lnTo>
                <a:lnTo>
                  <a:pt x="401078" y="600938"/>
                </a:lnTo>
                <a:lnTo>
                  <a:pt x="408673" y="598525"/>
                </a:lnTo>
                <a:lnTo>
                  <a:pt x="414655" y="592734"/>
                </a:lnTo>
                <a:lnTo>
                  <a:pt x="418973" y="583361"/>
                </a:lnTo>
                <a:lnTo>
                  <a:pt x="421538" y="575030"/>
                </a:lnTo>
                <a:lnTo>
                  <a:pt x="438416" y="520471"/>
                </a:lnTo>
                <a:lnTo>
                  <a:pt x="441934" y="512787"/>
                </a:lnTo>
                <a:lnTo>
                  <a:pt x="448576" y="515975"/>
                </a:lnTo>
                <a:lnTo>
                  <a:pt x="453567" y="517525"/>
                </a:lnTo>
                <a:lnTo>
                  <a:pt x="460641" y="523011"/>
                </a:lnTo>
                <a:lnTo>
                  <a:pt x="468223" y="525526"/>
                </a:lnTo>
                <a:lnTo>
                  <a:pt x="483704" y="531037"/>
                </a:lnTo>
                <a:lnTo>
                  <a:pt x="491312" y="533539"/>
                </a:lnTo>
                <a:lnTo>
                  <a:pt x="500634" y="534885"/>
                </a:lnTo>
                <a:lnTo>
                  <a:pt x="507530" y="533387"/>
                </a:lnTo>
                <a:lnTo>
                  <a:pt x="512622" y="528459"/>
                </a:lnTo>
                <a:lnTo>
                  <a:pt x="516496" y="519455"/>
                </a:lnTo>
                <a:lnTo>
                  <a:pt x="518553" y="512787"/>
                </a:lnTo>
                <a:lnTo>
                  <a:pt x="520649" y="506018"/>
                </a:lnTo>
                <a:lnTo>
                  <a:pt x="531037" y="472490"/>
                </a:lnTo>
                <a:lnTo>
                  <a:pt x="532498" y="463524"/>
                </a:lnTo>
                <a:lnTo>
                  <a:pt x="532587" y="462953"/>
                </a:lnTo>
                <a:close/>
              </a:path>
              <a:path w="650875" h="820419">
                <a:moveTo>
                  <a:pt x="650265" y="781050"/>
                </a:moveTo>
                <a:lnTo>
                  <a:pt x="573036" y="781050"/>
                </a:lnTo>
                <a:lnTo>
                  <a:pt x="611809" y="784860"/>
                </a:lnTo>
                <a:lnTo>
                  <a:pt x="631812" y="784860"/>
                </a:lnTo>
                <a:lnTo>
                  <a:pt x="650265" y="781050"/>
                </a:lnTo>
                <a:close/>
              </a:path>
              <a:path w="650875" h="820419">
                <a:moveTo>
                  <a:pt x="650417" y="242570"/>
                </a:moveTo>
                <a:lnTo>
                  <a:pt x="638009" y="237490"/>
                </a:lnTo>
                <a:lnTo>
                  <a:pt x="613651" y="229870"/>
                </a:lnTo>
                <a:lnTo>
                  <a:pt x="605878" y="223520"/>
                </a:lnTo>
                <a:lnTo>
                  <a:pt x="607060" y="222250"/>
                </a:lnTo>
                <a:lnTo>
                  <a:pt x="617143" y="199390"/>
                </a:lnTo>
                <a:lnTo>
                  <a:pt x="624306" y="172720"/>
                </a:lnTo>
                <a:lnTo>
                  <a:pt x="629704" y="146050"/>
                </a:lnTo>
                <a:lnTo>
                  <a:pt x="635723" y="120650"/>
                </a:lnTo>
                <a:lnTo>
                  <a:pt x="637451" y="105410"/>
                </a:lnTo>
                <a:lnTo>
                  <a:pt x="634149" y="88900"/>
                </a:lnTo>
                <a:lnTo>
                  <a:pt x="626275" y="76200"/>
                </a:lnTo>
                <a:lnTo>
                  <a:pt x="614299" y="63500"/>
                </a:lnTo>
                <a:lnTo>
                  <a:pt x="610235" y="57150"/>
                </a:lnTo>
                <a:lnTo>
                  <a:pt x="608304" y="56108"/>
                </a:lnTo>
                <a:lnTo>
                  <a:pt x="608304" y="109220"/>
                </a:lnTo>
                <a:lnTo>
                  <a:pt x="606983" y="120650"/>
                </a:lnTo>
                <a:lnTo>
                  <a:pt x="603948" y="133350"/>
                </a:lnTo>
                <a:lnTo>
                  <a:pt x="600913" y="147320"/>
                </a:lnTo>
                <a:lnTo>
                  <a:pt x="598043" y="160020"/>
                </a:lnTo>
                <a:lnTo>
                  <a:pt x="595566" y="172720"/>
                </a:lnTo>
                <a:lnTo>
                  <a:pt x="580732" y="222250"/>
                </a:lnTo>
                <a:lnTo>
                  <a:pt x="570992" y="219710"/>
                </a:lnTo>
                <a:lnTo>
                  <a:pt x="562267" y="217170"/>
                </a:lnTo>
                <a:lnTo>
                  <a:pt x="553961" y="215900"/>
                </a:lnTo>
                <a:lnTo>
                  <a:pt x="545490" y="210820"/>
                </a:lnTo>
                <a:lnTo>
                  <a:pt x="545871" y="205740"/>
                </a:lnTo>
                <a:lnTo>
                  <a:pt x="545973" y="204470"/>
                </a:lnTo>
                <a:lnTo>
                  <a:pt x="547357" y="187960"/>
                </a:lnTo>
                <a:lnTo>
                  <a:pt x="547458" y="186690"/>
                </a:lnTo>
                <a:lnTo>
                  <a:pt x="547573" y="185420"/>
                </a:lnTo>
                <a:lnTo>
                  <a:pt x="547674" y="184150"/>
                </a:lnTo>
                <a:lnTo>
                  <a:pt x="549033" y="171450"/>
                </a:lnTo>
                <a:lnTo>
                  <a:pt x="550887" y="158750"/>
                </a:lnTo>
                <a:lnTo>
                  <a:pt x="550811" y="156210"/>
                </a:lnTo>
                <a:lnTo>
                  <a:pt x="550722" y="152400"/>
                </a:lnTo>
                <a:lnTo>
                  <a:pt x="550621" y="147320"/>
                </a:lnTo>
                <a:lnTo>
                  <a:pt x="550532" y="143510"/>
                </a:lnTo>
                <a:lnTo>
                  <a:pt x="550430" y="139700"/>
                </a:lnTo>
                <a:lnTo>
                  <a:pt x="550367" y="137160"/>
                </a:lnTo>
                <a:lnTo>
                  <a:pt x="543572" y="121920"/>
                </a:lnTo>
                <a:lnTo>
                  <a:pt x="531545" y="111760"/>
                </a:lnTo>
                <a:lnTo>
                  <a:pt x="525691" y="108559"/>
                </a:lnTo>
                <a:lnTo>
                  <a:pt x="525691" y="139700"/>
                </a:lnTo>
                <a:lnTo>
                  <a:pt x="523963" y="149860"/>
                </a:lnTo>
                <a:lnTo>
                  <a:pt x="523036" y="162560"/>
                </a:lnTo>
                <a:lnTo>
                  <a:pt x="521804" y="175260"/>
                </a:lnTo>
                <a:lnTo>
                  <a:pt x="520268" y="187960"/>
                </a:lnTo>
                <a:lnTo>
                  <a:pt x="518477" y="203200"/>
                </a:lnTo>
                <a:lnTo>
                  <a:pt x="515175" y="203200"/>
                </a:lnTo>
                <a:lnTo>
                  <a:pt x="510286" y="204470"/>
                </a:lnTo>
                <a:lnTo>
                  <a:pt x="371436" y="162560"/>
                </a:lnTo>
                <a:lnTo>
                  <a:pt x="370065" y="158750"/>
                </a:lnTo>
                <a:lnTo>
                  <a:pt x="365404" y="156210"/>
                </a:lnTo>
                <a:lnTo>
                  <a:pt x="367284" y="149860"/>
                </a:lnTo>
                <a:lnTo>
                  <a:pt x="369176" y="143510"/>
                </a:lnTo>
                <a:lnTo>
                  <a:pt x="372503" y="133350"/>
                </a:lnTo>
                <a:lnTo>
                  <a:pt x="375145" y="120650"/>
                </a:lnTo>
                <a:lnTo>
                  <a:pt x="376897" y="107950"/>
                </a:lnTo>
                <a:lnTo>
                  <a:pt x="381038" y="101600"/>
                </a:lnTo>
                <a:lnTo>
                  <a:pt x="386232" y="95250"/>
                </a:lnTo>
                <a:lnTo>
                  <a:pt x="408038" y="95250"/>
                </a:lnTo>
                <a:lnTo>
                  <a:pt x="505942" y="127000"/>
                </a:lnTo>
                <a:lnTo>
                  <a:pt x="512584" y="130810"/>
                </a:lnTo>
                <a:lnTo>
                  <a:pt x="521309" y="133350"/>
                </a:lnTo>
                <a:lnTo>
                  <a:pt x="525691" y="139700"/>
                </a:lnTo>
                <a:lnTo>
                  <a:pt x="525691" y="108559"/>
                </a:lnTo>
                <a:lnTo>
                  <a:pt x="515315" y="102870"/>
                </a:lnTo>
                <a:lnTo>
                  <a:pt x="488581" y="95250"/>
                </a:lnTo>
                <a:lnTo>
                  <a:pt x="469493" y="88900"/>
                </a:lnTo>
                <a:lnTo>
                  <a:pt x="423443" y="76200"/>
                </a:lnTo>
                <a:lnTo>
                  <a:pt x="414489" y="71120"/>
                </a:lnTo>
                <a:lnTo>
                  <a:pt x="398297" y="71120"/>
                </a:lnTo>
                <a:lnTo>
                  <a:pt x="360019" y="92710"/>
                </a:lnTo>
                <a:lnTo>
                  <a:pt x="349326" y="124460"/>
                </a:lnTo>
                <a:lnTo>
                  <a:pt x="344779" y="137160"/>
                </a:lnTo>
                <a:lnTo>
                  <a:pt x="344271" y="143510"/>
                </a:lnTo>
                <a:lnTo>
                  <a:pt x="342112" y="149860"/>
                </a:lnTo>
                <a:lnTo>
                  <a:pt x="313118" y="140970"/>
                </a:lnTo>
                <a:lnTo>
                  <a:pt x="313105" y="139700"/>
                </a:lnTo>
                <a:lnTo>
                  <a:pt x="313105" y="137160"/>
                </a:lnTo>
                <a:lnTo>
                  <a:pt x="312686" y="137160"/>
                </a:lnTo>
                <a:lnTo>
                  <a:pt x="315048" y="128270"/>
                </a:lnTo>
                <a:lnTo>
                  <a:pt x="317131" y="121920"/>
                </a:lnTo>
                <a:lnTo>
                  <a:pt x="319430" y="115570"/>
                </a:lnTo>
                <a:lnTo>
                  <a:pt x="328879" y="92710"/>
                </a:lnTo>
                <a:lnTo>
                  <a:pt x="335305" y="76200"/>
                </a:lnTo>
                <a:lnTo>
                  <a:pt x="365163" y="35560"/>
                </a:lnTo>
                <a:lnTo>
                  <a:pt x="392125" y="25400"/>
                </a:lnTo>
                <a:lnTo>
                  <a:pt x="407111" y="25400"/>
                </a:lnTo>
                <a:lnTo>
                  <a:pt x="488353" y="39370"/>
                </a:lnTo>
                <a:lnTo>
                  <a:pt x="527913" y="50800"/>
                </a:lnTo>
                <a:lnTo>
                  <a:pt x="566102" y="67310"/>
                </a:lnTo>
                <a:lnTo>
                  <a:pt x="590956" y="82550"/>
                </a:lnTo>
                <a:lnTo>
                  <a:pt x="600125" y="88900"/>
                </a:lnTo>
                <a:lnTo>
                  <a:pt x="605967" y="99060"/>
                </a:lnTo>
                <a:lnTo>
                  <a:pt x="608304" y="109220"/>
                </a:lnTo>
                <a:lnTo>
                  <a:pt x="608304" y="56108"/>
                </a:lnTo>
                <a:lnTo>
                  <a:pt x="600875" y="52070"/>
                </a:lnTo>
                <a:lnTo>
                  <a:pt x="573189" y="39370"/>
                </a:lnTo>
                <a:lnTo>
                  <a:pt x="544817" y="29210"/>
                </a:lnTo>
                <a:lnTo>
                  <a:pt x="525183" y="25400"/>
                </a:lnTo>
                <a:lnTo>
                  <a:pt x="485902" y="13970"/>
                </a:lnTo>
                <a:lnTo>
                  <a:pt x="426732" y="1270"/>
                </a:lnTo>
                <a:lnTo>
                  <a:pt x="414832" y="1270"/>
                </a:lnTo>
                <a:lnTo>
                  <a:pt x="387324" y="1270"/>
                </a:lnTo>
                <a:lnTo>
                  <a:pt x="352247" y="16510"/>
                </a:lnTo>
                <a:lnTo>
                  <a:pt x="322770" y="50800"/>
                </a:lnTo>
                <a:lnTo>
                  <a:pt x="301548" y="99060"/>
                </a:lnTo>
                <a:lnTo>
                  <a:pt x="290576" y="137160"/>
                </a:lnTo>
                <a:lnTo>
                  <a:pt x="279984" y="133350"/>
                </a:lnTo>
                <a:lnTo>
                  <a:pt x="270040" y="130810"/>
                </a:lnTo>
                <a:lnTo>
                  <a:pt x="260540" y="127000"/>
                </a:lnTo>
                <a:lnTo>
                  <a:pt x="251282" y="127000"/>
                </a:lnTo>
                <a:lnTo>
                  <a:pt x="239991" y="121920"/>
                </a:lnTo>
                <a:lnTo>
                  <a:pt x="216954" y="118110"/>
                </a:lnTo>
                <a:lnTo>
                  <a:pt x="205155" y="115570"/>
                </a:lnTo>
                <a:lnTo>
                  <a:pt x="196570" y="114300"/>
                </a:lnTo>
                <a:lnTo>
                  <a:pt x="187769" y="114300"/>
                </a:lnTo>
                <a:lnTo>
                  <a:pt x="178625" y="111760"/>
                </a:lnTo>
                <a:lnTo>
                  <a:pt x="152577" y="111760"/>
                </a:lnTo>
                <a:lnTo>
                  <a:pt x="136423" y="114300"/>
                </a:lnTo>
                <a:lnTo>
                  <a:pt x="89776" y="147320"/>
                </a:lnTo>
                <a:lnTo>
                  <a:pt x="62560" y="186690"/>
                </a:lnTo>
                <a:lnTo>
                  <a:pt x="42900" y="243840"/>
                </a:lnTo>
                <a:lnTo>
                  <a:pt x="32372" y="279400"/>
                </a:lnTo>
                <a:lnTo>
                  <a:pt x="22085" y="312420"/>
                </a:lnTo>
                <a:lnTo>
                  <a:pt x="12077" y="346710"/>
                </a:lnTo>
                <a:lnTo>
                  <a:pt x="8597" y="358140"/>
                </a:lnTo>
                <a:lnTo>
                  <a:pt x="5702" y="370840"/>
                </a:lnTo>
                <a:lnTo>
                  <a:pt x="3619" y="382270"/>
                </a:lnTo>
                <a:lnTo>
                  <a:pt x="2540" y="394970"/>
                </a:lnTo>
                <a:lnTo>
                  <a:pt x="965" y="433070"/>
                </a:lnTo>
                <a:lnTo>
                  <a:pt x="850" y="434340"/>
                </a:lnTo>
                <a:lnTo>
                  <a:pt x="0" y="473710"/>
                </a:lnTo>
                <a:lnTo>
                  <a:pt x="25" y="553720"/>
                </a:lnTo>
                <a:lnTo>
                  <a:pt x="2273" y="567690"/>
                </a:lnTo>
                <a:lnTo>
                  <a:pt x="7861" y="580390"/>
                </a:lnTo>
                <a:lnTo>
                  <a:pt x="16802" y="591820"/>
                </a:lnTo>
                <a:lnTo>
                  <a:pt x="29133" y="599440"/>
                </a:lnTo>
                <a:lnTo>
                  <a:pt x="46990" y="610870"/>
                </a:lnTo>
                <a:lnTo>
                  <a:pt x="56095" y="613410"/>
                </a:lnTo>
                <a:lnTo>
                  <a:pt x="65633" y="619760"/>
                </a:lnTo>
                <a:lnTo>
                  <a:pt x="64706" y="623570"/>
                </a:lnTo>
                <a:lnTo>
                  <a:pt x="64427" y="626110"/>
                </a:lnTo>
                <a:lnTo>
                  <a:pt x="63195" y="629920"/>
                </a:lnTo>
                <a:lnTo>
                  <a:pt x="62420" y="642620"/>
                </a:lnTo>
                <a:lnTo>
                  <a:pt x="66255" y="651510"/>
                </a:lnTo>
                <a:lnTo>
                  <a:pt x="156171" y="692150"/>
                </a:lnTo>
                <a:lnTo>
                  <a:pt x="187172" y="698500"/>
                </a:lnTo>
                <a:lnTo>
                  <a:pt x="197980" y="692150"/>
                </a:lnTo>
                <a:lnTo>
                  <a:pt x="212737" y="679450"/>
                </a:lnTo>
                <a:lnTo>
                  <a:pt x="268058" y="693420"/>
                </a:lnTo>
                <a:lnTo>
                  <a:pt x="286537" y="698500"/>
                </a:lnTo>
                <a:lnTo>
                  <a:pt x="380238" y="730250"/>
                </a:lnTo>
                <a:lnTo>
                  <a:pt x="398665" y="734060"/>
                </a:lnTo>
                <a:lnTo>
                  <a:pt x="416953" y="740410"/>
                </a:lnTo>
                <a:lnTo>
                  <a:pt x="434848" y="750570"/>
                </a:lnTo>
                <a:lnTo>
                  <a:pt x="435584" y="753110"/>
                </a:lnTo>
                <a:lnTo>
                  <a:pt x="434987" y="758190"/>
                </a:lnTo>
                <a:lnTo>
                  <a:pt x="435825" y="763270"/>
                </a:lnTo>
                <a:lnTo>
                  <a:pt x="540842" y="820420"/>
                </a:lnTo>
                <a:lnTo>
                  <a:pt x="553783" y="820420"/>
                </a:lnTo>
                <a:lnTo>
                  <a:pt x="558203" y="815340"/>
                </a:lnTo>
                <a:lnTo>
                  <a:pt x="561797" y="808990"/>
                </a:lnTo>
                <a:lnTo>
                  <a:pt x="565251" y="801370"/>
                </a:lnTo>
                <a:lnTo>
                  <a:pt x="566699" y="797560"/>
                </a:lnTo>
                <a:lnTo>
                  <a:pt x="568159" y="795020"/>
                </a:lnTo>
                <a:lnTo>
                  <a:pt x="570687" y="788670"/>
                </a:lnTo>
                <a:lnTo>
                  <a:pt x="573036" y="781050"/>
                </a:lnTo>
                <a:lnTo>
                  <a:pt x="650417" y="779780"/>
                </a:lnTo>
                <a:lnTo>
                  <a:pt x="650417" y="750570"/>
                </a:lnTo>
                <a:lnTo>
                  <a:pt x="640295" y="756920"/>
                </a:lnTo>
                <a:lnTo>
                  <a:pt x="624598" y="762000"/>
                </a:lnTo>
                <a:lnTo>
                  <a:pt x="606348" y="762000"/>
                </a:lnTo>
                <a:lnTo>
                  <a:pt x="556285" y="751840"/>
                </a:lnTo>
                <a:lnTo>
                  <a:pt x="545045" y="748944"/>
                </a:lnTo>
                <a:lnTo>
                  <a:pt x="545045" y="784860"/>
                </a:lnTo>
                <a:lnTo>
                  <a:pt x="543890" y="793750"/>
                </a:lnTo>
                <a:lnTo>
                  <a:pt x="541324" y="797560"/>
                </a:lnTo>
                <a:lnTo>
                  <a:pt x="534771" y="797560"/>
                </a:lnTo>
                <a:lnTo>
                  <a:pt x="459841" y="774700"/>
                </a:lnTo>
                <a:lnTo>
                  <a:pt x="456082" y="769620"/>
                </a:lnTo>
                <a:lnTo>
                  <a:pt x="458546" y="762000"/>
                </a:lnTo>
                <a:lnTo>
                  <a:pt x="475005" y="763270"/>
                </a:lnTo>
                <a:lnTo>
                  <a:pt x="496239" y="768350"/>
                </a:lnTo>
                <a:lnTo>
                  <a:pt x="520255" y="775970"/>
                </a:lnTo>
                <a:lnTo>
                  <a:pt x="545045" y="784860"/>
                </a:lnTo>
                <a:lnTo>
                  <a:pt x="545045" y="748944"/>
                </a:lnTo>
                <a:lnTo>
                  <a:pt x="507085" y="739140"/>
                </a:lnTo>
                <a:lnTo>
                  <a:pt x="410845" y="711200"/>
                </a:lnTo>
                <a:lnTo>
                  <a:pt x="386880" y="701040"/>
                </a:lnTo>
                <a:lnTo>
                  <a:pt x="337121" y="685800"/>
                </a:lnTo>
                <a:lnTo>
                  <a:pt x="319100" y="679450"/>
                </a:lnTo>
                <a:lnTo>
                  <a:pt x="311899" y="675640"/>
                </a:lnTo>
                <a:lnTo>
                  <a:pt x="299694" y="673100"/>
                </a:lnTo>
                <a:lnTo>
                  <a:pt x="250901" y="656590"/>
                </a:lnTo>
                <a:lnTo>
                  <a:pt x="216750" y="648970"/>
                </a:lnTo>
                <a:lnTo>
                  <a:pt x="183146" y="636270"/>
                </a:lnTo>
                <a:lnTo>
                  <a:pt x="177101" y="633069"/>
                </a:lnTo>
                <a:lnTo>
                  <a:pt x="177101" y="666750"/>
                </a:lnTo>
                <a:lnTo>
                  <a:pt x="176504" y="670560"/>
                </a:lnTo>
                <a:lnTo>
                  <a:pt x="170878" y="673100"/>
                </a:lnTo>
                <a:lnTo>
                  <a:pt x="99987" y="648970"/>
                </a:lnTo>
                <a:lnTo>
                  <a:pt x="94602" y="645160"/>
                </a:lnTo>
                <a:lnTo>
                  <a:pt x="90525" y="642620"/>
                </a:lnTo>
                <a:lnTo>
                  <a:pt x="89573" y="642620"/>
                </a:lnTo>
                <a:lnTo>
                  <a:pt x="88531" y="637540"/>
                </a:lnTo>
                <a:lnTo>
                  <a:pt x="90068" y="632460"/>
                </a:lnTo>
                <a:lnTo>
                  <a:pt x="93929" y="629920"/>
                </a:lnTo>
                <a:lnTo>
                  <a:pt x="95986" y="631190"/>
                </a:lnTo>
                <a:lnTo>
                  <a:pt x="100266" y="631190"/>
                </a:lnTo>
                <a:lnTo>
                  <a:pt x="104940" y="635000"/>
                </a:lnTo>
                <a:lnTo>
                  <a:pt x="108978" y="636270"/>
                </a:lnTo>
                <a:lnTo>
                  <a:pt x="124333" y="642620"/>
                </a:lnTo>
                <a:lnTo>
                  <a:pt x="155956" y="655320"/>
                </a:lnTo>
                <a:lnTo>
                  <a:pt x="171373" y="662940"/>
                </a:lnTo>
                <a:lnTo>
                  <a:pt x="173062" y="664210"/>
                </a:lnTo>
                <a:lnTo>
                  <a:pt x="177101" y="666750"/>
                </a:lnTo>
                <a:lnTo>
                  <a:pt x="177101" y="633069"/>
                </a:lnTo>
                <a:lnTo>
                  <a:pt x="171157" y="629920"/>
                </a:lnTo>
                <a:lnTo>
                  <a:pt x="150177" y="622300"/>
                </a:lnTo>
                <a:lnTo>
                  <a:pt x="117957" y="605790"/>
                </a:lnTo>
                <a:lnTo>
                  <a:pt x="105003" y="599440"/>
                </a:lnTo>
                <a:lnTo>
                  <a:pt x="78359" y="590550"/>
                </a:lnTo>
                <a:lnTo>
                  <a:pt x="64820" y="584200"/>
                </a:lnTo>
                <a:lnTo>
                  <a:pt x="32004" y="554990"/>
                </a:lnTo>
                <a:lnTo>
                  <a:pt x="31292" y="547370"/>
                </a:lnTo>
                <a:lnTo>
                  <a:pt x="31762" y="434340"/>
                </a:lnTo>
                <a:lnTo>
                  <a:pt x="31864" y="412750"/>
                </a:lnTo>
                <a:lnTo>
                  <a:pt x="31940" y="394970"/>
                </a:lnTo>
                <a:lnTo>
                  <a:pt x="32715" y="388620"/>
                </a:lnTo>
                <a:lnTo>
                  <a:pt x="34505" y="378460"/>
                </a:lnTo>
                <a:lnTo>
                  <a:pt x="36918" y="369570"/>
                </a:lnTo>
                <a:lnTo>
                  <a:pt x="39535" y="361950"/>
                </a:lnTo>
                <a:lnTo>
                  <a:pt x="50571" y="325120"/>
                </a:lnTo>
                <a:lnTo>
                  <a:pt x="61353" y="289560"/>
                </a:lnTo>
                <a:lnTo>
                  <a:pt x="71767" y="254000"/>
                </a:lnTo>
                <a:lnTo>
                  <a:pt x="81648" y="217170"/>
                </a:lnTo>
                <a:lnTo>
                  <a:pt x="88061" y="200660"/>
                </a:lnTo>
                <a:lnTo>
                  <a:pt x="118135" y="160020"/>
                </a:lnTo>
                <a:lnTo>
                  <a:pt x="157759" y="139700"/>
                </a:lnTo>
                <a:lnTo>
                  <a:pt x="173228" y="140970"/>
                </a:lnTo>
                <a:lnTo>
                  <a:pt x="208026" y="140970"/>
                </a:lnTo>
                <a:lnTo>
                  <a:pt x="235750" y="146050"/>
                </a:lnTo>
                <a:lnTo>
                  <a:pt x="249313" y="149860"/>
                </a:lnTo>
                <a:lnTo>
                  <a:pt x="262801" y="152400"/>
                </a:lnTo>
                <a:lnTo>
                  <a:pt x="308838" y="165100"/>
                </a:lnTo>
                <a:lnTo>
                  <a:pt x="354672" y="180340"/>
                </a:lnTo>
                <a:lnTo>
                  <a:pt x="411619" y="198120"/>
                </a:lnTo>
                <a:lnTo>
                  <a:pt x="440194" y="205740"/>
                </a:lnTo>
                <a:lnTo>
                  <a:pt x="637565" y="267970"/>
                </a:lnTo>
                <a:lnTo>
                  <a:pt x="650417" y="270510"/>
                </a:lnTo>
                <a:lnTo>
                  <a:pt x="650417" y="242570"/>
                </a:lnTo>
                <a:close/>
              </a:path>
            </a:pathLst>
          </a:custGeom>
          <a:solidFill>
            <a:srgbClr val="0088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2699830" y="4617623"/>
            <a:ext cx="452120" cy="526415"/>
            <a:chOff x="2699830" y="4617623"/>
            <a:chExt cx="452120" cy="526415"/>
          </a:xfrm>
        </p:grpSpPr>
        <p:sp>
          <p:nvSpPr>
            <p:cNvPr id="9" name="object 9"/>
            <p:cNvSpPr/>
            <p:nvPr/>
          </p:nvSpPr>
          <p:spPr>
            <a:xfrm>
              <a:off x="2699830" y="4617623"/>
              <a:ext cx="452120" cy="526415"/>
            </a:xfrm>
            <a:custGeom>
              <a:avLst/>
              <a:gdLst/>
              <a:ahLst/>
              <a:cxnLst/>
              <a:rect l="l" t="t" r="r" b="b"/>
              <a:pathLst>
                <a:path w="452119" h="526414">
                  <a:moveTo>
                    <a:pt x="135381" y="0"/>
                  </a:moveTo>
                  <a:lnTo>
                    <a:pt x="130733" y="476"/>
                  </a:lnTo>
                  <a:lnTo>
                    <a:pt x="128524" y="2976"/>
                  </a:lnTo>
                  <a:lnTo>
                    <a:pt x="119907" y="9379"/>
                  </a:lnTo>
                  <a:lnTo>
                    <a:pt x="110586" y="15777"/>
                  </a:lnTo>
                  <a:lnTo>
                    <a:pt x="102276" y="23832"/>
                  </a:lnTo>
                  <a:lnTo>
                    <a:pt x="96620" y="35261"/>
                  </a:lnTo>
                  <a:lnTo>
                    <a:pt x="89167" y="55228"/>
                  </a:lnTo>
                  <a:lnTo>
                    <a:pt x="81160" y="75203"/>
                  </a:lnTo>
                  <a:lnTo>
                    <a:pt x="71791" y="97981"/>
                  </a:lnTo>
                  <a:lnTo>
                    <a:pt x="64908" y="114908"/>
                  </a:lnTo>
                  <a:lnTo>
                    <a:pt x="58233" y="135841"/>
                  </a:lnTo>
                  <a:lnTo>
                    <a:pt x="58311" y="138809"/>
                  </a:lnTo>
                  <a:lnTo>
                    <a:pt x="58411" y="142613"/>
                  </a:lnTo>
                  <a:lnTo>
                    <a:pt x="58529" y="147095"/>
                  </a:lnTo>
                  <a:lnTo>
                    <a:pt x="58636" y="151179"/>
                  </a:lnTo>
                  <a:lnTo>
                    <a:pt x="67243" y="163896"/>
                  </a:lnTo>
                  <a:lnTo>
                    <a:pt x="85178" y="176964"/>
                  </a:lnTo>
                  <a:lnTo>
                    <a:pt x="84657" y="181212"/>
                  </a:lnTo>
                  <a:lnTo>
                    <a:pt x="84742" y="182217"/>
                  </a:lnTo>
                  <a:lnTo>
                    <a:pt x="84860" y="183620"/>
                  </a:lnTo>
                  <a:lnTo>
                    <a:pt x="83692" y="183620"/>
                  </a:lnTo>
                  <a:lnTo>
                    <a:pt x="78053" y="197777"/>
                  </a:lnTo>
                  <a:lnTo>
                    <a:pt x="60237" y="241279"/>
                  </a:lnTo>
                  <a:lnTo>
                    <a:pt x="44769" y="285680"/>
                  </a:lnTo>
                  <a:lnTo>
                    <a:pt x="31198" y="330737"/>
                  </a:lnTo>
                  <a:lnTo>
                    <a:pt x="19071" y="376212"/>
                  </a:lnTo>
                  <a:lnTo>
                    <a:pt x="7936" y="421862"/>
                  </a:lnTo>
                  <a:lnTo>
                    <a:pt x="1040" y="469917"/>
                  </a:lnTo>
                  <a:lnTo>
                    <a:pt x="0" y="493899"/>
                  </a:lnTo>
                  <a:lnTo>
                    <a:pt x="92" y="507336"/>
                  </a:lnTo>
                  <a:lnTo>
                    <a:pt x="164" y="517824"/>
                  </a:lnTo>
                  <a:lnTo>
                    <a:pt x="806" y="525876"/>
                  </a:lnTo>
                  <a:lnTo>
                    <a:pt x="26972" y="525876"/>
                  </a:lnTo>
                  <a:lnTo>
                    <a:pt x="26008" y="512315"/>
                  </a:lnTo>
                  <a:lnTo>
                    <a:pt x="27587" y="486107"/>
                  </a:lnTo>
                  <a:lnTo>
                    <a:pt x="33836" y="434444"/>
                  </a:lnTo>
                  <a:lnTo>
                    <a:pt x="52026" y="355965"/>
                  </a:lnTo>
                  <a:lnTo>
                    <a:pt x="66410" y="303683"/>
                  </a:lnTo>
                  <a:lnTo>
                    <a:pt x="83166" y="252418"/>
                  </a:lnTo>
                  <a:lnTo>
                    <a:pt x="83235" y="252208"/>
                  </a:lnTo>
                  <a:lnTo>
                    <a:pt x="83314" y="251967"/>
                  </a:lnTo>
                  <a:lnTo>
                    <a:pt x="103618" y="201499"/>
                  </a:lnTo>
                  <a:lnTo>
                    <a:pt x="106056" y="195359"/>
                  </a:lnTo>
                  <a:lnTo>
                    <a:pt x="110044" y="188028"/>
                  </a:lnTo>
                  <a:lnTo>
                    <a:pt x="111704" y="183857"/>
                  </a:lnTo>
                  <a:lnTo>
                    <a:pt x="111799" y="183620"/>
                  </a:lnTo>
                  <a:lnTo>
                    <a:pt x="84860" y="183620"/>
                  </a:lnTo>
                  <a:lnTo>
                    <a:pt x="84251" y="182217"/>
                  </a:lnTo>
                  <a:lnTo>
                    <a:pt x="112357" y="182217"/>
                  </a:lnTo>
                  <a:lnTo>
                    <a:pt x="112757" y="181212"/>
                  </a:lnTo>
                  <a:lnTo>
                    <a:pt x="201420" y="181212"/>
                  </a:lnTo>
                  <a:lnTo>
                    <a:pt x="201826" y="178556"/>
                  </a:lnTo>
                  <a:lnTo>
                    <a:pt x="176821" y="178556"/>
                  </a:lnTo>
                  <a:lnTo>
                    <a:pt x="165428" y="177603"/>
                  </a:lnTo>
                  <a:lnTo>
                    <a:pt x="164893" y="177603"/>
                  </a:lnTo>
                  <a:lnTo>
                    <a:pt x="156142" y="175837"/>
                  </a:lnTo>
                  <a:lnTo>
                    <a:pt x="147860" y="172275"/>
                  </a:lnTo>
                  <a:lnTo>
                    <a:pt x="135825" y="165629"/>
                  </a:lnTo>
                  <a:lnTo>
                    <a:pt x="135928" y="159185"/>
                  </a:lnTo>
                  <a:lnTo>
                    <a:pt x="135967" y="156735"/>
                  </a:lnTo>
                  <a:lnTo>
                    <a:pt x="113486" y="156735"/>
                  </a:lnTo>
                  <a:lnTo>
                    <a:pt x="104248" y="154884"/>
                  </a:lnTo>
                  <a:lnTo>
                    <a:pt x="97303" y="151538"/>
                  </a:lnTo>
                  <a:lnTo>
                    <a:pt x="91944" y="147352"/>
                  </a:lnTo>
                  <a:lnTo>
                    <a:pt x="87464" y="142981"/>
                  </a:lnTo>
                  <a:lnTo>
                    <a:pt x="93301" y="121539"/>
                  </a:lnTo>
                  <a:lnTo>
                    <a:pt x="93350" y="121358"/>
                  </a:lnTo>
                  <a:lnTo>
                    <a:pt x="104810" y="88860"/>
                  </a:lnTo>
                  <a:lnTo>
                    <a:pt x="118642" y="53558"/>
                  </a:lnTo>
                  <a:lnTo>
                    <a:pt x="131710" y="23350"/>
                  </a:lnTo>
                  <a:lnTo>
                    <a:pt x="203796" y="23350"/>
                  </a:lnTo>
                  <a:lnTo>
                    <a:pt x="201258" y="22330"/>
                  </a:lnTo>
                  <a:lnTo>
                    <a:pt x="160857" y="6849"/>
                  </a:lnTo>
                  <a:lnTo>
                    <a:pt x="153999" y="4117"/>
                  </a:lnTo>
                  <a:lnTo>
                    <a:pt x="145541" y="2976"/>
                  </a:lnTo>
                  <a:lnTo>
                    <a:pt x="139318" y="1565"/>
                  </a:lnTo>
                  <a:lnTo>
                    <a:pt x="135381" y="0"/>
                  </a:lnTo>
                  <a:close/>
                </a:path>
                <a:path w="452119" h="526414">
                  <a:moveTo>
                    <a:pt x="201420" y="181212"/>
                  </a:moveTo>
                  <a:lnTo>
                    <a:pt x="112951" y="181212"/>
                  </a:lnTo>
                  <a:lnTo>
                    <a:pt x="130418" y="185612"/>
                  </a:lnTo>
                  <a:lnTo>
                    <a:pt x="147628" y="191140"/>
                  </a:lnTo>
                  <a:lnTo>
                    <a:pt x="164551" y="197389"/>
                  </a:lnTo>
                  <a:lnTo>
                    <a:pt x="181329" y="204000"/>
                  </a:lnTo>
                  <a:lnTo>
                    <a:pt x="217507" y="220610"/>
                  </a:lnTo>
                  <a:lnTo>
                    <a:pt x="235959" y="228232"/>
                  </a:lnTo>
                  <a:lnTo>
                    <a:pt x="289790" y="246737"/>
                  </a:lnTo>
                  <a:lnTo>
                    <a:pt x="358507" y="273380"/>
                  </a:lnTo>
                  <a:lnTo>
                    <a:pt x="358851" y="279845"/>
                  </a:lnTo>
                  <a:lnTo>
                    <a:pt x="357475" y="285680"/>
                  </a:lnTo>
                  <a:lnTo>
                    <a:pt x="357358" y="286178"/>
                  </a:lnTo>
                  <a:lnTo>
                    <a:pt x="355007" y="292569"/>
                  </a:lnTo>
                  <a:lnTo>
                    <a:pt x="352779" y="299208"/>
                  </a:lnTo>
                  <a:lnTo>
                    <a:pt x="351073" y="305489"/>
                  </a:lnTo>
                  <a:lnTo>
                    <a:pt x="349190" y="312016"/>
                  </a:lnTo>
                  <a:lnTo>
                    <a:pt x="347066" y="318648"/>
                  </a:lnTo>
                  <a:lnTo>
                    <a:pt x="344639" y="325240"/>
                  </a:lnTo>
                  <a:lnTo>
                    <a:pt x="338719" y="345909"/>
                  </a:lnTo>
                  <a:lnTo>
                    <a:pt x="332199" y="366739"/>
                  </a:lnTo>
                  <a:lnTo>
                    <a:pt x="324993" y="387695"/>
                  </a:lnTo>
                  <a:lnTo>
                    <a:pt x="317139" y="408418"/>
                  </a:lnTo>
                  <a:lnTo>
                    <a:pt x="270380" y="525876"/>
                  </a:lnTo>
                  <a:lnTo>
                    <a:pt x="300587" y="525876"/>
                  </a:lnTo>
                  <a:lnTo>
                    <a:pt x="325869" y="460982"/>
                  </a:lnTo>
                  <a:lnTo>
                    <a:pt x="341807" y="414155"/>
                  </a:lnTo>
                  <a:lnTo>
                    <a:pt x="371092" y="325526"/>
                  </a:lnTo>
                  <a:lnTo>
                    <a:pt x="381024" y="295918"/>
                  </a:lnTo>
                  <a:lnTo>
                    <a:pt x="405568" y="264720"/>
                  </a:lnTo>
                  <a:lnTo>
                    <a:pt x="410639" y="258968"/>
                  </a:lnTo>
                  <a:lnTo>
                    <a:pt x="414155" y="253373"/>
                  </a:lnTo>
                  <a:lnTo>
                    <a:pt x="373252" y="253373"/>
                  </a:lnTo>
                  <a:lnTo>
                    <a:pt x="370318" y="252208"/>
                  </a:lnTo>
                  <a:lnTo>
                    <a:pt x="356132" y="245492"/>
                  </a:lnTo>
                  <a:lnTo>
                    <a:pt x="358419" y="237877"/>
                  </a:lnTo>
                  <a:lnTo>
                    <a:pt x="328726" y="237877"/>
                  </a:lnTo>
                  <a:lnTo>
                    <a:pt x="314171" y="232081"/>
                  </a:lnTo>
                  <a:lnTo>
                    <a:pt x="313793" y="223983"/>
                  </a:lnTo>
                  <a:lnTo>
                    <a:pt x="313672" y="221393"/>
                  </a:lnTo>
                  <a:lnTo>
                    <a:pt x="281005" y="221393"/>
                  </a:lnTo>
                  <a:lnTo>
                    <a:pt x="271912" y="217109"/>
                  </a:lnTo>
                  <a:lnTo>
                    <a:pt x="264065" y="211034"/>
                  </a:lnTo>
                  <a:lnTo>
                    <a:pt x="256069" y="205653"/>
                  </a:lnTo>
                  <a:lnTo>
                    <a:pt x="258406" y="199797"/>
                  </a:lnTo>
                  <a:lnTo>
                    <a:pt x="258412" y="197159"/>
                  </a:lnTo>
                  <a:lnTo>
                    <a:pt x="234733" y="197159"/>
                  </a:lnTo>
                  <a:lnTo>
                    <a:pt x="224762" y="196061"/>
                  </a:lnTo>
                  <a:lnTo>
                    <a:pt x="215916" y="194257"/>
                  </a:lnTo>
                  <a:lnTo>
                    <a:pt x="207935" y="191325"/>
                  </a:lnTo>
                  <a:lnTo>
                    <a:pt x="200557" y="186846"/>
                  </a:lnTo>
                  <a:lnTo>
                    <a:pt x="201266" y="182217"/>
                  </a:lnTo>
                  <a:lnTo>
                    <a:pt x="201360" y="181600"/>
                  </a:lnTo>
                  <a:lnTo>
                    <a:pt x="201420" y="181212"/>
                  </a:lnTo>
                  <a:close/>
                </a:path>
                <a:path w="452119" h="526414">
                  <a:moveTo>
                    <a:pt x="449102" y="138809"/>
                  </a:moveTo>
                  <a:lnTo>
                    <a:pt x="396378" y="138809"/>
                  </a:lnTo>
                  <a:lnTo>
                    <a:pt x="422566" y="149235"/>
                  </a:lnTo>
                  <a:lnTo>
                    <a:pt x="421786" y="153654"/>
                  </a:lnTo>
                  <a:lnTo>
                    <a:pt x="421831" y="157026"/>
                  </a:lnTo>
                  <a:lnTo>
                    <a:pt x="421994" y="159185"/>
                  </a:lnTo>
                  <a:lnTo>
                    <a:pt x="389152" y="241677"/>
                  </a:lnTo>
                  <a:lnTo>
                    <a:pt x="385418" y="248137"/>
                  </a:lnTo>
                  <a:lnTo>
                    <a:pt x="373252" y="253373"/>
                  </a:lnTo>
                  <a:lnTo>
                    <a:pt x="414155" y="253373"/>
                  </a:lnTo>
                  <a:lnTo>
                    <a:pt x="446251" y="174463"/>
                  </a:lnTo>
                  <a:lnTo>
                    <a:pt x="451602" y="153654"/>
                  </a:lnTo>
                  <a:lnTo>
                    <a:pt x="449374" y="139117"/>
                  </a:lnTo>
                  <a:lnTo>
                    <a:pt x="449102" y="138809"/>
                  </a:lnTo>
                  <a:close/>
                </a:path>
                <a:path w="452119" h="526414">
                  <a:moveTo>
                    <a:pt x="308347" y="68049"/>
                  </a:moveTo>
                  <a:lnTo>
                    <a:pt x="235457" y="68049"/>
                  </a:lnTo>
                  <a:lnTo>
                    <a:pt x="254354" y="73668"/>
                  </a:lnTo>
                  <a:lnTo>
                    <a:pt x="272461" y="81208"/>
                  </a:lnTo>
                  <a:lnTo>
                    <a:pt x="324610" y="105830"/>
                  </a:lnTo>
                  <a:lnTo>
                    <a:pt x="358845" y="122706"/>
                  </a:lnTo>
                  <a:lnTo>
                    <a:pt x="375970" y="130681"/>
                  </a:lnTo>
                  <a:lnTo>
                    <a:pt x="357282" y="183620"/>
                  </a:lnTo>
                  <a:lnTo>
                    <a:pt x="332421" y="237119"/>
                  </a:lnTo>
                  <a:lnTo>
                    <a:pt x="330850" y="237877"/>
                  </a:lnTo>
                  <a:lnTo>
                    <a:pt x="358419" y="237877"/>
                  </a:lnTo>
                  <a:lnTo>
                    <a:pt x="362592" y="223983"/>
                  </a:lnTo>
                  <a:lnTo>
                    <a:pt x="373684" y="193233"/>
                  </a:lnTo>
                  <a:lnTo>
                    <a:pt x="386061" y="161942"/>
                  </a:lnTo>
                  <a:lnTo>
                    <a:pt x="396378" y="138809"/>
                  </a:lnTo>
                  <a:lnTo>
                    <a:pt x="449102" y="138809"/>
                  </a:lnTo>
                  <a:lnTo>
                    <a:pt x="439390" y="127817"/>
                  </a:lnTo>
                  <a:lnTo>
                    <a:pt x="439525" y="127817"/>
                  </a:lnTo>
                  <a:lnTo>
                    <a:pt x="421359" y="118418"/>
                  </a:lnTo>
                  <a:lnTo>
                    <a:pt x="411657" y="114555"/>
                  </a:lnTo>
                  <a:lnTo>
                    <a:pt x="389353" y="104349"/>
                  </a:lnTo>
                  <a:lnTo>
                    <a:pt x="343744" y="84341"/>
                  </a:lnTo>
                  <a:lnTo>
                    <a:pt x="308347" y="68049"/>
                  </a:lnTo>
                  <a:close/>
                </a:path>
                <a:path w="452119" h="526414">
                  <a:moveTo>
                    <a:pt x="329092" y="127817"/>
                  </a:moveTo>
                  <a:lnTo>
                    <a:pt x="326414" y="127817"/>
                  </a:lnTo>
                  <a:lnTo>
                    <a:pt x="326020" y="128822"/>
                  </a:lnTo>
                  <a:lnTo>
                    <a:pt x="323163" y="133308"/>
                  </a:lnTo>
                  <a:lnTo>
                    <a:pt x="320316" y="137628"/>
                  </a:lnTo>
                  <a:lnTo>
                    <a:pt x="320229" y="137760"/>
                  </a:lnTo>
                  <a:lnTo>
                    <a:pt x="318299" y="142613"/>
                  </a:lnTo>
                  <a:lnTo>
                    <a:pt x="303520" y="183620"/>
                  </a:lnTo>
                  <a:lnTo>
                    <a:pt x="297853" y="201214"/>
                  </a:lnTo>
                  <a:lnTo>
                    <a:pt x="293627" y="214276"/>
                  </a:lnTo>
                  <a:lnTo>
                    <a:pt x="291764" y="220610"/>
                  </a:lnTo>
                  <a:lnTo>
                    <a:pt x="291680" y="220897"/>
                  </a:lnTo>
                  <a:lnTo>
                    <a:pt x="277058" y="221393"/>
                  </a:lnTo>
                  <a:lnTo>
                    <a:pt x="313672" y="221393"/>
                  </a:lnTo>
                  <a:lnTo>
                    <a:pt x="314897" y="211034"/>
                  </a:lnTo>
                  <a:lnTo>
                    <a:pt x="314929" y="210767"/>
                  </a:lnTo>
                  <a:lnTo>
                    <a:pt x="317245" y="200128"/>
                  </a:lnTo>
                  <a:lnTo>
                    <a:pt x="319924" y="189397"/>
                  </a:lnTo>
                  <a:lnTo>
                    <a:pt x="324821" y="174463"/>
                  </a:lnTo>
                  <a:lnTo>
                    <a:pt x="335038" y="142981"/>
                  </a:lnTo>
                  <a:lnTo>
                    <a:pt x="335157" y="142613"/>
                  </a:lnTo>
                  <a:lnTo>
                    <a:pt x="336549" y="139117"/>
                  </a:lnTo>
                  <a:lnTo>
                    <a:pt x="336672" y="138809"/>
                  </a:lnTo>
                  <a:lnTo>
                    <a:pt x="336324" y="137760"/>
                  </a:lnTo>
                  <a:lnTo>
                    <a:pt x="335037" y="134642"/>
                  </a:lnTo>
                  <a:lnTo>
                    <a:pt x="335130" y="132775"/>
                  </a:lnTo>
                  <a:lnTo>
                    <a:pt x="335203" y="131315"/>
                  </a:lnTo>
                  <a:lnTo>
                    <a:pt x="334568" y="129995"/>
                  </a:lnTo>
                  <a:lnTo>
                    <a:pt x="329092" y="127817"/>
                  </a:lnTo>
                  <a:close/>
                </a:path>
                <a:path w="452119" h="526414">
                  <a:moveTo>
                    <a:pt x="272465" y="116516"/>
                  </a:moveTo>
                  <a:lnTo>
                    <a:pt x="267766" y="116875"/>
                  </a:lnTo>
                  <a:lnTo>
                    <a:pt x="267372" y="117878"/>
                  </a:lnTo>
                  <a:lnTo>
                    <a:pt x="263346" y="125293"/>
                  </a:lnTo>
                  <a:lnTo>
                    <a:pt x="234733" y="197159"/>
                  </a:lnTo>
                  <a:lnTo>
                    <a:pt x="258412" y="197159"/>
                  </a:lnTo>
                  <a:lnTo>
                    <a:pt x="258418" y="194257"/>
                  </a:lnTo>
                  <a:lnTo>
                    <a:pt x="258794" y="193233"/>
                  </a:lnTo>
                  <a:lnTo>
                    <a:pt x="261111" y="187401"/>
                  </a:lnTo>
                  <a:lnTo>
                    <a:pt x="264691" y="175121"/>
                  </a:lnTo>
                  <a:lnTo>
                    <a:pt x="268826" y="162753"/>
                  </a:lnTo>
                  <a:lnTo>
                    <a:pt x="273209" y="150266"/>
                  </a:lnTo>
                  <a:lnTo>
                    <a:pt x="277487" y="137760"/>
                  </a:lnTo>
                  <a:lnTo>
                    <a:pt x="279462" y="132775"/>
                  </a:lnTo>
                  <a:lnTo>
                    <a:pt x="280337" y="127817"/>
                  </a:lnTo>
                  <a:lnTo>
                    <a:pt x="280389" y="127523"/>
                  </a:lnTo>
                  <a:lnTo>
                    <a:pt x="279488" y="121539"/>
                  </a:lnTo>
                  <a:lnTo>
                    <a:pt x="279881" y="120534"/>
                  </a:lnTo>
                  <a:lnTo>
                    <a:pt x="276313" y="118049"/>
                  </a:lnTo>
                  <a:lnTo>
                    <a:pt x="272465" y="116516"/>
                  </a:lnTo>
                  <a:close/>
                </a:path>
                <a:path w="452119" h="526414">
                  <a:moveTo>
                    <a:pt x="203796" y="23350"/>
                  </a:moveTo>
                  <a:lnTo>
                    <a:pt x="131710" y="23350"/>
                  </a:lnTo>
                  <a:lnTo>
                    <a:pt x="149725" y="29454"/>
                  </a:lnTo>
                  <a:lnTo>
                    <a:pt x="167520" y="36615"/>
                  </a:lnTo>
                  <a:lnTo>
                    <a:pt x="184955" y="44687"/>
                  </a:lnTo>
                  <a:lnTo>
                    <a:pt x="201983" y="53558"/>
                  </a:lnTo>
                  <a:lnTo>
                    <a:pt x="209663" y="56619"/>
                  </a:lnTo>
                  <a:lnTo>
                    <a:pt x="212190" y="64406"/>
                  </a:lnTo>
                  <a:lnTo>
                    <a:pt x="210675" y="73668"/>
                  </a:lnTo>
                  <a:lnTo>
                    <a:pt x="210639" y="73882"/>
                  </a:lnTo>
                  <a:lnTo>
                    <a:pt x="196144" y="122706"/>
                  </a:lnTo>
                  <a:lnTo>
                    <a:pt x="180923" y="171175"/>
                  </a:lnTo>
                  <a:lnTo>
                    <a:pt x="177989" y="175628"/>
                  </a:lnTo>
                  <a:lnTo>
                    <a:pt x="176821" y="178556"/>
                  </a:lnTo>
                  <a:lnTo>
                    <a:pt x="201826" y="178556"/>
                  </a:lnTo>
                  <a:lnTo>
                    <a:pt x="205123" y="157026"/>
                  </a:lnTo>
                  <a:lnTo>
                    <a:pt x="213649" y="123604"/>
                  </a:lnTo>
                  <a:lnTo>
                    <a:pt x="224333" y="92167"/>
                  </a:lnTo>
                  <a:lnTo>
                    <a:pt x="235457" y="68049"/>
                  </a:lnTo>
                  <a:lnTo>
                    <a:pt x="308347" y="68049"/>
                  </a:lnTo>
                  <a:lnTo>
                    <a:pt x="281583" y="55652"/>
                  </a:lnTo>
                  <a:lnTo>
                    <a:pt x="241594" y="38533"/>
                  </a:lnTo>
                  <a:lnTo>
                    <a:pt x="203796" y="23350"/>
                  </a:lnTo>
                  <a:close/>
                </a:path>
                <a:path w="452119" h="526414">
                  <a:moveTo>
                    <a:pt x="159600" y="46766"/>
                  </a:moveTo>
                  <a:lnTo>
                    <a:pt x="154507" y="48129"/>
                  </a:lnTo>
                  <a:lnTo>
                    <a:pt x="151649" y="52614"/>
                  </a:lnTo>
                  <a:lnTo>
                    <a:pt x="146544" y="59596"/>
                  </a:lnTo>
                  <a:lnTo>
                    <a:pt x="143293" y="65086"/>
                  </a:lnTo>
                  <a:lnTo>
                    <a:pt x="140600" y="71862"/>
                  </a:lnTo>
                  <a:lnTo>
                    <a:pt x="131799" y="92167"/>
                  </a:lnTo>
                  <a:lnTo>
                    <a:pt x="123748" y="112987"/>
                  </a:lnTo>
                  <a:lnTo>
                    <a:pt x="117344" y="134463"/>
                  </a:lnTo>
                  <a:lnTo>
                    <a:pt x="113486" y="156735"/>
                  </a:lnTo>
                  <a:lnTo>
                    <a:pt x="135967" y="156735"/>
                  </a:lnTo>
                  <a:lnTo>
                    <a:pt x="136016" y="153654"/>
                  </a:lnTo>
                  <a:lnTo>
                    <a:pt x="137101" y="142981"/>
                  </a:lnTo>
                  <a:lnTo>
                    <a:pt x="137138" y="142613"/>
                  </a:lnTo>
                  <a:lnTo>
                    <a:pt x="137233" y="141679"/>
                  </a:lnTo>
                  <a:lnTo>
                    <a:pt x="139632" y="129995"/>
                  </a:lnTo>
                  <a:lnTo>
                    <a:pt x="161063" y="76475"/>
                  </a:lnTo>
                  <a:lnTo>
                    <a:pt x="166572" y="63108"/>
                  </a:lnTo>
                  <a:lnTo>
                    <a:pt x="168502" y="58256"/>
                  </a:lnTo>
                  <a:lnTo>
                    <a:pt x="168378" y="56619"/>
                  </a:lnTo>
                  <a:lnTo>
                    <a:pt x="168273" y="55228"/>
                  </a:lnTo>
                  <a:lnTo>
                    <a:pt x="168147" y="53558"/>
                  </a:lnTo>
                  <a:lnTo>
                    <a:pt x="163651" y="50706"/>
                  </a:lnTo>
                  <a:lnTo>
                    <a:pt x="159600" y="46766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2089" y="4892617"/>
              <a:ext cx="196998" cy="25088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41467" y="2962668"/>
            <a:ext cx="374015" cy="516255"/>
            <a:chOff x="141467" y="2962668"/>
            <a:chExt cx="374015" cy="516255"/>
          </a:xfrm>
        </p:grpSpPr>
        <p:sp>
          <p:nvSpPr>
            <p:cNvPr id="12" name="object 12"/>
            <p:cNvSpPr/>
            <p:nvPr/>
          </p:nvSpPr>
          <p:spPr>
            <a:xfrm>
              <a:off x="141467" y="2962668"/>
              <a:ext cx="374015" cy="516255"/>
            </a:xfrm>
            <a:custGeom>
              <a:avLst/>
              <a:gdLst/>
              <a:ahLst/>
              <a:cxnLst/>
              <a:rect l="l" t="t" r="r" b="b"/>
              <a:pathLst>
                <a:path w="374015" h="516254">
                  <a:moveTo>
                    <a:pt x="270912" y="0"/>
                  </a:moveTo>
                  <a:lnTo>
                    <a:pt x="262947" y="0"/>
                  </a:lnTo>
                  <a:lnTo>
                    <a:pt x="255724" y="1549"/>
                  </a:lnTo>
                  <a:lnTo>
                    <a:pt x="210353" y="27800"/>
                  </a:lnTo>
                  <a:lnTo>
                    <a:pt x="179407" y="61785"/>
                  </a:lnTo>
                  <a:lnTo>
                    <a:pt x="150319" y="105971"/>
                  </a:lnTo>
                  <a:lnTo>
                    <a:pt x="135915" y="128690"/>
                  </a:lnTo>
                  <a:lnTo>
                    <a:pt x="121471" y="151282"/>
                  </a:lnTo>
                  <a:lnTo>
                    <a:pt x="114954" y="161353"/>
                  </a:lnTo>
                  <a:lnTo>
                    <a:pt x="112924" y="164566"/>
                  </a:lnTo>
                  <a:lnTo>
                    <a:pt x="111314" y="170687"/>
                  </a:lnTo>
                  <a:lnTo>
                    <a:pt x="108848" y="179004"/>
                  </a:lnTo>
                  <a:lnTo>
                    <a:pt x="105236" y="186847"/>
                  </a:lnTo>
                  <a:lnTo>
                    <a:pt x="100973" y="194268"/>
                  </a:lnTo>
                  <a:lnTo>
                    <a:pt x="96594" y="201155"/>
                  </a:lnTo>
                  <a:lnTo>
                    <a:pt x="89973" y="211811"/>
                  </a:lnTo>
                  <a:lnTo>
                    <a:pt x="83903" y="222704"/>
                  </a:lnTo>
                  <a:lnTo>
                    <a:pt x="78596" y="233848"/>
                  </a:lnTo>
                  <a:lnTo>
                    <a:pt x="74261" y="245262"/>
                  </a:lnTo>
                  <a:lnTo>
                    <a:pt x="70857" y="255024"/>
                  </a:lnTo>
                  <a:lnTo>
                    <a:pt x="66514" y="264047"/>
                  </a:lnTo>
                  <a:lnTo>
                    <a:pt x="61402" y="272796"/>
                  </a:lnTo>
                  <a:lnTo>
                    <a:pt x="55697" y="281736"/>
                  </a:lnTo>
                  <a:lnTo>
                    <a:pt x="51565" y="288433"/>
                  </a:lnTo>
                  <a:lnTo>
                    <a:pt x="33461" y="330252"/>
                  </a:lnTo>
                  <a:lnTo>
                    <a:pt x="29775" y="341015"/>
                  </a:lnTo>
                  <a:lnTo>
                    <a:pt x="25297" y="351726"/>
                  </a:lnTo>
                  <a:lnTo>
                    <a:pt x="22684" y="358469"/>
                  </a:lnTo>
                  <a:lnTo>
                    <a:pt x="19599" y="364886"/>
                  </a:lnTo>
                  <a:lnTo>
                    <a:pt x="15521" y="370661"/>
                  </a:lnTo>
                  <a:lnTo>
                    <a:pt x="9932" y="375475"/>
                  </a:lnTo>
                  <a:lnTo>
                    <a:pt x="3643" y="381368"/>
                  </a:lnTo>
                  <a:lnTo>
                    <a:pt x="0" y="388988"/>
                  </a:lnTo>
                  <a:lnTo>
                    <a:pt x="3092" y="403440"/>
                  </a:lnTo>
                  <a:lnTo>
                    <a:pt x="547" y="409194"/>
                  </a:lnTo>
                  <a:lnTo>
                    <a:pt x="894" y="414467"/>
                  </a:lnTo>
                  <a:lnTo>
                    <a:pt x="1420" y="427468"/>
                  </a:lnTo>
                  <a:lnTo>
                    <a:pt x="3411" y="440164"/>
                  </a:lnTo>
                  <a:lnTo>
                    <a:pt x="23799" y="473690"/>
                  </a:lnTo>
                  <a:lnTo>
                    <a:pt x="52240" y="502500"/>
                  </a:lnTo>
                  <a:lnTo>
                    <a:pt x="89236" y="515173"/>
                  </a:lnTo>
                  <a:lnTo>
                    <a:pt x="102077" y="516000"/>
                  </a:lnTo>
                  <a:lnTo>
                    <a:pt x="117256" y="515669"/>
                  </a:lnTo>
                  <a:lnTo>
                    <a:pt x="131594" y="512694"/>
                  </a:lnTo>
                  <a:lnTo>
                    <a:pt x="144570" y="506044"/>
                  </a:lnTo>
                  <a:lnTo>
                    <a:pt x="155666" y="494690"/>
                  </a:lnTo>
                  <a:lnTo>
                    <a:pt x="157379" y="492048"/>
                  </a:lnTo>
                  <a:lnTo>
                    <a:pt x="158808" y="491236"/>
                  </a:lnTo>
                  <a:lnTo>
                    <a:pt x="111884" y="491236"/>
                  </a:lnTo>
                  <a:lnTo>
                    <a:pt x="103986" y="488518"/>
                  </a:lnTo>
                  <a:lnTo>
                    <a:pt x="104255" y="488518"/>
                  </a:lnTo>
                  <a:lnTo>
                    <a:pt x="98077" y="487476"/>
                  </a:lnTo>
                  <a:lnTo>
                    <a:pt x="86855" y="487476"/>
                  </a:lnTo>
                  <a:lnTo>
                    <a:pt x="79607" y="485254"/>
                  </a:lnTo>
                  <a:lnTo>
                    <a:pt x="73510" y="485063"/>
                  </a:lnTo>
                  <a:lnTo>
                    <a:pt x="67631" y="482536"/>
                  </a:lnTo>
                  <a:lnTo>
                    <a:pt x="62094" y="477672"/>
                  </a:lnTo>
                  <a:lnTo>
                    <a:pt x="56181" y="471207"/>
                  </a:lnTo>
                  <a:lnTo>
                    <a:pt x="50385" y="464951"/>
                  </a:lnTo>
                  <a:lnTo>
                    <a:pt x="27266" y="430634"/>
                  </a:lnTo>
                  <a:lnTo>
                    <a:pt x="27367" y="421614"/>
                  </a:lnTo>
                  <a:lnTo>
                    <a:pt x="43153" y="384640"/>
                  </a:lnTo>
                  <a:lnTo>
                    <a:pt x="48563" y="375694"/>
                  </a:lnTo>
                  <a:lnTo>
                    <a:pt x="52049" y="365743"/>
                  </a:lnTo>
                  <a:lnTo>
                    <a:pt x="53190" y="354876"/>
                  </a:lnTo>
                  <a:lnTo>
                    <a:pt x="51888" y="349097"/>
                  </a:lnTo>
                  <a:lnTo>
                    <a:pt x="54481" y="343268"/>
                  </a:lnTo>
                  <a:lnTo>
                    <a:pt x="57320" y="338886"/>
                  </a:lnTo>
                  <a:lnTo>
                    <a:pt x="66430" y="321836"/>
                  </a:lnTo>
                  <a:lnTo>
                    <a:pt x="73768" y="304090"/>
                  </a:lnTo>
                  <a:lnTo>
                    <a:pt x="81271" y="286432"/>
                  </a:lnTo>
                  <a:lnTo>
                    <a:pt x="90877" y="269646"/>
                  </a:lnTo>
                  <a:lnTo>
                    <a:pt x="94253" y="264426"/>
                  </a:lnTo>
                  <a:lnTo>
                    <a:pt x="97428" y="257695"/>
                  </a:lnTo>
                  <a:lnTo>
                    <a:pt x="100491" y="250977"/>
                  </a:lnTo>
                  <a:lnTo>
                    <a:pt x="135253" y="250977"/>
                  </a:lnTo>
                  <a:lnTo>
                    <a:pt x="134298" y="249532"/>
                  </a:lnTo>
                  <a:lnTo>
                    <a:pt x="128305" y="240985"/>
                  </a:lnTo>
                  <a:lnTo>
                    <a:pt x="121802" y="232110"/>
                  </a:lnTo>
                  <a:lnTo>
                    <a:pt x="114874" y="222961"/>
                  </a:lnTo>
                  <a:lnTo>
                    <a:pt x="122919" y="210352"/>
                  </a:lnTo>
                  <a:lnTo>
                    <a:pt x="129843" y="198405"/>
                  </a:lnTo>
                  <a:lnTo>
                    <a:pt x="135366" y="186478"/>
                  </a:lnTo>
                  <a:lnTo>
                    <a:pt x="139212" y="173926"/>
                  </a:lnTo>
                  <a:lnTo>
                    <a:pt x="139976" y="170853"/>
                  </a:lnTo>
                  <a:lnTo>
                    <a:pt x="140017" y="170687"/>
                  </a:lnTo>
                  <a:lnTo>
                    <a:pt x="143981" y="164566"/>
                  </a:lnTo>
                  <a:lnTo>
                    <a:pt x="157715" y="142841"/>
                  </a:lnTo>
                  <a:lnTo>
                    <a:pt x="171267" y="121229"/>
                  </a:lnTo>
                  <a:lnTo>
                    <a:pt x="185323" y="99924"/>
                  </a:lnTo>
                  <a:lnTo>
                    <a:pt x="212588" y="63851"/>
                  </a:lnTo>
                  <a:lnTo>
                    <a:pt x="241506" y="38798"/>
                  </a:lnTo>
                  <a:lnTo>
                    <a:pt x="258676" y="29629"/>
                  </a:lnTo>
                  <a:lnTo>
                    <a:pt x="259264" y="28727"/>
                  </a:lnTo>
                  <a:lnTo>
                    <a:pt x="260709" y="28486"/>
                  </a:lnTo>
                  <a:lnTo>
                    <a:pt x="263622" y="27800"/>
                  </a:lnTo>
                  <a:lnTo>
                    <a:pt x="347008" y="27800"/>
                  </a:lnTo>
                  <a:lnTo>
                    <a:pt x="344745" y="25603"/>
                  </a:lnTo>
                  <a:lnTo>
                    <a:pt x="327932" y="13983"/>
                  </a:lnTo>
                  <a:lnTo>
                    <a:pt x="309744" y="6632"/>
                  </a:lnTo>
                  <a:lnTo>
                    <a:pt x="290493" y="2353"/>
                  </a:lnTo>
                  <a:lnTo>
                    <a:pt x="270912" y="0"/>
                  </a:lnTo>
                  <a:close/>
                </a:path>
                <a:path w="374015" h="516254">
                  <a:moveTo>
                    <a:pt x="135253" y="250977"/>
                  </a:moveTo>
                  <a:lnTo>
                    <a:pt x="100491" y="250977"/>
                  </a:lnTo>
                  <a:lnTo>
                    <a:pt x="111191" y="251688"/>
                  </a:lnTo>
                  <a:lnTo>
                    <a:pt x="114183" y="258660"/>
                  </a:lnTo>
                  <a:lnTo>
                    <a:pt x="140796" y="292907"/>
                  </a:lnTo>
                  <a:lnTo>
                    <a:pt x="174594" y="314771"/>
                  </a:lnTo>
                  <a:lnTo>
                    <a:pt x="237291" y="332130"/>
                  </a:lnTo>
                  <a:lnTo>
                    <a:pt x="240456" y="332884"/>
                  </a:lnTo>
                  <a:lnTo>
                    <a:pt x="242263" y="334060"/>
                  </a:lnTo>
                  <a:lnTo>
                    <a:pt x="246327" y="335406"/>
                  </a:lnTo>
                  <a:lnTo>
                    <a:pt x="230560" y="360521"/>
                  </a:lnTo>
                  <a:lnTo>
                    <a:pt x="198794" y="409665"/>
                  </a:lnTo>
                  <a:lnTo>
                    <a:pt x="168624" y="447004"/>
                  </a:lnTo>
                  <a:lnTo>
                    <a:pt x="140113" y="472353"/>
                  </a:lnTo>
                  <a:lnTo>
                    <a:pt x="124489" y="483196"/>
                  </a:lnTo>
                  <a:lnTo>
                    <a:pt x="117292" y="488518"/>
                  </a:lnTo>
                  <a:lnTo>
                    <a:pt x="111884" y="491236"/>
                  </a:lnTo>
                  <a:lnTo>
                    <a:pt x="158808" y="491236"/>
                  </a:lnTo>
                  <a:lnTo>
                    <a:pt x="159411" y="490893"/>
                  </a:lnTo>
                  <a:lnTo>
                    <a:pt x="162863" y="489369"/>
                  </a:lnTo>
                  <a:lnTo>
                    <a:pt x="193963" y="459368"/>
                  </a:lnTo>
                  <a:lnTo>
                    <a:pt x="219953" y="424205"/>
                  </a:lnTo>
                  <a:lnTo>
                    <a:pt x="228869" y="409665"/>
                  </a:lnTo>
                  <a:lnTo>
                    <a:pt x="238023" y="395609"/>
                  </a:lnTo>
                  <a:lnTo>
                    <a:pt x="267702" y="350409"/>
                  </a:lnTo>
                  <a:lnTo>
                    <a:pt x="289987" y="315242"/>
                  </a:lnTo>
                  <a:lnTo>
                    <a:pt x="295131" y="306800"/>
                  </a:lnTo>
                  <a:lnTo>
                    <a:pt x="226592" y="306800"/>
                  </a:lnTo>
                  <a:lnTo>
                    <a:pt x="219267" y="305619"/>
                  </a:lnTo>
                  <a:lnTo>
                    <a:pt x="211923" y="303723"/>
                  </a:lnTo>
                  <a:lnTo>
                    <a:pt x="204414" y="302056"/>
                  </a:lnTo>
                  <a:lnTo>
                    <a:pt x="186454" y="295334"/>
                  </a:lnTo>
                  <a:lnTo>
                    <a:pt x="167971" y="284748"/>
                  </a:lnTo>
                  <a:lnTo>
                    <a:pt x="151530" y="271726"/>
                  </a:lnTo>
                  <a:lnTo>
                    <a:pt x="139696" y="257695"/>
                  </a:lnTo>
                  <a:lnTo>
                    <a:pt x="135253" y="250977"/>
                  </a:lnTo>
                  <a:close/>
                </a:path>
                <a:path w="374015" h="516254">
                  <a:moveTo>
                    <a:pt x="95892" y="487108"/>
                  </a:moveTo>
                  <a:lnTo>
                    <a:pt x="86855" y="487476"/>
                  </a:lnTo>
                  <a:lnTo>
                    <a:pt x="98077" y="487476"/>
                  </a:lnTo>
                  <a:lnTo>
                    <a:pt x="95892" y="487108"/>
                  </a:lnTo>
                  <a:close/>
                </a:path>
                <a:path w="374015" h="516254">
                  <a:moveTo>
                    <a:pt x="347008" y="27800"/>
                  </a:moveTo>
                  <a:lnTo>
                    <a:pt x="263622" y="27800"/>
                  </a:lnTo>
                  <a:lnTo>
                    <a:pt x="277996" y="28213"/>
                  </a:lnTo>
                  <a:lnTo>
                    <a:pt x="292009" y="30816"/>
                  </a:lnTo>
                  <a:lnTo>
                    <a:pt x="328165" y="46783"/>
                  </a:lnTo>
                  <a:lnTo>
                    <a:pt x="345120" y="85182"/>
                  </a:lnTo>
                  <a:lnTo>
                    <a:pt x="346993" y="99924"/>
                  </a:lnTo>
                  <a:lnTo>
                    <a:pt x="347114" y="104924"/>
                  </a:lnTo>
                  <a:lnTo>
                    <a:pt x="345160" y="115443"/>
                  </a:lnTo>
                  <a:lnTo>
                    <a:pt x="342938" y="126713"/>
                  </a:lnTo>
                  <a:lnTo>
                    <a:pt x="341260" y="150083"/>
                  </a:lnTo>
                  <a:lnTo>
                    <a:pt x="339037" y="161353"/>
                  </a:lnTo>
                  <a:lnTo>
                    <a:pt x="334434" y="171404"/>
                  </a:lnTo>
                  <a:lnTo>
                    <a:pt x="329297" y="181021"/>
                  </a:lnTo>
                  <a:lnTo>
                    <a:pt x="324757" y="190801"/>
                  </a:lnTo>
                  <a:lnTo>
                    <a:pt x="321995" y="201155"/>
                  </a:lnTo>
                  <a:lnTo>
                    <a:pt x="321944" y="201345"/>
                  </a:lnTo>
                  <a:lnTo>
                    <a:pt x="321533" y="205054"/>
                  </a:lnTo>
                  <a:lnTo>
                    <a:pt x="321433" y="205955"/>
                  </a:lnTo>
                  <a:lnTo>
                    <a:pt x="316294" y="213893"/>
                  </a:lnTo>
                  <a:lnTo>
                    <a:pt x="309522" y="225559"/>
                  </a:lnTo>
                  <a:lnTo>
                    <a:pt x="302817" y="237510"/>
                  </a:lnTo>
                  <a:lnTo>
                    <a:pt x="296778" y="249892"/>
                  </a:lnTo>
                  <a:lnTo>
                    <a:pt x="292004" y="262851"/>
                  </a:lnTo>
                  <a:lnTo>
                    <a:pt x="283430" y="280318"/>
                  </a:lnTo>
                  <a:lnTo>
                    <a:pt x="270339" y="293546"/>
                  </a:lnTo>
                  <a:lnTo>
                    <a:pt x="253592" y="302294"/>
                  </a:lnTo>
                  <a:lnTo>
                    <a:pt x="234045" y="306324"/>
                  </a:lnTo>
                  <a:lnTo>
                    <a:pt x="226592" y="306800"/>
                  </a:lnTo>
                  <a:lnTo>
                    <a:pt x="295131" y="306800"/>
                  </a:lnTo>
                  <a:lnTo>
                    <a:pt x="300937" y="297268"/>
                  </a:lnTo>
                  <a:lnTo>
                    <a:pt x="307578" y="287368"/>
                  </a:lnTo>
                  <a:lnTo>
                    <a:pt x="314042" y="277009"/>
                  </a:lnTo>
                  <a:lnTo>
                    <a:pt x="319297" y="265625"/>
                  </a:lnTo>
                  <a:lnTo>
                    <a:pt x="322314" y="252653"/>
                  </a:lnTo>
                  <a:lnTo>
                    <a:pt x="321724" y="249892"/>
                  </a:lnTo>
                  <a:lnTo>
                    <a:pt x="321863" y="249532"/>
                  </a:lnTo>
                  <a:lnTo>
                    <a:pt x="324539" y="245402"/>
                  </a:lnTo>
                  <a:lnTo>
                    <a:pt x="333977" y="232786"/>
                  </a:lnTo>
                  <a:lnTo>
                    <a:pt x="342253" y="219446"/>
                  </a:lnTo>
                  <a:lnTo>
                    <a:pt x="348875" y="205054"/>
                  </a:lnTo>
                  <a:lnTo>
                    <a:pt x="353353" y="189280"/>
                  </a:lnTo>
                  <a:lnTo>
                    <a:pt x="361964" y="175983"/>
                  </a:lnTo>
                  <a:lnTo>
                    <a:pt x="365946" y="166744"/>
                  </a:lnTo>
                  <a:lnTo>
                    <a:pt x="368119" y="157038"/>
                  </a:lnTo>
                  <a:lnTo>
                    <a:pt x="368311" y="151282"/>
                  </a:lnTo>
                  <a:lnTo>
                    <a:pt x="368351" y="150083"/>
                  </a:lnTo>
                  <a:lnTo>
                    <a:pt x="368463" y="146723"/>
                  </a:lnTo>
                  <a:lnTo>
                    <a:pt x="369225" y="137493"/>
                  </a:lnTo>
                  <a:lnTo>
                    <a:pt x="370552" y="128690"/>
                  </a:lnTo>
                  <a:lnTo>
                    <a:pt x="372191" y="119053"/>
                  </a:lnTo>
                  <a:lnTo>
                    <a:pt x="373463" y="110159"/>
                  </a:lnTo>
                  <a:lnTo>
                    <a:pt x="373375" y="94195"/>
                  </a:lnTo>
                  <a:lnTo>
                    <a:pt x="371242" y="79120"/>
                  </a:lnTo>
                  <a:lnTo>
                    <a:pt x="371170" y="78611"/>
                  </a:lnTo>
                  <a:lnTo>
                    <a:pt x="367300" y="63851"/>
                  </a:lnTo>
                  <a:lnTo>
                    <a:pt x="367220" y="63548"/>
                  </a:lnTo>
                  <a:lnTo>
                    <a:pt x="361897" y="49149"/>
                  </a:lnTo>
                  <a:lnTo>
                    <a:pt x="358362" y="42453"/>
                  </a:lnTo>
                  <a:lnTo>
                    <a:pt x="354184" y="36037"/>
                  </a:lnTo>
                  <a:lnTo>
                    <a:pt x="349574" y="30291"/>
                  </a:lnTo>
                  <a:lnTo>
                    <a:pt x="347008" y="2780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098" y="3081769"/>
              <a:ext cx="89843" cy="143268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46640" y="-2260"/>
            <a:ext cx="2391062" cy="155317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7840" y="3335248"/>
            <a:ext cx="71894" cy="86702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7796992" y="1680438"/>
            <a:ext cx="529590" cy="267335"/>
            <a:chOff x="7796992" y="1680438"/>
            <a:chExt cx="529590" cy="267335"/>
          </a:xfrm>
        </p:grpSpPr>
        <p:sp>
          <p:nvSpPr>
            <p:cNvPr id="17" name="object 17"/>
            <p:cNvSpPr/>
            <p:nvPr/>
          </p:nvSpPr>
          <p:spPr>
            <a:xfrm>
              <a:off x="7817366" y="1710131"/>
              <a:ext cx="259079" cy="193675"/>
            </a:xfrm>
            <a:custGeom>
              <a:avLst/>
              <a:gdLst/>
              <a:ahLst/>
              <a:cxnLst/>
              <a:rect l="l" t="t" r="r" b="b"/>
              <a:pathLst>
                <a:path w="259079" h="193675">
                  <a:moveTo>
                    <a:pt x="56062" y="0"/>
                  </a:moveTo>
                  <a:lnTo>
                    <a:pt x="44088" y="3908"/>
                  </a:lnTo>
                  <a:lnTo>
                    <a:pt x="16516" y="9215"/>
                  </a:lnTo>
                  <a:lnTo>
                    <a:pt x="3992" y="12966"/>
                  </a:lnTo>
                  <a:lnTo>
                    <a:pt x="257" y="35005"/>
                  </a:lnTo>
                  <a:lnTo>
                    <a:pt x="0" y="57497"/>
                  </a:lnTo>
                  <a:lnTo>
                    <a:pt x="2240" y="80073"/>
                  </a:lnTo>
                  <a:lnTo>
                    <a:pt x="15289" y="125437"/>
                  </a:lnTo>
                  <a:lnTo>
                    <a:pt x="53906" y="155517"/>
                  </a:lnTo>
                  <a:lnTo>
                    <a:pt x="116797" y="174875"/>
                  </a:lnTo>
                  <a:lnTo>
                    <a:pt x="158734" y="182349"/>
                  </a:lnTo>
                  <a:lnTo>
                    <a:pt x="201087" y="188200"/>
                  </a:lnTo>
                  <a:lnTo>
                    <a:pt x="242054" y="193395"/>
                  </a:lnTo>
                  <a:lnTo>
                    <a:pt x="246634" y="183115"/>
                  </a:lnTo>
                  <a:lnTo>
                    <a:pt x="254614" y="161104"/>
                  </a:lnTo>
                  <a:lnTo>
                    <a:pt x="258487" y="151231"/>
                  </a:lnTo>
                  <a:lnTo>
                    <a:pt x="183622" y="139023"/>
                  </a:lnTo>
                  <a:lnTo>
                    <a:pt x="146136" y="131732"/>
                  </a:lnTo>
                  <a:lnTo>
                    <a:pt x="108729" y="123672"/>
                  </a:lnTo>
                  <a:lnTo>
                    <a:pt x="63245" y="108120"/>
                  </a:lnTo>
                  <a:lnTo>
                    <a:pt x="34039" y="75653"/>
                  </a:lnTo>
                  <a:lnTo>
                    <a:pt x="29583" y="48742"/>
                  </a:lnTo>
                  <a:lnTo>
                    <a:pt x="32002" y="34588"/>
                  </a:lnTo>
                  <a:lnTo>
                    <a:pt x="37441" y="21404"/>
                  </a:lnTo>
                  <a:lnTo>
                    <a:pt x="45570" y="9703"/>
                  </a:lnTo>
                  <a:lnTo>
                    <a:pt x="56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8114" y="1740166"/>
              <a:ext cx="221373" cy="17635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796987" y="1680451"/>
              <a:ext cx="529590" cy="267335"/>
            </a:xfrm>
            <a:custGeom>
              <a:avLst/>
              <a:gdLst/>
              <a:ahLst/>
              <a:cxnLst/>
              <a:rect l="l" t="t" r="r" b="b"/>
              <a:pathLst>
                <a:path w="529590" h="267335">
                  <a:moveTo>
                    <a:pt x="255485" y="98183"/>
                  </a:moveTo>
                  <a:lnTo>
                    <a:pt x="250507" y="93827"/>
                  </a:lnTo>
                  <a:lnTo>
                    <a:pt x="247650" y="88887"/>
                  </a:lnTo>
                  <a:lnTo>
                    <a:pt x="238010" y="86309"/>
                  </a:lnTo>
                  <a:lnTo>
                    <a:pt x="231787" y="82600"/>
                  </a:lnTo>
                  <a:lnTo>
                    <a:pt x="229298" y="72580"/>
                  </a:lnTo>
                  <a:lnTo>
                    <a:pt x="227901" y="70167"/>
                  </a:lnTo>
                  <a:lnTo>
                    <a:pt x="222859" y="65697"/>
                  </a:lnTo>
                  <a:lnTo>
                    <a:pt x="213372" y="63512"/>
                  </a:lnTo>
                  <a:lnTo>
                    <a:pt x="193167" y="60883"/>
                  </a:lnTo>
                  <a:lnTo>
                    <a:pt x="187083" y="60325"/>
                  </a:lnTo>
                  <a:lnTo>
                    <a:pt x="179844" y="60439"/>
                  </a:lnTo>
                  <a:lnTo>
                    <a:pt x="173037" y="58610"/>
                  </a:lnTo>
                  <a:lnTo>
                    <a:pt x="159931" y="55549"/>
                  </a:lnTo>
                  <a:lnTo>
                    <a:pt x="146431" y="54343"/>
                  </a:lnTo>
                  <a:lnTo>
                    <a:pt x="132816" y="54267"/>
                  </a:lnTo>
                  <a:lnTo>
                    <a:pt x="119367" y="54597"/>
                  </a:lnTo>
                  <a:lnTo>
                    <a:pt x="110858" y="55435"/>
                  </a:lnTo>
                  <a:lnTo>
                    <a:pt x="107657" y="59753"/>
                  </a:lnTo>
                  <a:lnTo>
                    <a:pt x="102044" y="65455"/>
                  </a:lnTo>
                  <a:lnTo>
                    <a:pt x="123380" y="69303"/>
                  </a:lnTo>
                  <a:lnTo>
                    <a:pt x="129819" y="69761"/>
                  </a:lnTo>
                  <a:lnTo>
                    <a:pt x="142557" y="70040"/>
                  </a:lnTo>
                  <a:lnTo>
                    <a:pt x="154178" y="72707"/>
                  </a:lnTo>
                  <a:lnTo>
                    <a:pt x="165061" y="77495"/>
                  </a:lnTo>
                  <a:lnTo>
                    <a:pt x="175564" y="84124"/>
                  </a:lnTo>
                  <a:lnTo>
                    <a:pt x="189839" y="79552"/>
                  </a:lnTo>
                  <a:lnTo>
                    <a:pt x="203238" y="78600"/>
                  </a:lnTo>
                  <a:lnTo>
                    <a:pt x="216039" y="82130"/>
                  </a:lnTo>
                  <a:lnTo>
                    <a:pt x="228485" y="90970"/>
                  </a:lnTo>
                  <a:lnTo>
                    <a:pt x="233324" y="94767"/>
                  </a:lnTo>
                  <a:lnTo>
                    <a:pt x="239331" y="97383"/>
                  </a:lnTo>
                  <a:lnTo>
                    <a:pt x="246659" y="98602"/>
                  </a:lnTo>
                  <a:lnTo>
                    <a:pt x="255485" y="98183"/>
                  </a:lnTo>
                  <a:close/>
                </a:path>
                <a:path w="529590" h="267335">
                  <a:moveTo>
                    <a:pt x="468210" y="141605"/>
                  </a:moveTo>
                  <a:lnTo>
                    <a:pt x="432435" y="113703"/>
                  </a:lnTo>
                  <a:lnTo>
                    <a:pt x="377774" y="100952"/>
                  </a:lnTo>
                  <a:lnTo>
                    <a:pt x="374865" y="100177"/>
                  </a:lnTo>
                  <a:lnTo>
                    <a:pt x="370255" y="102069"/>
                  </a:lnTo>
                  <a:lnTo>
                    <a:pt x="369646" y="108038"/>
                  </a:lnTo>
                  <a:lnTo>
                    <a:pt x="372287" y="109816"/>
                  </a:lnTo>
                  <a:lnTo>
                    <a:pt x="374421" y="113499"/>
                  </a:lnTo>
                  <a:lnTo>
                    <a:pt x="378244" y="114528"/>
                  </a:lnTo>
                  <a:lnTo>
                    <a:pt x="386384" y="117271"/>
                  </a:lnTo>
                  <a:lnTo>
                    <a:pt x="395046" y="119875"/>
                  </a:lnTo>
                  <a:lnTo>
                    <a:pt x="435229" y="131419"/>
                  </a:lnTo>
                  <a:lnTo>
                    <a:pt x="458444" y="143167"/>
                  </a:lnTo>
                  <a:lnTo>
                    <a:pt x="462775" y="142278"/>
                  </a:lnTo>
                  <a:lnTo>
                    <a:pt x="468210" y="141605"/>
                  </a:lnTo>
                  <a:close/>
                </a:path>
                <a:path w="529590" h="267335">
                  <a:moveTo>
                    <a:pt x="529082" y="161163"/>
                  </a:moveTo>
                  <a:lnTo>
                    <a:pt x="526669" y="149161"/>
                  </a:lnTo>
                  <a:lnTo>
                    <a:pt x="522351" y="135864"/>
                  </a:lnTo>
                  <a:lnTo>
                    <a:pt x="518452" y="123482"/>
                  </a:lnTo>
                  <a:lnTo>
                    <a:pt x="511848" y="111086"/>
                  </a:lnTo>
                  <a:lnTo>
                    <a:pt x="503351" y="102438"/>
                  </a:lnTo>
                  <a:lnTo>
                    <a:pt x="503351" y="180009"/>
                  </a:lnTo>
                  <a:lnTo>
                    <a:pt x="499910" y="185229"/>
                  </a:lnTo>
                  <a:lnTo>
                    <a:pt x="478929" y="221399"/>
                  </a:lnTo>
                  <a:lnTo>
                    <a:pt x="452882" y="235521"/>
                  </a:lnTo>
                  <a:lnTo>
                    <a:pt x="445871" y="236715"/>
                  </a:lnTo>
                  <a:lnTo>
                    <a:pt x="438632" y="236715"/>
                  </a:lnTo>
                  <a:lnTo>
                    <a:pt x="430123" y="233807"/>
                  </a:lnTo>
                  <a:lnTo>
                    <a:pt x="426885" y="232600"/>
                  </a:lnTo>
                  <a:lnTo>
                    <a:pt x="422021" y="230797"/>
                  </a:lnTo>
                  <a:lnTo>
                    <a:pt x="422529" y="230797"/>
                  </a:lnTo>
                  <a:lnTo>
                    <a:pt x="411861" y="228523"/>
                  </a:lnTo>
                  <a:lnTo>
                    <a:pt x="401942" y="228130"/>
                  </a:lnTo>
                  <a:lnTo>
                    <a:pt x="391871" y="229717"/>
                  </a:lnTo>
                  <a:lnTo>
                    <a:pt x="387007" y="232600"/>
                  </a:lnTo>
                  <a:lnTo>
                    <a:pt x="380949" y="231965"/>
                  </a:lnTo>
                  <a:lnTo>
                    <a:pt x="376567" y="230797"/>
                  </a:lnTo>
                  <a:lnTo>
                    <a:pt x="376796" y="230797"/>
                  </a:lnTo>
                  <a:lnTo>
                    <a:pt x="371957" y="229933"/>
                  </a:lnTo>
                  <a:lnTo>
                    <a:pt x="357949" y="227431"/>
                  </a:lnTo>
                  <a:lnTo>
                    <a:pt x="339674" y="226009"/>
                  </a:lnTo>
                  <a:lnTo>
                    <a:pt x="321449" y="224409"/>
                  </a:lnTo>
                  <a:lnTo>
                    <a:pt x="303428" y="220599"/>
                  </a:lnTo>
                  <a:lnTo>
                    <a:pt x="297611" y="219036"/>
                  </a:lnTo>
                  <a:lnTo>
                    <a:pt x="292468" y="218351"/>
                  </a:lnTo>
                  <a:lnTo>
                    <a:pt x="289610" y="217970"/>
                  </a:lnTo>
                  <a:lnTo>
                    <a:pt x="283375" y="218351"/>
                  </a:lnTo>
                  <a:lnTo>
                    <a:pt x="281863" y="212267"/>
                  </a:lnTo>
                  <a:lnTo>
                    <a:pt x="281000" y="208813"/>
                  </a:lnTo>
                  <a:lnTo>
                    <a:pt x="280885" y="208330"/>
                  </a:lnTo>
                  <a:lnTo>
                    <a:pt x="286232" y="203619"/>
                  </a:lnTo>
                  <a:lnTo>
                    <a:pt x="291846" y="197866"/>
                  </a:lnTo>
                  <a:lnTo>
                    <a:pt x="313194" y="157060"/>
                  </a:lnTo>
                  <a:lnTo>
                    <a:pt x="322364" y="113550"/>
                  </a:lnTo>
                  <a:lnTo>
                    <a:pt x="321310" y="95605"/>
                  </a:lnTo>
                  <a:lnTo>
                    <a:pt x="316992" y="69227"/>
                  </a:lnTo>
                  <a:lnTo>
                    <a:pt x="316534" y="66967"/>
                  </a:lnTo>
                  <a:lnTo>
                    <a:pt x="317284" y="64135"/>
                  </a:lnTo>
                  <a:lnTo>
                    <a:pt x="371005" y="73939"/>
                  </a:lnTo>
                  <a:lnTo>
                    <a:pt x="424649" y="91757"/>
                  </a:lnTo>
                  <a:lnTo>
                    <a:pt x="472668" y="116103"/>
                  </a:lnTo>
                  <a:lnTo>
                    <a:pt x="498411" y="144500"/>
                  </a:lnTo>
                  <a:lnTo>
                    <a:pt x="498360" y="146773"/>
                  </a:lnTo>
                  <a:lnTo>
                    <a:pt x="498259" y="152742"/>
                  </a:lnTo>
                  <a:lnTo>
                    <a:pt x="501523" y="159854"/>
                  </a:lnTo>
                  <a:lnTo>
                    <a:pt x="502361" y="168351"/>
                  </a:lnTo>
                  <a:lnTo>
                    <a:pt x="503250" y="172681"/>
                  </a:lnTo>
                  <a:lnTo>
                    <a:pt x="503351" y="180009"/>
                  </a:lnTo>
                  <a:lnTo>
                    <a:pt x="503351" y="102438"/>
                  </a:lnTo>
                  <a:lnTo>
                    <a:pt x="502069" y="101130"/>
                  </a:lnTo>
                  <a:lnTo>
                    <a:pt x="488289" y="94310"/>
                  </a:lnTo>
                  <a:lnTo>
                    <a:pt x="488467" y="94310"/>
                  </a:lnTo>
                  <a:lnTo>
                    <a:pt x="486232" y="93726"/>
                  </a:lnTo>
                  <a:lnTo>
                    <a:pt x="483514" y="91998"/>
                  </a:lnTo>
                  <a:lnTo>
                    <a:pt x="482117" y="89585"/>
                  </a:lnTo>
                  <a:lnTo>
                    <a:pt x="464337" y="79260"/>
                  </a:lnTo>
                  <a:lnTo>
                    <a:pt x="425831" y="62458"/>
                  </a:lnTo>
                  <a:lnTo>
                    <a:pt x="389813" y="52908"/>
                  </a:lnTo>
                  <a:lnTo>
                    <a:pt x="374624" y="48793"/>
                  </a:lnTo>
                  <a:lnTo>
                    <a:pt x="344398" y="40309"/>
                  </a:lnTo>
                  <a:lnTo>
                    <a:pt x="306565" y="30327"/>
                  </a:lnTo>
                  <a:lnTo>
                    <a:pt x="297002" y="27927"/>
                  </a:lnTo>
                  <a:lnTo>
                    <a:pt x="297002" y="106337"/>
                  </a:lnTo>
                  <a:lnTo>
                    <a:pt x="296900" y="126796"/>
                  </a:lnTo>
                  <a:lnTo>
                    <a:pt x="293001" y="146773"/>
                  </a:lnTo>
                  <a:lnTo>
                    <a:pt x="286143" y="165557"/>
                  </a:lnTo>
                  <a:lnTo>
                    <a:pt x="276961" y="180403"/>
                  </a:lnTo>
                  <a:lnTo>
                    <a:pt x="271157" y="187604"/>
                  </a:lnTo>
                  <a:lnTo>
                    <a:pt x="265239" y="195249"/>
                  </a:lnTo>
                  <a:lnTo>
                    <a:pt x="259041" y="203619"/>
                  </a:lnTo>
                  <a:lnTo>
                    <a:pt x="252945" y="212267"/>
                  </a:lnTo>
                  <a:lnTo>
                    <a:pt x="239610" y="208813"/>
                  </a:lnTo>
                  <a:lnTo>
                    <a:pt x="226783" y="206057"/>
                  </a:lnTo>
                  <a:lnTo>
                    <a:pt x="224751" y="205803"/>
                  </a:lnTo>
                  <a:lnTo>
                    <a:pt x="213855" y="204457"/>
                  </a:lnTo>
                  <a:lnTo>
                    <a:pt x="200139" y="204457"/>
                  </a:lnTo>
                  <a:lnTo>
                    <a:pt x="197789" y="205803"/>
                  </a:lnTo>
                  <a:lnTo>
                    <a:pt x="143281" y="191389"/>
                  </a:lnTo>
                  <a:lnTo>
                    <a:pt x="97028" y="176834"/>
                  </a:lnTo>
                  <a:lnTo>
                    <a:pt x="48310" y="151422"/>
                  </a:lnTo>
                  <a:lnTo>
                    <a:pt x="34975" y="138518"/>
                  </a:lnTo>
                  <a:lnTo>
                    <a:pt x="33972" y="138252"/>
                  </a:lnTo>
                  <a:lnTo>
                    <a:pt x="32334" y="136740"/>
                  </a:lnTo>
                  <a:lnTo>
                    <a:pt x="31584" y="135585"/>
                  </a:lnTo>
                  <a:lnTo>
                    <a:pt x="27711" y="122224"/>
                  </a:lnTo>
                  <a:lnTo>
                    <a:pt x="25933" y="108356"/>
                  </a:lnTo>
                  <a:lnTo>
                    <a:pt x="25933" y="91757"/>
                  </a:lnTo>
                  <a:lnTo>
                    <a:pt x="42062" y="54521"/>
                  </a:lnTo>
                  <a:lnTo>
                    <a:pt x="77190" y="35966"/>
                  </a:lnTo>
                  <a:lnTo>
                    <a:pt x="97828" y="33705"/>
                  </a:lnTo>
                  <a:lnTo>
                    <a:pt x="119811" y="28511"/>
                  </a:lnTo>
                  <a:lnTo>
                    <a:pt x="130746" y="27635"/>
                  </a:lnTo>
                  <a:lnTo>
                    <a:pt x="140843" y="28194"/>
                  </a:lnTo>
                  <a:lnTo>
                    <a:pt x="150977" y="29718"/>
                  </a:lnTo>
                  <a:lnTo>
                    <a:pt x="161378" y="30937"/>
                  </a:lnTo>
                  <a:lnTo>
                    <a:pt x="172339" y="30568"/>
                  </a:lnTo>
                  <a:lnTo>
                    <a:pt x="175437" y="30327"/>
                  </a:lnTo>
                  <a:lnTo>
                    <a:pt x="184162" y="32651"/>
                  </a:lnTo>
                  <a:lnTo>
                    <a:pt x="197192" y="35445"/>
                  </a:lnTo>
                  <a:lnTo>
                    <a:pt x="210388" y="38049"/>
                  </a:lnTo>
                  <a:lnTo>
                    <a:pt x="223189" y="39865"/>
                  </a:lnTo>
                  <a:lnTo>
                    <a:pt x="236804" y="40487"/>
                  </a:lnTo>
                  <a:lnTo>
                    <a:pt x="255295" y="42621"/>
                  </a:lnTo>
                  <a:lnTo>
                    <a:pt x="271246" y="50368"/>
                  </a:lnTo>
                  <a:lnTo>
                    <a:pt x="284162" y="62915"/>
                  </a:lnTo>
                  <a:lnTo>
                    <a:pt x="293497" y="79260"/>
                  </a:lnTo>
                  <a:lnTo>
                    <a:pt x="293611" y="79438"/>
                  </a:lnTo>
                  <a:lnTo>
                    <a:pt x="295503" y="86499"/>
                  </a:lnTo>
                  <a:lnTo>
                    <a:pt x="296214" y="93726"/>
                  </a:lnTo>
                  <a:lnTo>
                    <a:pt x="296291" y="95605"/>
                  </a:lnTo>
                  <a:lnTo>
                    <a:pt x="296392" y="98145"/>
                  </a:lnTo>
                  <a:lnTo>
                    <a:pt x="296418" y="98704"/>
                  </a:lnTo>
                  <a:lnTo>
                    <a:pt x="296519" y="101130"/>
                  </a:lnTo>
                  <a:lnTo>
                    <a:pt x="297002" y="106337"/>
                  </a:lnTo>
                  <a:lnTo>
                    <a:pt x="297002" y="27927"/>
                  </a:lnTo>
                  <a:lnTo>
                    <a:pt x="295871" y="27635"/>
                  </a:lnTo>
                  <a:lnTo>
                    <a:pt x="286067" y="25184"/>
                  </a:lnTo>
                  <a:lnTo>
                    <a:pt x="266941" y="20675"/>
                  </a:lnTo>
                  <a:lnTo>
                    <a:pt x="255409" y="17424"/>
                  </a:lnTo>
                  <a:lnTo>
                    <a:pt x="248539" y="15773"/>
                  </a:lnTo>
                  <a:lnTo>
                    <a:pt x="243852" y="14655"/>
                  </a:lnTo>
                  <a:lnTo>
                    <a:pt x="232041" y="13538"/>
                  </a:lnTo>
                  <a:lnTo>
                    <a:pt x="219773" y="15290"/>
                  </a:lnTo>
                  <a:lnTo>
                    <a:pt x="217601" y="15773"/>
                  </a:lnTo>
                  <a:lnTo>
                    <a:pt x="213360" y="14655"/>
                  </a:lnTo>
                  <a:lnTo>
                    <a:pt x="198450" y="10160"/>
                  </a:lnTo>
                  <a:lnTo>
                    <a:pt x="183857" y="6731"/>
                  </a:lnTo>
                  <a:lnTo>
                    <a:pt x="168871" y="4749"/>
                  </a:lnTo>
                  <a:lnTo>
                    <a:pt x="153352" y="4749"/>
                  </a:lnTo>
                  <a:lnTo>
                    <a:pt x="138722" y="889"/>
                  </a:lnTo>
                  <a:lnTo>
                    <a:pt x="129044" y="0"/>
                  </a:lnTo>
                  <a:lnTo>
                    <a:pt x="118237" y="889"/>
                  </a:lnTo>
                  <a:lnTo>
                    <a:pt x="118948" y="889"/>
                  </a:lnTo>
                  <a:lnTo>
                    <a:pt x="108966" y="3454"/>
                  </a:lnTo>
                  <a:lnTo>
                    <a:pt x="100825" y="5410"/>
                  </a:lnTo>
                  <a:lnTo>
                    <a:pt x="92290" y="6959"/>
                  </a:lnTo>
                  <a:lnTo>
                    <a:pt x="83820" y="8343"/>
                  </a:lnTo>
                  <a:lnTo>
                    <a:pt x="75501" y="9842"/>
                  </a:lnTo>
                  <a:lnTo>
                    <a:pt x="60248" y="14655"/>
                  </a:lnTo>
                  <a:lnTo>
                    <a:pt x="60375" y="14655"/>
                  </a:lnTo>
                  <a:lnTo>
                    <a:pt x="47078" y="21107"/>
                  </a:lnTo>
                  <a:lnTo>
                    <a:pt x="13220" y="49123"/>
                  </a:lnTo>
                  <a:lnTo>
                    <a:pt x="25" y="98145"/>
                  </a:lnTo>
                  <a:lnTo>
                    <a:pt x="0" y="98704"/>
                  </a:lnTo>
                  <a:lnTo>
                    <a:pt x="1892" y="117424"/>
                  </a:lnTo>
                  <a:lnTo>
                    <a:pt x="16281" y="154178"/>
                  </a:lnTo>
                  <a:lnTo>
                    <a:pt x="48615" y="182486"/>
                  </a:lnTo>
                  <a:lnTo>
                    <a:pt x="87668" y="200152"/>
                  </a:lnTo>
                  <a:lnTo>
                    <a:pt x="137160" y="214147"/>
                  </a:lnTo>
                  <a:lnTo>
                    <a:pt x="187045" y="226707"/>
                  </a:lnTo>
                  <a:lnTo>
                    <a:pt x="201485" y="230581"/>
                  </a:lnTo>
                  <a:lnTo>
                    <a:pt x="207822" y="230212"/>
                  </a:lnTo>
                  <a:lnTo>
                    <a:pt x="215811" y="229933"/>
                  </a:lnTo>
                  <a:lnTo>
                    <a:pt x="223685" y="230797"/>
                  </a:lnTo>
                  <a:lnTo>
                    <a:pt x="231381" y="232397"/>
                  </a:lnTo>
                  <a:lnTo>
                    <a:pt x="250926" y="237337"/>
                  </a:lnTo>
                  <a:lnTo>
                    <a:pt x="262890" y="239737"/>
                  </a:lnTo>
                  <a:lnTo>
                    <a:pt x="274675" y="241300"/>
                  </a:lnTo>
                  <a:lnTo>
                    <a:pt x="286346" y="241846"/>
                  </a:lnTo>
                  <a:lnTo>
                    <a:pt x="295783" y="242011"/>
                  </a:lnTo>
                  <a:lnTo>
                    <a:pt x="305308" y="243332"/>
                  </a:lnTo>
                  <a:lnTo>
                    <a:pt x="315010" y="245478"/>
                  </a:lnTo>
                  <a:lnTo>
                    <a:pt x="325005" y="248081"/>
                  </a:lnTo>
                  <a:lnTo>
                    <a:pt x="332244" y="249847"/>
                  </a:lnTo>
                  <a:lnTo>
                    <a:pt x="339382" y="251269"/>
                  </a:lnTo>
                  <a:lnTo>
                    <a:pt x="346214" y="252437"/>
                  </a:lnTo>
                  <a:lnTo>
                    <a:pt x="352526" y="253390"/>
                  </a:lnTo>
                  <a:lnTo>
                    <a:pt x="366090" y="253860"/>
                  </a:lnTo>
                  <a:lnTo>
                    <a:pt x="375132" y="253860"/>
                  </a:lnTo>
                  <a:lnTo>
                    <a:pt x="386346" y="254114"/>
                  </a:lnTo>
                  <a:lnTo>
                    <a:pt x="397573" y="255016"/>
                  </a:lnTo>
                  <a:lnTo>
                    <a:pt x="410933" y="256692"/>
                  </a:lnTo>
                  <a:lnTo>
                    <a:pt x="417156" y="258394"/>
                  </a:lnTo>
                  <a:lnTo>
                    <a:pt x="422668" y="261721"/>
                  </a:lnTo>
                  <a:lnTo>
                    <a:pt x="430771" y="266026"/>
                  </a:lnTo>
                  <a:lnTo>
                    <a:pt x="438772" y="267093"/>
                  </a:lnTo>
                  <a:lnTo>
                    <a:pt x="450977" y="260032"/>
                  </a:lnTo>
                  <a:lnTo>
                    <a:pt x="457060" y="260591"/>
                  </a:lnTo>
                  <a:lnTo>
                    <a:pt x="458470" y="260032"/>
                  </a:lnTo>
                  <a:lnTo>
                    <a:pt x="461645" y="258787"/>
                  </a:lnTo>
                  <a:lnTo>
                    <a:pt x="472821" y="254787"/>
                  </a:lnTo>
                  <a:lnTo>
                    <a:pt x="483857" y="249186"/>
                  </a:lnTo>
                  <a:lnTo>
                    <a:pt x="515150" y="209486"/>
                  </a:lnTo>
                  <a:lnTo>
                    <a:pt x="529056" y="173494"/>
                  </a:lnTo>
                  <a:lnTo>
                    <a:pt x="529082" y="161163"/>
                  </a:lnTo>
                  <a:close/>
                </a:path>
              </a:pathLst>
            </a:custGeom>
            <a:solidFill>
              <a:srgbClr val="0A15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544320" y="1916430"/>
            <a:ext cx="6949440" cy="2199640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38430" marR="5080" indent="-126365">
              <a:lnSpc>
                <a:spcPct val="80000"/>
              </a:lnSpc>
              <a:spcBef>
                <a:spcPts val="1925"/>
              </a:spcBef>
            </a:pPr>
            <a:r>
              <a:rPr sz="3600">
                <a:latin typeface="+mj-lt"/>
                <a:cs typeface="+mj-lt"/>
              </a:rPr>
              <a:t>Analysis of BMI and Myocardial Infarction Risk Using the Framingham Heart Study</a:t>
            </a:r>
            <a:endParaRPr sz="7600"/>
          </a:p>
          <a:p>
            <a:pPr marL="137795">
              <a:lnSpc>
                <a:spcPct val="100000"/>
              </a:lnSpc>
              <a:spcBef>
                <a:spcPts val="565"/>
              </a:spcBef>
            </a:pPr>
            <a:br>
              <a:rPr sz="1800" b="0" dirty="0">
                <a:latin typeface="+mn-lt"/>
                <a:cs typeface="+mn-lt"/>
                <a:sym typeface="+mn-ea"/>
              </a:rPr>
            </a:br>
            <a:r>
              <a:rPr sz="1800" b="0" dirty="0">
                <a:latin typeface="+mn-lt"/>
                <a:cs typeface="+mn-lt"/>
                <a:sym typeface="+mn-ea"/>
              </a:rPr>
              <a:t>Lucas</a:t>
            </a:r>
            <a:r>
              <a:rPr sz="1800" b="0" spc="-45" dirty="0">
                <a:latin typeface="+mn-lt"/>
                <a:cs typeface="+mn-lt"/>
                <a:sym typeface="+mn-ea"/>
              </a:rPr>
              <a:t> </a:t>
            </a:r>
            <a:r>
              <a:rPr sz="1800" b="0" spc="-30" dirty="0">
                <a:latin typeface="+mn-lt"/>
                <a:cs typeface="+mn-lt"/>
                <a:sym typeface="+mn-ea"/>
              </a:rPr>
              <a:t>Li, </a:t>
            </a:r>
            <a:r>
              <a:rPr sz="1800" b="0" spc="-50" dirty="0">
                <a:latin typeface="+mn-lt"/>
                <a:cs typeface="+mn-lt"/>
              </a:rPr>
              <a:t>Caleh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40" dirty="0">
                <a:latin typeface="+mn-lt"/>
                <a:cs typeface="+mn-lt"/>
              </a:rPr>
              <a:t>Collins,</a:t>
            </a:r>
            <a:r>
              <a:rPr sz="1800" b="0" spc="-50" dirty="0">
                <a:latin typeface="+mn-lt"/>
                <a:cs typeface="+mn-lt"/>
              </a:rPr>
              <a:t> </a:t>
            </a:r>
            <a:r>
              <a:rPr sz="1800" b="0" spc="110" dirty="0">
                <a:latin typeface="+mn-lt"/>
                <a:cs typeface="+mn-lt"/>
              </a:rPr>
              <a:t>Jake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75" dirty="0">
                <a:latin typeface="+mn-lt"/>
                <a:cs typeface="+mn-lt"/>
              </a:rPr>
              <a:t>Golden,</a:t>
            </a:r>
            <a:r>
              <a:rPr sz="1800" b="0" spc="-60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Parth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35" dirty="0">
                <a:latin typeface="+mn-lt"/>
                <a:cs typeface="+mn-lt"/>
              </a:rPr>
              <a:t>Sharaff</a:t>
            </a:r>
            <a:endParaRPr sz="1800">
              <a:latin typeface="+mn-lt"/>
              <a:cs typeface="+mn-l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918259" y="770851"/>
            <a:ext cx="1313180" cy="1146810"/>
            <a:chOff x="3918259" y="770851"/>
            <a:chExt cx="1313180" cy="1146810"/>
          </a:xfrm>
        </p:grpSpPr>
        <p:sp>
          <p:nvSpPr>
            <p:cNvPr id="22" name="object 22"/>
            <p:cNvSpPr/>
            <p:nvPr/>
          </p:nvSpPr>
          <p:spPr>
            <a:xfrm>
              <a:off x="3975863" y="797610"/>
              <a:ext cx="1056005" cy="655955"/>
            </a:xfrm>
            <a:custGeom>
              <a:avLst/>
              <a:gdLst/>
              <a:ahLst/>
              <a:cxnLst/>
              <a:rect l="l" t="t" r="r" b="b"/>
              <a:pathLst>
                <a:path w="1056004" h="655955">
                  <a:moveTo>
                    <a:pt x="837220" y="0"/>
                  </a:moveTo>
                  <a:lnTo>
                    <a:pt x="834426" y="0"/>
                  </a:lnTo>
                  <a:lnTo>
                    <a:pt x="788120" y="5999"/>
                  </a:lnTo>
                  <a:lnTo>
                    <a:pt x="744486" y="22831"/>
                  </a:lnTo>
                  <a:lnTo>
                    <a:pt x="704272" y="48744"/>
                  </a:lnTo>
                  <a:lnTo>
                    <a:pt x="668228" y="81989"/>
                  </a:lnTo>
                  <a:lnTo>
                    <a:pt x="637104" y="120815"/>
                  </a:lnTo>
                  <a:lnTo>
                    <a:pt x="611648" y="163472"/>
                  </a:lnTo>
                  <a:lnTo>
                    <a:pt x="592612" y="208209"/>
                  </a:lnTo>
                  <a:lnTo>
                    <a:pt x="580744" y="253276"/>
                  </a:lnTo>
                  <a:lnTo>
                    <a:pt x="580744" y="250215"/>
                  </a:lnTo>
                  <a:lnTo>
                    <a:pt x="561431" y="208851"/>
                  </a:lnTo>
                  <a:lnTo>
                    <a:pt x="536885" y="168761"/>
                  </a:lnTo>
                  <a:lnTo>
                    <a:pt x="507716" y="130905"/>
                  </a:lnTo>
                  <a:lnTo>
                    <a:pt x="474537" y="96241"/>
                  </a:lnTo>
                  <a:lnTo>
                    <a:pt x="437958" y="65729"/>
                  </a:lnTo>
                  <a:lnTo>
                    <a:pt x="398590" y="40328"/>
                  </a:lnTo>
                  <a:lnTo>
                    <a:pt x="357044" y="20997"/>
                  </a:lnTo>
                  <a:lnTo>
                    <a:pt x="313930" y="8695"/>
                  </a:lnTo>
                  <a:lnTo>
                    <a:pt x="269861" y="4381"/>
                  </a:lnTo>
                  <a:lnTo>
                    <a:pt x="232783" y="7594"/>
                  </a:lnTo>
                  <a:lnTo>
                    <a:pt x="195818" y="17603"/>
                  </a:lnTo>
                  <a:lnTo>
                    <a:pt x="159327" y="34969"/>
                  </a:lnTo>
                  <a:lnTo>
                    <a:pt x="123671" y="60248"/>
                  </a:lnTo>
                  <a:lnTo>
                    <a:pt x="93601" y="89343"/>
                  </a:lnTo>
                  <a:lnTo>
                    <a:pt x="67640" y="122997"/>
                  </a:lnTo>
                  <a:lnTo>
                    <a:pt x="45821" y="160502"/>
                  </a:lnTo>
                  <a:lnTo>
                    <a:pt x="28176" y="201151"/>
                  </a:lnTo>
                  <a:lnTo>
                    <a:pt x="14738" y="244236"/>
                  </a:lnTo>
                  <a:lnTo>
                    <a:pt x="5541" y="289048"/>
                  </a:lnTo>
                  <a:lnTo>
                    <a:pt x="617" y="334880"/>
                  </a:lnTo>
                  <a:lnTo>
                    <a:pt x="0" y="381023"/>
                  </a:lnTo>
                  <a:lnTo>
                    <a:pt x="3721" y="426770"/>
                  </a:lnTo>
                  <a:lnTo>
                    <a:pt x="11814" y="471412"/>
                  </a:lnTo>
                  <a:lnTo>
                    <a:pt x="24312" y="514242"/>
                  </a:lnTo>
                  <a:lnTo>
                    <a:pt x="41248" y="554551"/>
                  </a:lnTo>
                  <a:lnTo>
                    <a:pt x="62654" y="591632"/>
                  </a:lnTo>
                  <a:lnTo>
                    <a:pt x="88564" y="624775"/>
                  </a:lnTo>
                  <a:lnTo>
                    <a:pt x="119010" y="653275"/>
                  </a:lnTo>
                  <a:lnTo>
                    <a:pt x="123671" y="655929"/>
                  </a:lnTo>
                  <a:lnTo>
                    <a:pt x="134047" y="655929"/>
                  </a:lnTo>
                  <a:lnTo>
                    <a:pt x="127099" y="591687"/>
                  </a:lnTo>
                  <a:lnTo>
                    <a:pt x="109869" y="546255"/>
                  </a:lnTo>
                  <a:lnTo>
                    <a:pt x="91789" y="501591"/>
                  </a:lnTo>
                  <a:lnTo>
                    <a:pt x="75649" y="456151"/>
                  </a:lnTo>
                  <a:lnTo>
                    <a:pt x="64239" y="408391"/>
                  </a:lnTo>
                  <a:lnTo>
                    <a:pt x="60349" y="356768"/>
                  </a:lnTo>
                  <a:lnTo>
                    <a:pt x="65307" y="305222"/>
                  </a:lnTo>
                  <a:lnTo>
                    <a:pt x="75776" y="253704"/>
                  </a:lnTo>
                  <a:lnTo>
                    <a:pt x="92031" y="203935"/>
                  </a:lnTo>
                  <a:lnTo>
                    <a:pt x="114349" y="157632"/>
                  </a:lnTo>
                  <a:lnTo>
                    <a:pt x="147358" y="115605"/>
                  </a:lnTo>
                  <a:lnTo>
                    <a:pt x="186466" y="86310"/>
                  </a:lnTo>
                  <a:lnTo>
                    <a:pt x="230089" y="69162"/>
                  </a:lnTo>
                  <a:lnTo>
                    <a:pt x="276642" y="63576"/>
                  </a:lnTo>
                  <a:lnTo>
                    <a:pt x="309805" y="66184"/>
                  </a:lnTo>
                  <a:lnTo>
                    <a:pt x="375924" y="86368"/>
                  </a:lnTo>
                  <a:lnTo>
                    <a:pt x="451510" y="138782"/>
                  </a:lnTo>
                  <a:lnTo>
                    <a:pt x="488526" y="179395"/>
                  </a:lnTo>
                  <a:lnTo>
                    <a:pt x="523794" y="221430"/>
                  </a:lnTo>
                  <a:lnTo>
                    <a:pt x="562253" y="260985"/>
                  </a:lnTo>
                  <a:lnTo>
                    <a:pt x="563853" y="262178"/>
                  </a:lnTo>
                  <a:lnTo>
                    <a:pt x="566113" y="262712"/>
                  </a:lnTo>
                  <a:lnTo>
                    <a:pt x="572502" y="262712"/>
                  </a:lnTo>
                  <a:lnTo>
                    <a:pt x="576756" y="260985"/>
                  </a:lnTo>
                  <a:lnTo>
                    <a:pt x="577683" y="257924"/>
                  </a:lnTo>
                  <a:lnTo>
                    <a:pt x="577683" y="263118"/>
                  </a:lnTo>
                  <a:lnTo>
                    <a:pt x="583411" y="267639"/>
                  </a:lnTo>
                  <a:lnTo>
                    <a:pt x="591526" y="267639"/>
                  </a:lnTo>
                  <a:lnTo>
                    <a:pt x="594180" y="266700"/>
                  </a:lnTo>
                  <a:lnTo>
                    <a:pt x="624038" y="229059"/>
                  </a:lnTo>
                  <a:lnTo>
                    <a:pt x="678191" y="150795"/>
                  </a:lnTo>
                  <a:lnTo>
                    <a:pt x="707822" y="114349"/>
                  </a:lnTo>
                  <a:lnTo>
                    <a:pt x="741384" y="84165"/>
                  </a:lnTo>
                  <a:lnTo>
                    <a:pt x="780548" y="63595"/>
                  </a:lnTo>
                  <a:lnTo>
                    <a:pt x="826984" y="55994"/>
                  </a:lnTo>
                  <a:lnTo>
                    <a:pt x="833233" y="55994"/>
                  </a:lnTo>
                  <a:lnTo>
                    <a:pt x="893884" y="68600"/>
                  </a:lnTo>
                  <a:lnTo>
                    <a:pt x="929922" y="89935"/>
                  </a:lnTo>
                  <a:lnTo>
                    <a:pt x="956544" y="119271"/>
                  </a:lnTo>
                  <a:lnTo>
                    <a:pt x="975776" y="154670"/>
                  </a:lnTo>
                  <a:lnTo>
                    <a:pt x="989645" y="194197"/>
                  </a:lnTo>
                  <a:lnTo>
                    <a:pt x="1000177" y="235915"/>
                  </a:lnTo>
                  <a:lnTo>
                    <a:pt x="1009399" y="277890"/>
                  </a:lnTo>
                  <a:lnTo>
                    <a:pt x="1020799" y="324307"/>
                  </a:lnTo>
                  <a:lnTo>
                    <a:pt x="1024799" y="326834"/>
                  </a:lnTo>
                  <a:lnTo>
                    <a:pt x="1035036" y="326834"/>
                  </a:lnTo>
                  <a:lnTo>
                    <a:pt x="1041551" y="322707"/>
                  </a:lnTo>
                  <a:lnTo>
                    <a:pt x="1044078" y="316585"/>
                  </a:lnTo>
                  <a:lnTo>
                    <a:pt x="1053828" y="272931"/>
                  </a:lnTo>
                  <a:lnTo>
                    <a:pt x="1055613" y="228855"/>
                  </a:lnTo>
                  <a:lnTo>
                    <a:pt x="1049896" y="185515"/>
                  </a:lnTo>
                  <a:lnTo>
                    <a:pt x="1037138" y="144071"/>
                  </a:lnTo>
                  <a:lnTo>
                    <a:pt x="1017805" y="105683"/>
                  </a:lnTo>
                  <a:lnTo>
                    <a:pt x="992358" y="71508"/>
                  </a:lnTo>
                  <a:lnTo>
                    <a:pt x="961260" y="42706"/>
                  </a:lnTo>
                  <a:lnTo>
                    <a:pt x="924975" y="20435"/>
                  </a:lnTo>
                  <a:lnTo>
                    <a:pt x="883965" y="5856"/>
                  </a:lnTo>
                  <a:lnTo>
                    <a:pt x="837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918259" y="770851"/>
              <a:ext cx="1313180" cy="1146810"/>
            </a:xfrm>
            <a:custGeom>
              <a:avLst/>
              <a:gdLst/>
              <a:ahLst/>
              <a:cxnLst/>
              <a:rect l="l" t="t" r="r" b="b"/>
              <a:pathLst>
                <a:path w="1313179" h="1146810">
                  <a:moveTo>
                    <a:pt x="180192" y="645160"/>
                  </a:moveTo>
                  <a:lnTo>
                    <a:pt x="116352" y="645160"/>
                  </a:lnTo>
                  <a:lnTo>
                    <a:pt x="146214" y="685800"/>
                  </a:lnTo>
                  <a:lnTo>
                    <a:pt x="182454" y="728980"/>
                  </a:lnTo>
                  <a:lnTo>
                    <a:pt x="223833" y="772160"/>
                  </a:lnTo>
                  <a:lnTo>
                    <a:pt x="269108" y="817880"/>
                  </a:lnTo>
                  <a:lnTo>
                    <a:pt x="317038" y="862330"/>
                  </a:lnTo>
                  <a:lnTo>
                    <a:pt x="366383" y="906780"/>
                  </a:lnTo>
                  <a:lnTo>
                    <a:pt x="464351" y="989330"/>
                  </a:lnTo>
                  <a:lnTo>
                    <a:pt x="553084" y="1060450"/>
                  </a:lnTo>
                  <a:lnTo>
                    <a:pt x="590883" y="1089660"/>
                  </a:lnTo>
                  <a:lnTo>
                    <a:pt x="622651" y="1112520"/>
                  </a:lnTo>
                  <a:lnTo>
                    <a:pt x="647145" y="1131570"/>
                  </a:lnTo>
                  <a:lnTo>
                    <a:pt x="663124" y="1143000"/>
                  </a:lnTo>
                  <a:lnTo>
                    <a:pt x="669742" y="1146810"/>
                  </a:lnTo>
                  <a:lnTo>
                    <a:pt x="671075" y="1146810"/>
                  </a:lnTo>
                  <a:lnTo>
                    <a:pt x="690995" y="1135380"/>
                  </a:lnTo>
                  <a:lnTo>
                    <a:pt x="723137" y="1104900"/>
                  </a:lnTo>
                  <a:lnTo>
                    <a:pt x="736218" y="1090930"/>
                  </a:lnTo>
                  <a:lnTo>
                    <a:pt x="683179" y="1090930"/>
                  </a:lnTo>
                  <a:lnTo>
                    <a:pt x="610403" y="1028700"/>
                  </a:lnTo>
                  <a:lnTo>
                    <a:pt x="573999" y="998220"/>
                  </a:lnTo>
                  <a:lnTo>
                    <a:pt x="537467" y="966470"/>
                  </a:lnTo>
                  <a:lnTo>
                    <a:pt x="463656" y="905510"/>
                  </a:lnTo>
                  <a:lnTo>
                    <a:pt x="426201" y="875030"/>
                  </a:lnTo>
                  <a:lnTo>
                    <a:pt x="388259" y="845820"/>
                  </a:lnTo>
                  <a:lnTo>
                    <a:pt x="311338" y="782320"/>
                  </a:lnTo>
                  <a:lnTo>
                    <a:pt x="274119" y="749300"/>
                  </a:lnTo>
                  <a:lnTo>
                    <a:pt x="238587" y="713739"/>
                  </a:lnTo>
                  <a:lnTo>
                    <a:pt x="205384" y="676910"/>
                  </a:lnTo>
                  <a:lnTo>
                    <a:pt x="180192" y="645160"/>
                  </a:lnTo>
                  <a:close/>
                </a:path>
                <a:path w="1313179" h="1146810">
                  <a:moveTo>
                    <a:pt x="1234724" y="500380"/>
                  </a:moveTo>
                  <a:lnTo>
                    <a:pt x="1060051" y="500380"/>
                  </a:lnTo>
                  <a:lnTo>
                    <a:pt x="1047621" y="548639"/>
                  </a:lnTo>
                  <a:lnTo>
                    <a:pt x="1031788" y="595630"/>
                  </a:lnTo>
                  <a:lnTo>
                    <a:pt x="1012929" y="641350"/>
                  </a:lnTo>
                  <a:lnTo>
                    <a:pt x="991423" y="687070"/>
                  </a:lnTo>
                  <a:lnTo>
                    <a:pt x="967645" y="730250"/>
                  </a:lnTo>
                  <a:lnTo>
                    <a:pt x="941975" y="772160"/>
                  </a:lnTo>
                  <a:lnTo>
                    <a:pt x="914788" y="814070"/>
                  </a:lnTo>
                  <a:lnTo>
                    <a:pt x="883661" y="854710"/>
                  </a:lnTo>
                  <a:lnTo>
                    <a:pt x="850395" y="894080"/>
                  </a:lnTo>
                  <a:lnTo>
                    <a:pt x="815882" y="933450"/>
                  </a:lnTo>
                  <a:lnTo>
                    <a:pt x="781012" y="971550"/>
                  </a:lnTo>
                  <a:lnTo>
                    <a:pt x="746678" y="1010920"/>
                  </a:lnTo>
                  <a:lnTo>
                    <a:pt x="713770" y="1050289"/>
                  </a:lnTo>
                  <a:lnTo>
                    <a:pt x="683179" y="1090930"/>
                  </a:lnTo>
                  <a:lnTo>
                    <a:pt x="736218" y="1090930"/>
                  </a:lnTo>
                  <a:lnTo>
                    <a:pt x="762380" y="1062989"/>
                  </a:lnTo>
                  <a:lnTo>
                    <a:pt x="803609" y="1014730"/>
                  </a:lnTo>
                  <a:lnTo>
                    <a:pt x="841703" y="969010"/>
                  </a:lnTo>
                  <a:lnTo>
                    <a:pt x="871545" y="930910"/>
                  </a:lnTo>
                  <a:lnTo>
                    <a:pt x="903726" y="886460"/>
                  </a:lnTo>
                  <a:lnTo>
                    <a:pt x="934918" y="840739"/>
                  </a:lnTo>
                  <a:lnTo>
                    <a:pt x="964545" y="793750"/>
                  </a:lnTo>
                  <a:lnTo>
                    <a:pt x="992033" y="746760"/>
                  </a:lnTo>
                  <a:lnTo>
                    <a:pt x="1016808" y="697230"/>
                  </a:lnTo>
                  <a:lnTo>
                    <a:pt x="1037542" y="650239"/>
                  </a:lnTo>
                  <a:lnTo>
                    <a:pt x="1057538" y="601980"/>
                  </a:lnTo>
                  <a:lnTo>
                    <a:pt x="1076060" y="553720"/>
                  </a:lnTo>
                  <a:lnTo>
                    <a:pt x="1092373" y="504189"/>
                  </a:lnTo>
                  <a:lnTo>
                    <a:pt x="1184335" y="504189"/>
                  </a:lnTo>
                  <a:lnTo>
                    <a:pt x="1222157" y="501650"/>
                  </a:lnTo>
                  <a:lnTo>
                    <a:pt x="1234724" y="500380"/>
                  </a:lnTo>
                  <a:close/>
                </a:path>
                <a:path w="1313179" h="1146810">
                  <a:moveTo>
                    <a:pt x="445170" y="356870"/>
                  </a:moveTo>
                  <a:lnTo>
                    <a:pt x="408351" y="356870"/>
                  </a:lnTo>
                  <a:lnTo>
                    <a:pt x="423166" y="402589"/>
                  </a:lnTo>
                  <a:lnTo>
                    <a:pt x="436705" y="449580"/>
                  </a:lnTo>
                  <a:lnTo>
                    <a:pt x="449295" y="496570"/>
                  </a:lnTo>
                  <a:lnTo>
                    <a:pt x="472929" y="591820"/>
                  </a:lnTo>
                  <a:lnTo>
                    <a:pt x="484625" y="640080"/>
                  </a:lnTo>
                  <a:lnTo>
                    <a:pt x="496676" y="687070"/>
                  </a:lnTo>
                  <a:lnTo>
                    <a:pt x="509408" y="734060"/>
                  </a:lnTo>
                  <a:lnTo>
                    <a:pt x="523146" y="781050"/>
                  </a:lnTo>
                  <a:lnTo>
                    <a:pt x="538217" y="826770"/>
                  </a:lnTo>
                  <a:lnTo>
                    <a:pt x="554947" y="872489"/>
                  </a:lnTo>
                  <a:lnTo>
                    <a:pt x="563329" y="882650"/>
                  </a:lnTo>
                  <a:lnTo>
                    <a:pt x="569171" y="882650"/>
                  </a:lnTo>
                  <a:lnTo>
                    <a:pt x="594123" y="836930"/>
                  </a:lnTo>
                  <a:lnTo>
                    <a:pt x="597629" y="782320"/>
                  </a:lnTo>
                  <a:lnTo>
                    <a:pt x="598932" y="764539"/>
                  </a:lnTo>
                  <a:lnTo>
                    <a:pt x="559595" y="764539"/>
                  </a:lnTo>
                  <a:lnTo>
                    <a:pt x="544787" y="716280"/>
                  </a:lnTo>
                  <a:lnTo>
                    <a:pt x="530787" y="668020"/>
                  </a:lnTo>
                  <a:lnTo>
                    <a:pt x="517379" y="619760"/>
                  </a:lnTo>
                  <a:lnTo>
                    <a:pt x="504351" y="571500"/>
                  </a:lnTo>
                  <a:lnTo>
                    <a:pt x="491488" y="523239"/>
                  </a:lnTo>
                  <a:lnTo>
                    <a:pt x="478577" y="474980"/>
                  </a:lnTo>
                  <a:lnTo>
                    <a:pt x="465405" y="426720"/>
                  </a:lnTo>
                  <a:lnTo>
                    <a:pt x="451757" y="378460"/>
                  </a:lnTo>
                  <a:lnTo>
                    <a:pt x="445170" y="356870"/>
                  </a:lnTo>
                  <a:close/>
                </a:path>
                <a:path w="1313179" h="1146810">
                  <a:moveTo>
                    <a:pt x="708790" y="565150"/>
                  </a:moveTo>
                  <a:lnTo>
                    <a:pt x="685579" y="565150"/>
                  </a:lnTo>
                  <a:lnTo>
                    <a:pt x="656070" y="566420"/>
                  </a:lnTo>
                  <a:lnTo>
                    <a:pt x="604292" y="576580"/>
                  </a:lnTo>
                  <a:lnTo>
                    <a:pt x="574057" y="600710"/>
                  </a:lnTo>
                  <a:lnTo>
                    <a:pt x="566561" y="637539"/>
                  </a:lnTo>
                  <a:lnTo>
                    <a:pt x="564256" y="655320"/>
                  </a:lnTo>
                  <a:lnTo>
                    <a:pt x="562461" y="683260"/>
                  </a:lnTo>
                  <a:lnTo>
                    <a:pt x="561378" y="711200"/>
                  </a:lnTo>
                  <a:lnTo>
                    <a:pt x="560992" y="723900"/>
                  </a:lnTo>
                  <a:lnTo>
                    <a:pt x="560876" y="727710"/>
                  </a:lnTo>
                  <a:lnTo>
                    <a:pt x="560799" y="730250"/>
                  </a:lnTo>
                  <a:lnTo>
                    <a:pt x="560683" y="734060"/>
                  </a:lnTo>
                  <a:lnTo>
                    <a:pt x="560568" y="737870"/>
                  </a:lnTo>
                  <a:lnTo>
                    <a:pt x="559595" y="764539"/>
                  </a:lnTo>
                  <a:lnTo>
                    <a:pt x="598932" y="764539"/>
                  </a:lnTo>
                  <a:lnTo>
                    <a:pt x="599778" y="753110"/>
                  </a:lnTo>
                  <a:lnTo>
                    <a:pt x="599684" y="727710"/>
                  </a:lnTo>
                  <a:lnTo>
                    <a:pt x="598858" y="698500"/>
                  </a:lnTo>
                  <a:lnTo>
                    <a:pt x="600005" y="669289"/>
                  </a:lnTo>
                  <a:lnTo>
                    <a:pt x="622933" y="626110"/>
                  </a:lnTo>
                  <a:lnTo>
                    <a:pt x="685440" y="607060"/>
                  </a:lnTo>
                  <a:lnTo>
                    <a:pt x="720834" y="604520"/>
                  </a:lnTo>
                  <a:lnTo>
                    <a:pt x="776066" y="604520"/>
                  </a:lnTo>
                  <a:lnTo>
                    <a:pt x="778962" y="600710"/>
                  </a:lnTo>
                  <a:lnTo>
                    <a:pt x="780422" y="600710"/>
                  </a:lnTo>
                  <a:lnTo>
                    <a:pt x="780422" y="599439"/>
                  </a:lnTo>
                  <a:lnTo>
                    <a:pt x="790372" y="574039"/>
                  </a:lnTo>
                  <a:lnTo>
                    <a:pt x="768180" y="574039"/>
                  </a:lnTo>
                  <a:lnTo>
                    <a:pt x="751026" y="570230"/>
                  </a:lnTo>
                  <a:lnTo>
                    <a:pt x="730918" y="567689"/>
                  </a:lnTo>
                  <a:lnTo>
                    <a:pt x="708790" y="565150"/>
                  </a:lnTo>
                  <a:close/>
                </a:path>
                <a:path w="1313179" h="1146810">
                  <a:moveTo>
                    <a:pt x="853129" y="388620"/>
                  </a:moveTo>
                  <a:lnTo>
                    <a:pt x="819132" y="388620"/>
                  </a:lnTo>
                  <a:lnTo>
                    <a:pt x="823247" y="417830"/>
                  </a:lnTo>
                  <a:lnTo>
                    <a:pt x="826800" y="445770"/>
                  </a:lnTo>
                  <a:lnTo>
                    <a:pt x="830376" y="472439"/>
                  </a:lnTo>
                  <a:lnTo>
                    <a:pt x="834563" y="496570"/>
                  </a:lnTo>
                  <a:lnTo>
                    <a:pt x="843068" y="542289"/>
                  </a:lnTo>
                  <a:lnTo>
                    <a:pt x="850757" y="588010"/>
                  </a:lnTo>
                  <a:lnTo>
                    <a:pt x="858664" y="633730"/>
                  </a:lnTo>
                  <a:lnTo>
                    <a:pt x="867823" y="679450"/>
                  </a:lnTo>
                  <a:lnTo>
                    <a:pt x="879267" y="723900"/>
                  </a:lnTo>
                  <a:lnTo>
                    <a:pt x="880854" y="730250"/>
                  </a:lnTo>
                  <a:lnTo>
                    <a:pt x="885121" y="732789"/>
                  </a:lnTo>
                  <a:lnTo>
                    <a:pt x="894024" y="732789"/>
                  </a:lnTo>
                  <a:lnTo>
                    <a:pt x="898685" y="730250"/>
                  </a:lnTo>
                  <a:lnTo>
                    <a:pt x="900945" y="723900"/>
                  </a:lnTo>
                  <a:lnTo>
                    <a:pt x="912296" y="684530"/>
                  </a:lnTo>
                  <a:lnTo>
                    <a:pt x="913439" y="678180"/>
                  </a:lnTo>
                  <a:lnTo>
                    <a:pt x="894697" y="678180"/>
                  </a:lnTo>
                  <a:lnTo>
                    <a:pt x="886205" y="622300"/>
                  </a:lnTo>
                  <a:lnTo>
                    <a:pt x="879862" y="567689"/>
                  </a:lnTo>
                  <a:lnTo>
                    <a:pt x="873221" y="511810"/>
                  </a:lnTo>
                  <a:lnTo>
                    <a:pt x="863836" y="458470"/>
                  </a:lnTo>
                  <a:lnTo>
                    <a:pt x="857168" y="416560"/>
                  </a:lnTo>
                  <a:lnTo>
                    <a:pt x="853129" y="388620"/>
                  </a:lnTo>
                  <a:close/>
                </a:path>
                <a:path w="1313179" h="1146810">
                  <a:moveTo>
                    <a:pt x="1016439" y="41910"/>
                  </a:moveTo>
                  <a:lnTo>
                    <a:pt x="907727" y="41910"/>
                  </a:lnTo>
                  <a:lnTo>
                    <a:pt x="950690" y="46990"/>
                  </a:lnTo>
                  <a:lnTo>
                    <a:pt x="986495" y="63500"/>
                  </a:lnTo>
                  <a:lnTo>
                    <a:pt x="1038897" y="119379"/>
                  </a:lnTo>
                  <a:lnTo>
                    <a:pt x="1056627" y="157479"/>
                  </a:lnTo>
                  <a:lnTo>
                    <a:pt x="1069466" y="199390"/>
                  </a:lnTo>
                  <a:lnTo>
                    <a:pt x="1077981" y="243840"/>
                  </a:lnTo>
                  <a:lnTo>
                    <a:pt x="1082738" y="288290"/>
                  </a:lnTo>
                  <a:lnTo>
                    <a:pt x="1084214" y="330200"/>
                  </a:lnTo>
                  <a:lnTo>
                    <a:pt x="1084304" y="332740"/>
                  </a:lnTo>
                  <a:lnTo>
                    <a:pt x="1083278" y="373380"/>
                  </a:lnTo>
                  <a:lnTo>
                    <a:pt x="1080130" y="414020"/>
                  </a:lnTo>
                  <a:lnTo>
                    <a:pt x="1073343" y="455930"/>
                  </a:lnTo>
                  <a:lnTo>
                    <a:pt x="1070821" y="471170"/>
                  </a:lnTo>
                  <a:lnTo>
                    <a:pt x="1001314" y="477520"/>
                  </a:lnTo>
                  <a:lnTo>
                    <a:pt x="931806" y="490220"/>
                  </a:lnTo>
                  <a:lnTo>
                    <a:pt x="917976" y="497839"/>
                  </a:lnTo>
                  <a:lnTo>
                    <a:pt x="917976" y="506730"/>
                  </a:lnTo>
                  <a:lnTo>
                    <a:pt x="915993" y="542289"/>
                  </a:lnTo>
                  <a:lnTo>
                    <a:pt x="915922" y="543560"/>
                  </a:lnTo>
                  <a:lnTo>
                    <a:pt x="915851" y="544830"/>
                  </a:lnTo>
                  <a:lnTo>
                    <a:pt x="911815" y="586739"/>
                  </a:lnTo>
                  <a:lnTo>
                    <a:pt x="911693" y="588010"/>
                  </a:lnTo>
                  <a:lnTo>
                    <a:pt x="911571" y="589280"/>
                  </a:lnTo>
                  <a:lnTo>
                    <a:pt x="904673" y="635000"/>
                  </a:lnTo>
                  <a:lnTo>
                    <a:pt x="894697" y="678180"/>
                  </a:lnTo>
                  <a:lnTo>
                    <a:pt x="913439" y="678180"/>
                  </a:lnTo>
                  <a:lnTo>
                    <a:pt x="920982" y="636270"/>
                  </a:lnTo>
                  <a:lnTo>
                    <a:pt x="930631" y="586739"/>
                  </a:lnTo>
                  <a:lnTo>
                    <a:pt x="944871" y="543560"/>
                  </a:lnTo>
                  <a:lnTo>
                    <a:pt x="985967" y="506730"/>
                  </a:lnTo>
                  <a:lnTo>
                    <a:pt x="1033626" y="500380"/>
                  </a:lnTo>
                  <a:lnTo>
                    <a:pt x="1234724" y="500380"/>
                  </a:lnTo>
                  <a:lnTo>
                    <a:pt x="1259859" y="497839"/>
                  </a:lnTo>
                  <a:lnTo>
                    <a:pt x="1297897" y="492760"/>
                  </a:lnTo>
                  <a:lnTo>
                    <a:pt x="1310711" y="483870"/>
                  </a:lnTo>
                  <a:lnTo>
                    <a:pt x="1312799" y="471170"/>
                  </a:lnTo>
                  <a:lnTo>
                    <a:pt x="1311480" y="468630"/>
                  </a:lnTo>
                  <a:lnTo>
                    <a:pt x="1103282" y="468630"/>
                  </a:lnTo>
                  <a:lnTo>
                    <a:pt x="1113464" y="421639"/>
                  </a:lnTo>
                  <a:lnTo>
                    <a:pt x="1120430" y="374650"/>
                  </a:lnTo>
                  <a:lnTo>
                    <a:pt x="1123537" y="326390"/>
                  </a:lnTo>
                  <a:lnTo>
                    <a:pt x="1122620" y="294640"/>
                  </a:lnTo>
                  <a:lnTo>
                    <a:pt x="1122546" y="292100"/>
                  </a:lnTo>
                  <a:lnTo>
                    <a:pt x="1122436" y="288290"/>
                  </a:lnTo>
                  <a:lnTo>
                    <a:pt x="1122326" y="284479"/>
                  </a:lnTo>
                  <a:lnTo>
                    <a:pt x="1122253" y="281940"/>
                  </a:lnTo>
                  <a:lnTo>
                    <a:pt x="1115605" y="229870"/>
                  </a:lnTo>
                  <a:lnTo>
                    <a:pt x="1103282" y="181610"/>
                  </a:lnTo>
                  <a:lnTo>
                    <a:pt x="1085954" y="134620"/>
                  </a:lnTo>
                  <a:lnTo>
                    <a:pt x="1063308" y="92710"/>
                  </a:lnTo>
                  <a:lnTo>
                    <a:pt x="1035059" y="57150"/>
                  </a:lnTo>
                  <a:lnTo>
                    <a:pt x="1016439" y="41910"/>
                  </a:lnTo>
                  <a:close/>
                </a:path>
                <a:path w="1313179" h="1146810">
                  <a:moveTo>
                    <a:pt x="282572" y="486410"/>
                  </a:moveTo>
                  <a:lnTo>
                    <a:pt x="242997" y="486410"/>
                  </a:lnTo>
                  <a:lnTo>
                    <a:pt x="275489" y="527050"/>
                  </a:lnTo>
                  <a:lnTo>
                    <a:pt x="304619" y="570230"/>
                  </a:lnTo>
                  <a:lnTo>
                    <a:pt x="332302" y="615950"/>
                  </a:lnTo>
                  <a:lnTo>
                    <a:pt x="360459" y="660400"/>
                  </a:lnTo>
                  <a:lnTo>
                    <a:pt x="363520" y="665480"/>
                  </a:lnTo>
                  <a:lnTo>
                    <a:pt x="369641" y="668020"/>
                  </a:lnTo>
                  <a:lnTo>
                    <a:pt x="375889" y="668020"/>
                  </a:lnTo>
                  <a:lnTo>
                    <a:pt x="376956" y="669289"/>
                  </a:lnTo>
                  <a:lnTo>
                    <a:pt x="383738" y="669289"/>
                  </a:lnTo>
                  <a:lnTo>
                    <a:pt x="388259" y="666750"/>
                  </a:lnTo>
                  <a:lnTo>
                    <a:pt x="388259" y="661670"/>
                  </a:lnTo>
                  <a:lnTo>
                    <a:pt x="392780" y="657860"/>
                  </a:lnTo>
                  <a:lnTo>
                    <a:pt x="394381" y="652780"/>
                  </a:lnTo>
                  <a:lnTo>
                    <a:pt x="392780" y="646430"/>
                  </a:lnTo>
                  <a:lnTo>
                    <a:pt x="398693" y="599439"/>
                  </a:lnTo>
                  <a:lnTo>
                    <a:pt x="398771" y="598170"/>
                  </a:lnTo>
                  <a:lnTo>
                    <a:pt x="398849" y="596900"/>
                  </a:lnTo>
                  <a:lnTo>
                    <a:pt x="363520" y="596900"/>
                  </a:lnTo>
                  <a:lnTo>
                    <a:pt x="338657" y="557530"/>
                  </a:lnTo>
                  <a:lnTo>
                    <a:pt x="311786" y="519430"/>
                  </a:lnTo>
                  <a:lnTo>
                    <a:pt x="282572" y="486410"/>
                  </a:lnTo>
                  <a:close/>
                </a:path>
                <a:path w="1313179" h="1146810">
                  <a:moveTo>
                    <a:pt x="318513" y="0"/>
                  </a:moveTo>
                  <a:lnTo>
                    <a:pt x="310307" y="0"/>
                  </a:lnTo>
                  <a:lnTo>
                    <a:pt x="265236" y="5079"/>
                  </a:lnTo>
                  <a:lnTo>
                    <a:pt x="222505" y="17779"/>
                  </a:lnTo>
                  <a:lnTo>
                    <a:pt x="182620" y="36829"/>
                  </a:lnTo>
                  <a:lnTo>
                    <a:pt x="146089" y="62229"/>
                  </a:lnTo>
                  <a:lnTo>
                    <a:pt x="113418" y="93979"/>
                  </a:lnTo>
                  <a:lnTo>
                    <a:pt x="85115" y="129540"/>
                  </a:lnTo>
                  <a:lnTo>
                    <a:pt x="61686" y="168910"/>
                  </a:lnTo>
                  <a:lnTo>
                    <a:pt x="43638" y="209550"/>
                  </a:lnTo>
                  <a:lnTo>
                    <a:pt x="31478" y="252729"/>
                  </a:lnTo>
                  <a:lnTo>
                    <a:pt x="23829" y="304800"/>
                  </a:lnTo>
                  <a:lnTo>
                    <a:pt x="21540" y="354330"/>
                  </a:lnTo>
                  <a:lnTo>
                    <a:pt x="24249" y="402589"/>
                  </a:lnTo>
                  <a:lnTo>
                    <a:pt x="31880" y="450850"/>
                  </a:lnTo>
                  <a:lnTo>
                    <a:pt x="43928" y="495300"/>
                  </a:lnTo>
                  <a:lnTo>
                    <a:pt x="60176" y="539750"/>
                  </a:lnTo>
                  <a:lnTo>
                    <a:pt x="80333" y="582930"/>
                  </a:lnTo>
                  <a:lnTo>
                    <a:pt x="104109" y="623570"/>
                  </a:lnTo>
                  <a:lnTo>
                    <a:pt x="76494" y="627380"/>
                  </a:lnTo>
                  <a:lnTo>
                    <a:pt x="26496" y="633730"/>
                  </a:lnTo>
                  <a:lnTo>
                    <a:pt x="0" y="646430"/>
                  </a:lnTo>
                  <a:lnTo>
                    <a:pt x="2640" y="651510"/>
                  </a:lnTo>
                  <a:lnTo>
                    <a:pt x="8339" y="654050"/>
                  </a:lnTo>
                  <a:lnTo>
                    <a:pt x="22702" y="656589"/>
                  </a:lnTo>
                  <a:lnTo>
                    <a:pt x="29878" y="656589"/>
                  </a:lnTo>
                  <a:lnTo>
                    <a:pt x="51789" y="655320"/>
                  </a:lnTo>
                  <a:lnTo>
                    <a:pt x="94963" y="647700"/>
                  </a:lnTo>
                  <a:lnTo>
                    <a:pt x="116352" y="645160"/>
                  </a:lnTo>
                  <a:lnTo>
                    <a:pt x="180192" y="645160"/>
                  </a:lnTo>
                  <a:lnTo>
                    <a:pt x="175153" y="638810"/>
                  </a:lnTo>
                  <a:lnTo>
                    <a:pt x="182977" y="637539"/>
                  </a:lnTo>
                  <a:lnTo>
                    <a:pt x="190379" y="635000"/>
                  </a:lnTo>
                  <a:lnTo>
                    <a:pt x="197483" y="631189"/>
                  </a:lnTo>
                  <a:lnTo>
                    <a:pt x="204414" y="626110"/>
                  </a:lnTo>
                  <a:lnTo>
                    <a:pt x="212061" y="615950"/>
                  </a:lnTo>
                  <a:lnTo>
                    <a:pt x="158122" y="615950"/>
                  </a:lnTo>
                  <a:lnTo>
                    <a:pt x="141382" y="588010"/>
                  </a:lnTo>
                  <a:lnTo>
                    <a:pt x="112497" y="529589"/>
                  </a:lnTo>
                  <a:lnTo>
                    <a:pt x="89459" y="455930"/>
                  </a:lnTo>
                  <a:lnTo>
                    <a:pt x="81453" y="411480"/>
                  </a:lnTo>
                  <a:lnTo>
                    <a:pt x="77292" y="365760"/>
                  </a:lnTo>
                  <a:lnTo>
                    <a:pt x="77367" y="321310"/>
                  </a:lnTo>
                  <a:lnTo>
                    <a:pt x="82066" y="276860"/>
                  </a:lnTo>
                  <a:lnTo>
                    <a:pt x="91777" y="234950"/>
                  </a:lnTo>
                  <a:lnTo>
                    <a:pt x="106892" y="194310"/>
                  </a:lnTo>
                  <a:lnTo>
                    <a:pt x="127797" y="157479"/>
                  </a:lnTo>
                  <a:lnTo>
                    <a:pt x="154883" y="123190"/>
                  </a:lnTo>
                  <a:lnTo>
                    <a:pt x="188539" y="93979"/>
                  </a:lnTo>
                  <a:lnTo>
                    <a:pt x="229154" y="68579"/>
                  </a:lnTo>
                  <a:lnTo>
                    <a:pt x="269946" y="54610"/>
                  </a:lnTo>
                  <a:lnTo>
                    <a:pt x="290572" y="50800"/>
                  </a:lnTo>
                  <a:lnTo>
                    <a:pt x="462469" y="50800"/>
                  </a:lnTo>
                  <a:lnTo>
                    <a:pt x="432205" y="33020"/>
                  </a:lnTo>
                  <a:lnTo>
                    <a:pt x="387815" y="13970"/>
                  </a:lnTo>
                  <a:lnTo>
                    <a:pt x="343428" y="2540"/>
                  </a:lnTo>
                  <a:lnTo>
                    <a:pt x="335072" y="1270"/>
                  </a:lnTo>
                  <a:lnTo>
                    <a:pt x="326767" y="1270"/>
                  </a:lnTo>
                  <a:lnTo>
                    <a:pt x="318513" y="0"/>
                  </a:lnTo>
                  <a:close/>
                </a:path>
                <a:path w="1313179" h="1146810">
                  <a:moveTo>
                    <a:pt x="241536" y="450850"/>
                  </a:moveTo>
                  <a:lnTo>
                    <a:pt x="233814" y="450850"/>
                  </a:lnTo>
                  <a:lnTo>
                    <a:pt x="228760" y="455930"/>
                  </a:lnTo>
                  <a:lnTo>
                    <a:pt x="227566" y="461010"/>
                  </a:lnTo>
                  <a:lnTo>
                    <a:pt x="220493" y="497839"/>
                  </a:lnTo>
                  <a:lnTo>
                    <a:pt x="216004" y="535939"/>
                  </a:lnTo>
                  <a:lnTo>
                    <a:pt x="208051" y="572770"/>
                  </a:lnTo>
                  <a:lnTo>
                    <a:pt x="190584" y="600710"/>
                  </a:lnTo>
                  <a:lnTo>
                    <a:pt x="183994" y="604520"/>
                  </a:lnTo>
                  <a:lnTo>
                    <a:pt x="176096" y="609600"/>
                  </a:lnTo>
                  <a:lnTo>
                    <a:pt x="167327" y="613410"/>
                  </a:lnTo>
                  <a:lnTo>
                    <a:pt x="158122" y="615950"/>
                  </a:lnTo>
                  <a:lnTo>
                    <a:pt x="212061" y="615950"/>
                  </a:lnTo>
                  <a:lnTo>
                    <a:pt x="225443" y="598170"/>
                  </a:lnTo>
                  <a:lnTo>
                    <a:pt x="233578" y="562610"/>
                  </a:lnTo>
                  <a:lnTo>
                    <a:pt x="236777" y="523239"/>
                  </a:lnTo>
                  <a:lnTo>
                    <a:pt x="242997" y="486410"/>
                  </a:lnTo>
                  <a:lnTo>
                    <a:pt x="282572" y="486410"/>
                  </a:lnTo>
                  <a:lnTo>
                    <a:pt x="281449" y="485139"/>
                  </a:lnTo>
                  <a:lnTo>
                    <a:pt x="246184" y="453389"/>
                  </a:lnTo>
                  <a:lnTo>
                    <a:pt x="243924" y="452120"/>
                  </a:lnTo>
                  <a:lnTo>
                    <a:pt x="241536" y="450850"/>
                  </a:lnTo>
                  <a:close/>
                </a:path>
                <a:path w="1313179" h="1146810">
                  <a:moveTo>
                    <a:pt x="776066" y="604520"/>
                  </a:moveTo>
                  <a:lnTo>
                    <a:pt x="731847" y="604520"/>
                  </a:lnTo>
                  <a:lnTo>
                    <a:pt x="742226" y="605789"/>
                  </a:lnTo>
                  <a:lnTo>
                    <a:pt x="751783" y="607060"/>
                  </a:lnTo>
                  <a:lnTo>
                    <a:pt x="760331" y="608330"/>
                  </a:lnTo>
                  <a:lnTo>
                    <a:pt x="770186" y="608330"/>
                  </a:lnTo>
                  <a:lnTo>
                    <a:pt x="775101" y="605789"/>
                  </a:lnTo>
                  <a:lnTo>
                    <a:pt x="776066" y="604520"/>
                  </a:lnTo>
                  <a:close/>
                </a:path>
                <a:path w="1313179" h="1146810">
                  <a:moveTo>
                    <a:pt x="410078" y="269240"/>
                  </a:moveTo>
                  <a:lnTo>
                    <a:pt x="394647" y="269240"/>
                  </a:lnTo>
                  <a:lnTo>
                    <a:pt x="387992" y="273050"/>
                  </a:lnTo>
                  <a:lnTo>
                    <a:pt x="372113" y="330200"/>
                  </a:lnTo>
                  <a:lnTo>
                    <a:pt x="363699" y="381000"/>
                  </a:lnTo>
                  <a:lnTo>
                    <a:pt x="359232" y="434339"/>
                  </a:lnTo>
                  <a:lnTo>
                    <a:pt x="359075" y="441960"/>
                  </a:lnTo>
                  <a:lnTo>
                    <a:pt x="358997" y="445770"/>
                  </a:lnTo>
                  <a:lnTo>
                    <a:pt x="358893" y="450850"/>
                  </a:lnTo>
                  <a:lnTo>
                    <a:pt x="358789" y="455930"/>
                  </a:lnTo>
                  <a:lnTo>
                    <a:pt x="358711" y="459739"/>
                  </a:lnTo>
                  <a:lnTo>
                    <a:pt x="358642" y="506730"/>
                  </a:lnTo>
                  <a:lnTo>
                    <a:pt x="359513" y="535939"/>
                  </a:lnTo>
                  <a:lnTo>
                    <a:pt x="359627" y="539750"/>
                  </a:lnTo>
                  <a:lnTo>
                    <a:pt x="359741" y="543560"/>
                  </a:lnTo>
                  <a:lnTo>
                    <a:pt x="363430" y="595630"/>
                  </a:lnTo>
                  <a:lnTo>
                    <a:pt x="363520" y="596900"/>
                  </a:lnTo>
                  <a:lnTo>
                    <a:pt x="398849" y="596900"/>
                  </a:lnTo>
                  <a:lnTo>
                    <a:pt x="401666" y="551180"/>
                  </a:lnTo>
                  <a:lnTo>
                    <a:pt x="402810" y="506730"/>
                  </a:lnTo>
                  <a:lnTo>
                    <a:pt x="403112" y="488950"/>
                  </a:lnTo>
                  <a:lnTo>
                    <a:pt x="403205" y="482600"/>
                  </a:lnTo>
                  <a:lnTo>
                    <a:pt x="403316" y="474980"/>
                  </a:lnTo>
                  <a:lnTo>
                    <a:pt x="403427" y="467360"/>
                  </a:lnTo>
                  <a:lnTo>
                    <a:pt x="403538" y="459739"/>
                  </a:lnTo>
                  <a:lnTo>
                    <a:pt x="403631" y="453389"/>
                  </a:lnTo>
                  <a:lnTo>
                    <a:pt x="404559" y="421639"/>
                  </a:lnTo>
                  <a:lnTo>
                    <a:pt x="404670" y="417830"/>
                  </a:lnTo>
                  <a:lnTo>
                    <a:pt x="404782" y="414020"/>
                  </a:lnTo>
                  <a:lnTo>
                    <a:pt x="404856" y="411480"/>
                  </a:lnTo>
                  <a:lnTo>
                    <a:pt x="404930" y="408939"/>
                  </a:lnTo>
                  <a:lnTo>
                    <a:pt x="405042" y="405130"/>
                  </a:lnTo>
                  <a:lnTo>
                    <a:pt x="408351" y="356870"/>
                  </a:lnTo>
                  <a:lnTo>
                    <a:pt x="445170" y="356870"/>
                  </a:lnTo>
                  <a:lnTo>
                    <a:pt x="437420" y="331470"/>
                  </a:lnTo>
                  <a:lnTo>
                    <a:pt x="422181" y="284479"/>
                  </a:lnTo>
                  <a:lnTo>
                    <a:pt x="418853" y="274320"/>
                  </a:lnTo>
                  <a:lnTo>
                    <a:pt x="410078" y="269240"/>
                  </a:lnTo>
                  <a:close/>
                </a:path>
                <a:path w="1313179" h="1146810">
                  <a:moveTo>
                    <a:pt x="816871" y="283210"/>
                  </a:moveTo>
                  <a:lnTo>
                    <a:pt x="803435" y="283210"/>
                  </a:lnTo>
                  <a:lnTo>
                    <a:pt x="795320" y="289560"/>
                  </a:lnTo>
                  <a:lnTo>
                    <a:pt x="794392" y="299720"/>
                  </a:lnTo>
                  <a:lnTo>
                    <a:pt x="788233" y="354330"/>
                  </a:lnTo>
                  <a:lnTo>
                    <a:pt x="781568" y="408939"/>
                  </a:lnTo>
                  <a:lnTo>
                    <a:pt x="775362" y="464820"/>
                  </a:lnTo>
                  <a:lnTo>
                    <a:pt x="770578" y="519430"/>
                  </a:lnTo>
                  <a:lnTo>
                    <a:pt x="768682" y="562610"/>
                  </a:lnTo>
                  <a:lnTo>
                    <a:pt x="768570" y="565150"/>
                  </a:lnTo>
                  <a:lnTo>
                    <a:pt x="768458" y="567689"/>
                  </a:lnTo>
                  <a:lnTo>
                    <a:pt x="768347" y="570230"/>
                  </a:lnTo>
                  <a:lnTo>
                    <a:pt x="768291" y="571500"/>
                  </a:lnTo>
                  <a:lnTo>
                    <a:pt x="768180" y="574039"/>
                  </a:lnTo>
                  <a:lnTo>
                    <a:pt x="790372" y="574039"/>
                  </a:lnTo>
                  <a:lnTo>
                    <a:pt x="799326" y="551180"/>
                  </a:lnTo>
                  <a:lnTo>
                    <a:pt x="810807" y="497839"/>
                  </a:lnTo>
                  <a:lnTo>
                    <a:pt x="816773" y="443230"/>
                  </a:lnTo>
                  <a:lnTo>
                    <a:pt x="819132" y="388620"/>
                  </a:lnTo>
                  <a:lnTo>
                    <a:pt x="853129" y="388620"/>
                  </a:lnTo>
                  <a:lnTo>
                    <a:pt x="850926" y="373380"/>
                  </a:lnTo>
                  <a:lnTo>
                    <a:pt x="841494" y="330200"/>
                  </a:lnTo>
                  <a:lnTo>
                    <a:pt x="825253" y="292100"/>
                  </a:lnTo>
                  <a:lnTo>
                    <a:pt x="822193" y="285750"/>
                  </a:lnTo>
                  <a:lnTo>
                    <a:pt x="816871" y="283210"/>
                  </a:lnTo>
                  <a:close/>
                </a:path>
                <a:path w="1313179" h="1146810">
                  <a:moveTo>
                    <a:pt x="1184335" y="504189"/>
                  </a:moveTo>
                  <a:lnTo>
                    <a:pt x="1092373" y="504189"/>
                  </a:lnTo>
                  <a:lnTo>
                    <a:pt x="1106522" y="505460"/>
                  </a:lnTo>
                  <a:lnTo>
                    <a:pt x="1134163" y="505460"/>
                  </a:lnTo>
                  <a:lnTo>
                    <a:pt x="1146513" y="506730"/>
                  </a:lnTo>
                  <a:lnTo>
                    <a:pt x="1184335" y="504189"/>
                  </a:lnTo>
                  <a:close/>
                </a:path>
                <a:path w="1313179" h="1146810">
                  <a:moveTo>
                    <a:pt x="1292982" y="453389"/>
                  </a:moveTo>
                  <a:lnTo>
                    <a:pt x="1291115" y="453389"/>
                  </a:lnTo>
                  <a:lnTo>
                    <a:pt x="1243507" y="459739"/>
                  </a:lnTo>
                  <a:lnTo>
                    <a:pt x="1149823" y="467360"/>
                  </a:lnTo>
                  <a:lnTo>
                    <a:pt x="1103282" y="468630"/>
                  </a:lnTo>
                  <a:lnTo>
                    <a:pt x="1311480" y="468630"/>
                  </a:lnTo>
                  <a:lnTo>
                    <a:pt x="1306207" y="458470"/>
                  </a:lnTo>
                  <a:lnTo>
                    <a:pt x="1292982" y="453389"/>
                  </a:lnTo>
                  <a:close/>
                </a:path>
                <a:path w="1313179" h="1146810">
                  <a:moveTo>
                    <a:pt x="462469" y="50800"/>
                  </a:moveTo>
                  <a:lnTo>
                    <a:pt x="311234" y="50800"/>
                  </a:lnTo>
                  <a:lnTo>
                    <a:pt x="357093" y="55879"/>
                  </a:lnTo>
                  <a:lnTo>
                    <a:pt x="402132" y="69850"/>
                  </a:lnTo>
                  <a:lnTo>
                    <a:pt x="445629" y="92710"/>
                  </a:lnTo>
                  <a:lnTo>
                    <a:pt x="486863" y="121920"/>
                  </a:lnTo>
                  <a:lnTo>
                    <a:pt x="525112" y="156210"/>
                  </a:lnTo>
                  <a:lnTo>
                    <a:pt x="559654" y="193040"/>
                  </a:lnTo>
                  <a:lnTo>
                    <a:pt x="589768" y="233679"/>
                  </a:lnTo>
                  <a:lnTo>
                    <a:pt x="614733" y="273050"/>
                  </a:lnTo>
                  <a:lnTo>
                    <a:pt x="633826" y="313690"/>
                  </a:lnTo>
                  <a:lnTo>
                    <a:pt x="634626" y="313690"/>
                  </a:lnTo>
                  <a:lnTo>
                    <a:pt x="648166" y="294640"/>
                  </a:lnTo>
                  <a:lnTo>
                    <a:pt x="670495" y="252729"/>
                  </a:lnTo>
                  <a:lnTo>
                    <a:pt x="633826" y="252729"/>
                  </a:lnTo>
                  <a:lnTo>
                    <a:pt x="613709" y="209550"/>
                  </a:lnTo>
                  <a:lnTo>
                    <a:pt x="586655" y="167640"/>
                  </a:lnTo>
                  <a:lnTo>
                    <a:pt x="553821" y="127000"/>
                  </a:lnTo>
                  <a:lnTo>
                    <a:pt x="516364" y="90170"/>
                  </a:lnTo>
                  <a:lnTo>
                    <a:pt x="475440" y="58420"/>
                  </a:lnTo>
                  <a:lnTo>
                    <a:pt x="462469" y="50800"/>
                  </a:lnTo>
                  <a:close/>
                </a:path>
                <a:path w="1313179" h="1146810">
                  <a:moveTo>
                    <a:pt x="913849" y="5079"/>
                  </a:moveTo>
                  <a:lnTo>
                    <a:pt x="902300" y="5079"/>
                  </a:lnTo>
                  <a:lnTo>
                    <a:pt x="878101" y="7620"/>
                  </a:lnTo>
                  <a:lnTo>
                    <a:pt x="818718" y="26670"/>
                  </a:lnTo>
                  <a:lnTo>
                    <a:pt x="776545" y="50800"/>
                  </a:lnTo>
                  <a:lnTo>
                    <a:pt x="738908" y="83820"/>
                  </a:lnTo>
                  <a:lnTo>
                    <a:pt x="705813" y="121920"/>
                  </a:lnTo>
                  <a:lnTo>
                    <a:pt x="677265" y="163829"/>
                  </a:lnTo>
                  <a:lnTo>
                    <a:pt x="653267" y="208279"/>
                  </a:lnTo>
                  <a:lnTo>
                    <a:pt x="633826" y="252729"/>
                  </a:lnTo>
                  <a:lnTo>
                    <a:pt x="670495" y="252729"/>
                  </a:lnTo>
                  <a:lnTo>
                    <a:pt x="705740" y="186690"/>
                  </a:lnTo>
                  <a:lnTo>
                    <a:pt x="741791" y="129540"/>
                  </a:lnTo>
                  <a:lnTo>
                    <a:pt x="777362" y="87629"/>
                  </a:lnTo>
                  <a:lnTo>
                    <a:pt x="820662" y="59690"/>
                  </a:lnTo>
                  <a:lnTo>
                    <a:pt x="873145" y="44450"/>
                  </a:lnTo>
                  <a:lnTo>
                    <a:pt x="890936" y="41910"/>
                  </a:lnTo>
                  <a:lnTo>
                    <a:pt x="1016439" y="41910"/>
                  </a:lnTo>
                  <a:lnTo>
                    <a:pt x="1000923" y="29210"/>
                  </a:lnTo>
                  <a:lnTo>
                    <a:pt x="960614" y="11429"/>
                  </a:lnTo>
                  <a:lnTo>
                    <a:pt x="913849" y="5079"/>
                  </a:lnTo>
                  <a:close/>
                </a:path>
              </a:pathLst>
            </a:custGeom>
            <a:solidFill>
              <a:srgbClr val="0A1533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63365" y="1235360"/>
            <a:ext cx="3780790" cy="3908425"/>
            <a:chOff x="5363365" y="1235360"/>
            <a:chExt cx="3780790" cy="3908425"/>
          </a:xfrm>
        </p:grpSpPr>
        <p:sp>
          <p:nvSpPr>
            <p:cNvPr id="3" name="object 3"/>
            <p:cNvSpPr/>
            <p:nvPr/>
          </p:nvSpPr>
          <p:spPr>
            <a:xfrm>
              <a:off x="7567091" y="1504972"/>
              <a:ext cx="610235" cy="891540"/>
            </a:xfrm>
            <a:custGeom>
              <a:avLst/>
              <a:gdLst/>
              <a:ahLst/>
              <a:cxnLst/>
              <a:rect l="l" t="t" r="r" b="b"/>
              <a:pathLst>
                <a:path w="610234" h="891539">
                  <a:moveTo>
                    <a:pt x="225537" y="0"/>
                  </a:moveTo>
                  <a:lnTo>
                    <a:pt x="180530" y="7619"/>
                  </a:lnTo>
                  <a:lnTo>
                    <a:pt x="112246" y="30479"/>
                  </a:lnTo>
                  <a:lnTo>
                    <a:pt x="59842" y="53339"/>
                  </a:lnTo>
                  <a:lnTo>
                    <a:pt x="14706" y="83819"/>
                  </a:lnTo>
                  <a:lnTo>
                    <a:pt x="0" y="119379"/>
                  </a:lnTo>
                  <a:lnTo>
                    <a:pt x="766" y="134619"/>
                  </a:lnTo>
                  <a:lnTo>
                    <a:pt x="830" y="135889"/>
                  </a:lnTo>
                  <a:lnTo>
                    <a:pt x="4822" y="152400"/>
                  </a:lnTo>
                  <a:lnTo>
                    <a:pt x="10744" y="168910"/>
                  </a:lnTo>
                  <a:lnTo>
                    <a:pt x="17360" y="184150"/>
                  </a:lnTo>
                  <a:lnTo>
                    <a:pt x="25896" y="204469"/>
                  </a:lnTo>
                  <a:lnTo>
                    <a:pt x="34658" y="226060"/>
                  </a:lnTo>
                  <a:lnTo>
                    <a:pt x="44725" y="246379"/>
                  </a:lnTo>
                  <a:lnTo>
                    <a:pt x="57175" y="262889"/>
                  </a:lnTo>
                  <a:lnTo>
                    <a:pt x="58991" y="265429"/>
                  </a:lnTo>
                  <a:lnTo>
                    <a:pt x="62293" y="265429"/>
                  </a:lnTo>
                  <a:lnTo>
                    <a:pt x="63614" y="266700"/>
                  </a:lnTo>
                  <a:lnTo>
                    <a:pt x="68969" y="270510"/>
                  </a:lnTo>
                  <a:lnTo>
                    <a:pt x="74626" y="273050"/>
                  </a:lnTo>
                  <a:lnTo>
                    <a:pt x="80743" y="275589"/>
                  </a:lnTo>
                  <a:lnTo>
                    <a:pt x="87477" y="278129"/>
                  </a:lnTo>
                  <a:lnTo>
                    <a:pt x="87214" y="292100"/>
                  </a:lnTo>
                  <a:lnTo>
                    <a:pt x="81269" y="340360"/>
                  </a:lnTo>
                  <a:lnTo>
                    <a:pt x="60358" y="384810"/>
                  </a:lnTo>
                  <a:lnTo>
                    <a:pt x="53460" y="394969"/>
                  </a:lnTo>
                  <a:lnTo>
                    <a:pt x="47193" y="406400"/>
                  </a:lnTo>
                  <a:lnTo>
                    <a:pt x="39611" y="430529"/>
                  </a:lnTo>
                  <a:lnTo>
                    <a:pt x="37840" y="452119"/>
                  </a:lnTo>
                  <a:lnTo>
                    <a:pt x="37736" y="453389"/>
                  </a:lnTo>
                  <a:lnTo>
                    <a:pt x="39869" y="477519"/>
                  </a:lnTo>
                  <a:lnTo>
                    <a:pt x="58404" y="553719"/>
                  </a:lnTo>
                  <a:lnTo>
                    <a:pt x="75576" y="601979"/>
                  </a:lnTo>
                  <a:lnTo>
                    <a:pt x="94737" y="651509"/>
                  </a:lnTo>
                  <a:lnTo>
                    <a:pt x="114796" y="699769"/>
                  </a:lnTo>
                  <a:lnTo>
                    <a:pt x="134664" y="748029"/>
                  </a:lnTo>
                  <a:lnTo>
                    <a:pt x="153251" y="797559"/>
                  </a:lnTo>
                  <a:lnTo>
                    <a:pt x="169468" y="847089"/>
                  </a:lnTo>
                  <a:lnTo>
                    <a:pt x="168732" y="848359"/>
                  </a:lnTo>
                  <a:lnTo>
                    <a:pt x="169291" y="849629"/>
                  </a:lnTo>
                  <a:lnTo>
                    <a:pt x="216924" y="877569"/>
                  </a:lnTo>
                  <a:lnTo>
                    <a:pt x="259702" y="889000"/>
                  </a:lnTo>
                  <a:lnTo>
                    <a:pt x="305754" y="891539"/>
                  </a:lnTo>
                  <a:lnTo>
                    <a:pt x="353268" y="887729"/>
                  </a:lnTo>
                  <a:lnTo>
                    <a:pt x="400431" y="877569"/>
                  </a:lnTo>
                  <a:lnTo>
                    <a:pt x="435868" y="864869"/>
                  </a:lnTo>
                  <a:lnTo>
                    <a:pt x="282565" y="864869"/>
                  </a:lnTo>
                  <a:lnTo>
                    <a:pt x="239412" y="861059"/>
                  </a:lnTo>
                  <a:lnTo>
                    <a:pt x="197383" y="849629"/>
                  </a:lnTo>
                  <a:lnTo>
                    <a:pt x="198145" y="848359"/>
                  </a:lnTo>
                  <a:lnTo>
                    <a:pt x="196684" y="843279"/>
                  </a:lnTo>
                  <a:lnTo>
                    <a:pt x="190757" y="822959"/>
                  </a:lnTo>
                  <a:lnTo>
                    <a:pt x="184524" y="803909"/>
                  </a:lnTo>
                  <a:lnTo>
                    <a:pt x="177968" y="783589"/>
                  </a:lnTo>
                  <a:lnTo>
                    <a:pt x="171069" y="764539"/>
                  </a:lnTo>
                  <a:lnTo>
                    <a:pt x="362984" y="764539"/>
                  </a:lnTo>
                  <a:lnTo>
                    <a:pt x="370836" y="762000"/>
                  </a:lnTo>
                  <a:lnTo>
                    <a:pt x="378675" y="758189"/>
                  </a:lnTo>
                  <a:lnTo>
                    <a:pt x="384445" y="755650"/>
                  </a:lnTo>
                  <a:lnTo>
                    <a:pt x="251647" y="755650"/>
                  </a:lnTo>
                  <a:lnTo>
                    <a:pt x="206857" y="751839"/>
                  </a:lnTo>
                  <a:lnTo>
                    <a:pt x="161937" y="740409"/>
                  </a:lnTo>
                  <a:lnTo>
                    <a:pt x="143634" y="694689"/>
                  </a:lnTo>
                  <a:lnTo>
                    <a:pt x="124941" y="647700"/>
                  </a:lnTo>
                  <a:lnTo>
                    <a:pt x="106920" y="601979"/>
                  </a:lnTo>
                  <a:lnTo>
                    <a:pt x="90633" y="554989"/>
                  </a:lnTo>
                  <a:lnTo>
                    <a:pt x="77139" y="508000"/>
                  </a:lnTo>
                  <a:lnTo>
                    <a:pt x="250163" y="508000"/>
                  </a:lnTo>
                  <a:lnTo>
                    <a:pt x="264179" y="502919"/>
                  </a:lnTo>
                  <a:lnTo>
                    <a:pt x="147367" y="502919"/>
                  </a:lnTo>
                  <a:lnTo>
                    <a:pt x="109061" y="500379"/>
                  </a:lnTo>
                  <a:lnTo>
                    <a:pt x="72936" y="488950"/>
                  </a:lnTo>
                  <a:lnTo>
                    <a:pt x="71780" y="485139"/>
                  </a:lnTo>
                  <a:lnTo>
                    <a:pt x="69814" y="441959"/>
                  </a:lnTo>
                  <a:lnTo>
                    <a:pt x="79938" y="408939"/>
                  </a:lnTo>
                  <a:lnTo>
                    <a:pt x="95670" y="377189"/>
                  </a:lnTo>
                  <a:lnTo>
                    <a:pt x="110528" y="339089"/>
                  </a:lnTo>
                  <a:lnTo>
                    <a:pt x="114623" y="323850"/>
                  </a:lnTo>
                  <a:lnTo>
                    <a:pt x="116076" y="308610"/>
                  </a:lnTo>
                  <a:lnTo>
                    <a:pt x="114269" y="293369"/>
                  </a:lnTo>
                  <a:lnTo>
                    <a:pt x="108585" y="279400"/>
                  </a:lnTo>
                  <a:lnTo>
                    <a:pt x="125638" y="279400"/>
                  </a:lnTo>
                  <a:lnTo>
                    <a:pt x="143092" y="276860"/>
                  </a:lnTo>
                  <a:lnTo>
                    <a:pt x="176999" y="269239"/>
                  </a:lnTo>
                  <a:lnTo>
                    <a:pt x="184086" y="266700"/>
                  </a:lnTo>
                  <a:lnTo>
                    <a:pt x="190919" y="265429"/>
                  </a:lnTo>
                  <a:lnTo>
                    <a:pt x="197091" y="262889"/>
                  </a:lnTo>
                  <a:lnTo>
                    <a:pt x="226069" y="250189"/>
                  </a:lnTo>
                  <a:lnTo>
                    <a:pt x="98693" y="250189"/>
                  </a:lnTo>
                  <a:lnTo>
                    <a:pt x="79907" y="247650"/>
                  </a:lnTo>
                  <a:lnTo>
                    <a:pt x="70002" y="247650"/>
                  </a:lnTo>
                  <a:lnTo>
                    <a:pt x="64252" y="231139"/>
                  </a:lnTo>
                  <a:lnTo>
                    <a:pt x="56943" y="214629"/>
                  </a:lnTo>
                  <a:lnTo>
                    <a:pt x="48867" y="198119"/>
                  </a:lnTo>
                  <a:lnTo>
                    <a:pt x="40817" y="182879"/>
                  </a:lnTo>
                  <a:lnTo>
                    <a:pt x="37707" y="173989"/>
                  </a:lnTo>
                  <a:lnTo>
                    <a:pt x="34886" y="165100"/>
                  </a:lnTo>
                  <a:lnTo>
                    <a:pt x="32295" y="156210"/>
                  </a:lnTo>
                  <a:lnTo>
                    <a:pt x="29870" y="148589"/>
                  </a:lnTo>
                  <a:lnTo>
                    <a:pt x="47955" y="148589"/>
                  </a:lnTo>
                  <a:lnTo>
                    <a:pt x="57127" y="147319"/>
                  </a:lnTo>
                  <a:lnTo>
                    <a:pt x="65887" y="144779"/>
                  </a:lnTo>
                  <a:lnTo>
                    <a:pt x="78042" y="144779"/>
                  </a:lnTo>
                  <a:lnTo>
                    <a:pt x="76949" y="142239"/>
                  </a:lnTo>
                  <a:lnTo>
                    <a:pt x="103035" y="134619"/>
                  </a:lnTo>
                  <a:lnTo>
                    <a:pt x="113240" y="134619"/>
                  </a:lnTo>
                  <a:lnTo>
                    <a:pt x="130593" y="129539"/>
                  </a:lnTo>
                  <a:lnTo>
                    <a:pt x="151890" y="121919"/>
                  </a:lnTo>
                  <a:lnTo>
                    <a:pt x="41149" y="121919"/>
                  </a:lnTo>
                  <a:lnTo>
                    <a:pt x="30835" y="116839"/>
                  </a:lnTo>
                  <a:lnTo>
                    <a:pt x="27711" y="109219"/>
                  </a:lnTo>
                  <a:lnTo>
                    <a:pt x="30419" y="101600"/>
                  </a:lnTo>
                  <a:lnTo>
                    <a:pt x="36389" y="93979"/>
                  </a:lnTo>
                  <a:lnTo>
                    <a:pt x="75347" y="68579"/>
                  </a:lnTo>
                  <a:lnTo>
                    <a:pt x="175272" y="30479"/>
                  </a:lnTo>
                  <a:lnTo>
                    <a:pt x="210072" y="22860"/>
                  </a:lnTo>
                  <a:lnTo>
                    <a:pt x="276463" y="22860"/>
                  </a:lnTo>
                  <a:lnTo>
                    <a:pt x="275123" y="19050"/>
                  </a:lnTo>
                  <a:lnTo>
                    <a:pt x="265914" y="11429"/>
                  </a:lnTo>
                  <a:lnTo>
                    <a:pt x="253878" y="5079"/>
                  </a:lnTo>
                  <a:lnTo>
                    <a:pt x="240931" y="2539"/>
                  </a:lnTo>
                  <a:lnTo>
                    <a:pt x="225537" y="0"/>
                  </a:lnTo>
                  <a:close/>
                </a:path>
                <a:path w="610234" h="891539">
                  <a:moveTo>
                    <a:pt x="582403" y="632459"/>
                  </a:moveTo>
                  <a:lnTo>
                    <a:pt x="547585" y="632459"/>
                  </a:lnTo>
                  <a:lnTo>
                    <a:pt x="554009" y="651509"/>
                  </a:lnTo>
                  <a:lnTo>
                    <a:pt x="567850" y="688339"/>
                  </a:lnTo>
                  <a:lnTo>
                    <a:pt x="574624" y="708659"/>
                  </a:lnTo>
                  <a:lnTo>
                    <a:pt x="547352" y="742950"/>
                  </a:lnTo>
                  <a:lnTo>
                    <a:pt x="511540" y="777239"/>
                  </a:lnTo>
                  <a:lnTo>
                    <a:pt x="468800" y="807719"/>
                  </a:lnTo>
                  <a:lnTo>
                    <a:pt x="420744" y="833119"/>
                  </a:lnTo>
                  <a:lnTo>
                    <a:pt x="368985" y="852169"/>
                  </a:lnTo>
                  <a:lnTo>
                    <a:pt x="326028" y="861059"/>
                  </a:lnTo>
                  <a:lnTo>
                    <a:pt x="282565" y="864869"/>
                  </a:lnTo>
                  <a:lnTo>
                    <a:pt x="435868" y="864869"/>
                  </a:lnTo>
                  <a:lnTo>
                    <a:pt x="482060" y="844550"/>
                  </a:lnTo>
                  <a:lnTo>
                    <a:pt x="516220" y="822959"/>
                  </a:lnTo>
                  <a:lnTo>
                    <a:pt x="563542" y="775969"/>
                  </a:lnTo>
                  <a:lnTo>
                    <a:pt x="604433" y="722629"/>
                  </a:lnTo>
                  <a:lnTo>
                    <a:pt x="609701" y="706119"/>
                  </a:lnTo>
                  <a:lnTo>
                    <a:pt x="591008" y="655319"/>
                  </a:lnTo>
                  <a:lnTo>
                    <a:pt x="582403" y="632459"/>
                  </a:lnTo>
                  <a:close/>
                </a:path>
                <a:path w="610234" h="891539">
                  <a:moveTo>
                    <a:pt x="362984" y="764539"/>
                  </a:moveTo>
                  <a:lnTo>
                    <a:pt x="171069" y="764539"/>
                  </a:lnTo>
                  <a:lnTo>
                    <a:pt x="214386" y="777239"/>
                  </a:lnTo>
                  <a:lnTo>
                    <a:pt x="258498" y="781050"/>
                  </a:lnTo>
                  <a:lnTo>
                    <a:pt x="302949" y="778509"/>
                  </a:lnTo>
                  <a:lnTo>
                    <a:pt x="347281" y="769619"/>
                  </a:lnTo>
                  <a:lnTo>
                    <a:pt x="362984" y="764539"/>
                  </a:lnTo>
                  <a:close/>
                </a:path>
                <a:path w="610234" h="891539">
                  <a:moveTo>
                    <a:pt x="470700" y="381000"/>
                  </a:moveTo>
                  <a:lnTo>
                    <a:pt x="435787" y="381000"/>
                  </a:lnTo>
                  <a:lnTo>
                    <a:pt x="459436" y="421639"/>
                  </a:lnTo>
                  <a:lnTo>
                    <a:pt x="480758" y="464819"/>
                  </a:lnTo>
                  <a:lnTo>
                    <a:pt x="500323" y="509269"/>
                  </a:lnTo>
                  <a:lnTo>
                    <a:pt x="518701" y="554989"/>
                  </a:lnTo>
                  <a:lnTo>
                    <a:pt x="536460" y="600709"/>
                  </a:lnTo>
                  <a:lnTo>
                    <a:pt x="504751" y="640079"/>
                  </a:lnTo>
                  <a:lnTo>
                    <a:pt x="468479" y="674369"/>
                  </a:lnTo>
                  <a:lnTo>
                    <a:pt x="428305" y="703579"/>
                  </a:lnTo>
                  <a:lnTo>
                    <a:pt x="384891" y="726439"/>
                  </a:lnTo>
                  <a:lnTo>
                    <a:pt x="338899" y="744219"/>
                  </a:lnTo>
                  <a:lnTo>
                    <a:pt x="295822" y="753109"/>
                  </a:lnTo>
                  <a:lnTo>
                    <a:pt x="251647" y="755650"/>
                  </a:lnTo>
                  <a:lnTo>
                    <a:pt x="384445" y="755650"/>
                  </a:lnTo>
                  <a:lnTo>
                    <a:pt x="424831" y="737869"/>
                  </a:lnTo>
                  <a:lnTo>
                    <a:pt x="472532" y="709929"/>
                  </a:lnTo>
                  <a:lnTo>
                    <a:pt x="515532" y="674369"/>
                  </a:lnTo>
                  <a:lnTo>
                    <a:pt x="547585" y="632459"/>
                  </a:lnTo>
                  <a:lnTo>
                    <a:pt x="582403" y="632459"/>
                  </a:lnTo>
                  <a:lnTo>
                    <a:pt x="551976" y="553719"/>
                  </a:lnTo>
                  <a:lnTo>
                    <a:pt x="530917" y="502919"/>
                  </a:lnTo>
                  <a:lnTo>
                    <a:pt x="508347" y="453389"/>
                  </a:lnTo>
                  <a:lnTo>
                    <a:pt x="483908" y="405129"/>
                  </a:lnTo>
                  <a:lnTo>
                    <a:pt x="470700" y="381000"/>
                  </a:lnTo>
                  <a:close/>
                </a:path>
                <a:path w="610234" h="891539">
                  <a:moveTo>
                    <a:pt x="250163" y="508000"/>
                  </a:moveTo>
                  <a:lnTo>
                    <a:pt x="77139" y="508000"/>
                  </a:lnTo>
                  <a:lnTo>
                    <a:pt x="116560" y="518159"/>
                  </a:lnTo>
                  <a:lnTo>
                    <a:pt x="158775" y="521969"/>
                  </a:lnTo>
                  <a:lnTo>
                    <a:pt x="202551" y="519429"/>
                  </a:lnTo>
                  <a:lnTo>
                    <a:pt x="246659" y="509269"/>
                  </a:lnTo>
                  <a:lnTo>
                    <a:pt x="250163" y="508000"/>
                  </a:lnTo>
                  <a:close/>
                </a:path>
                <a:path w="610234" h="891539">
                  <a:moveTo>
                    <a:pt x="307948" y="215900"/>
                  </a:moveTo>
                  <a:lnTo>
                    <a:pt x="286626" y="215900"/>
                  </a:lnTo>
                  <a:lnTo>
                    <a:pt x="307433" y="261619"/>
                  </a:lnTo>
                  <a:lnTo>
                    <a:pt x="341953" y="294639"/>
                  </a:lnTo>
                  <a:lnTo>
                    <a:pt x="382141" y="325119"/>
                  </a:lnTo>
                  <a:lnTo>
                    <a:pt x="419950" y="359410"/>
                  </a:lnTo>
                  <a:lnTo>
                    <a:pt x="391857" y="393700"/>
                  </a:lnTo>
                  <a:lnTo>
                    <a:pt x="357007" y="425450"/>
                  </a:lnTo>
                  <a:lnTo>
                    <a:pt x="316893" y="452119"/>
                  </a:lnTo>
                  <a:lnTo>
                    <a:pt x="273008" y="474979"/>
                  </a:lnTo>
                  <a:lnTo>
                    <a:pt x="226847" y="491489"/>
                  </a:lnTo>
                  <a:lnTo>
                    <a:pt x="186936" y="500379"/>
                  </a:lnTo>
                  <a:lnTo>
                    <a:pt x="147367" y="502919"/>
                  </a:lnTo>
                  <a:lnTo>
                    <a:pt x="264179" y="502919"/>
                  </a:lnTo>
                  <a:lnTo>
                    <a:pt x="335342" y="471169"/>
                  </a:lnTo>
                  <a:lnTo>
                    <a:pt x="374609" y="445769"/>
                  </a:lnTo>
                  <a:lnTo>
                    <a:pt x="408571" y="415289"/>
                  </a:lnTo>
                  <a:lnTo>
                    <a:pt x="435787" y="381000"/>
                  </a:lnTo>
                  <a:lnTo>
                    <a:pt x="470700" y="381000"/>
                  </a:lnTo>
                  <a:lnTo>
                    <a:pt x="439132" y="332739"/>
                  </a:lnTo>
                  <a:lnTo>
                    <a:pt x="405404" y="300989"/>
                  </a:lnTo>
                  <a:lnTo>
                    <a:pt x="375310" y="284479"/>
                  </a:lnTo>
                  <a:lnTo>
                    <a:pt x="360260" y="275589"/>
                  </a:lnTo>
                  <a:lnTo>
                    <a:pt x="340788" y="261619"/>
                  </a:lnTo>
                  <a:lnTo>
                    <a:pt x="326180" y="245110"/>
                  </a:lnTo>
                  <a:lnTo>
                    <a:pt x="314172" y="226060"/>
                  </a:lnTo>
                  <a:lnTo>
                    <a:pt x="307948" y="215900"/>
                  </a:lnTo>
                  <a:close/>
                </a:path>
                <a:path w="610234" h="891539">
                  <a:moveTo>
                    <a:pt x="78042" y="144779"/>
                  </a:moveTo>
                  <a:lnTo>
                    <a:pt x="65887" y="144779"/>
                  </a:lnTo>
                  <a:lnTo>
                    <a:pt x="71248" y="160019"/>
                  </a:lnTo>
                  <a:lnTo>
                    <a:pt x="77008" y="173989"/>
                  </a:lnTo>
                  <a:lnTo>
                    <a:pt x="82941" y="187960"/>
                  </a:lnTo>
                  <a:lnTo>
                    <a:pt x="88823" y="203200"/>
                  </a:lnTo>
                  <a:lnTo>
                    <a:pt x="92891" y="214629"/>
                  </a:lnTo>
                  <a:lnTo>
                    <a:pt x="97245" y="227329"/>
                  </a:lnTo>
                  <a:lnTo>
                    <a:pt x="102145" y="238760"/>
                  </a:lnTo>
                  <a:lnTo>
                    <a:pt x="107848" y="250189"/>
                  </a:lnTo>
                  <a:lnTo>
                    <a:pt x="117398" y="250189"/>
                  </a:lnTo>
                  <a:lnTo>
                    <a:pt x="109337" y="222250"/>
                  </a:lnTo>
                  <a:lnTo>
                    <a:pt x="99455" y="195579"/>
                  </a:lnTo>
                  <a:lnTo>
                    <a:pt x="88432" y="168910"/>
                  </a:lnTo>
                  <a:lnTo>
                    <a:pt x="78042" y="144779"/>
                  </a:lnTo>
                  <a:close/>
                </a:path>
                <a:path w="610234" h="891539">
                  <a:moveTo>
                    <a:pt x="113240" y="134619"/>
                  </a:moveTo>
                  <a:lnTo>
                    <a:pt x="103035" y="134619"/>
                  </a:lnTo>
                  <a:lnTo>
                    <a:pt x="108484" y="153669"/>
                  </a:lnTo>
                  <a:lnTo>
                    <a:pt x="113839" y="171450"/>
                  </a:lnTo>
                  <a:lnTo>
                    <a:pt x="119704" y="187960"/>
                  </a:lnTo>
                  <a:lnTo>
                    <a:pt x="126390" y="204469"/>
                  </a:lnTo>
                  <a:lnTo>
                    <a:pt x="130226" y="215900"/>
                  </a:lnTo>
                  <a:lnTo>
                    <a:pt x="134240" y="227329"/>
                  </a:lnTo>
                  <a:lnTo>
                    <a:pt x="138961" y="237489"/>
                  </a:lnTo>
                  <a:lnTo>
                    <a:pt x="144919" y="247650"/>
                  </a:lnTo>
                  <a:lnTo>
                    <a:pt x="138072" y="248919"/>
                  </a:lnTo>
                  <a:lnTo>
                    <a:pt x="124474" y="248919"/>
                  </a:lnTo>
                  <a:lnTo>
                    <a:pt x="117398" y="250189"/>
                  </a:lnTo>
                  <a:lnTo>
                    <a:pt x="226069" y="250189"/>
                  </a:lnTo>
                  <a:lnTo>
                    <a:pt x="231865" y="247650"/>
                  </a:lnTo>
                  <a:lnTo>
                    <a:pt x="154851" y="247650"/>
                  </a:lnTo>
                  <a:lnTo>
                    <a:pt x="148619" y="218439"/>
                  </a:lnTo>
                  <a:lnTo>
                    <a:pt x="137444" y="189229"/>
                  </a:lnTo>
                  <a:lnTo>
                    <a:pt x="123484" y="160019"/>
                  </a:lnTo>
                  <a:lnTo>
                    <a:pt x="108902" y="135889"/>
                  </a:lnTo>
                  <a:lnTo>
                    <a:pt x="113240" y="134619"/>
                  </a:lnTo>
                  <a:close/>
                </a:path>
                <a:path w="610234" h="891539">
                  <a:moveTo>
                    <a:pt x="237248" y="177800"/>
                  </a:moveTo>
                  <a:lnTo>
                    <a:pt x="233794" y="179069"/>
                  </a:lnTo>
                  <a:lnTo>
                    <a:pt x="232181" y="180339"/>
                  </a:lnTo>
                  <a:lnTo>
                    <a:pt x="234937" y="190500"/>
                  </a:lnTo>
                  <a:lnTo>
                    <a:pt x="238264" y="198119"/>
                  </a:lnTo>
                  <a:lnTo>
                    <a:pt x="242824" y="214629"/>
                  </a:lnTo>
                  <a:lnTo>
                    <a:pt x="227761" y="222250"/>
                  </a:lnTo>
                  <a:lnTo>
                    <a:pt x="212653" y="228600"/>
                  </a:lnTo>
                  <a:lnTo>
                    <a:pt x="198409" y="234950"/>
                  </a:lnTo>
                  <a:lnTo>
                    <a:pt x="185940" y="238760"/>
                  </a:lnTo>
                  <a:lnTo>
                    <a:pt x="180568" y="241300"/>
                  </a:lnTo>
                  <a:lnTo>
                    <a:pt x="175361" y="242569"/>
                  </a:lnTo>
                  <a:lnTo>
                    <a:pt x="165087" y="246379"/>
                  </a:lnTo>
                  <a:lnTo>
                    <a:pt x="160007" y="246379"/>
                  </a:lnTo>
                  <a:lnTo>
                    <a:pt x="154851" y="247650"/>
                  </a:lnTo>
                  <a:lnTo>
                    <a:pt x="231865" y="247650"/>
                  </a:lnTo>
                  <a:lnTo>
                    <a:pt x="240558" y="243839"/>
                  </a:lnTo>
                  <a:lnTo>
                    <a:pt x="264372" y="229869"/>
                  </a:lnTo>
                  <a:lnTo>
                    <a:pt x="286626" y="215900"/>
                  </a:lnTo>
                  <a:lnTo>
                    <a:pt x="307948" y="215900"/>
                  </a:lnTo>
                  <a:lnTo>
                    <a:pt x="302501" y="207010"/>
                  </a:lnTo>
                  <a:lnTo>
                    <a:pt x="253695" y="207010"/>
                  </a:lnTo>
                  <a:lnTo>
                    <a:pt x="253123" y="204469"/>
                  </a:lnTo>
                  <a:lnTo>
                    <a:pt x="251802" y="204469"/>
                  </a:lnTo>
                  <a:lnTo>
                    <a:pt x="248885" y="198119"/>
                  </a:lnTo>
                  <a:lnTo>
                    <a:pt x="245648" y="191769"/>
                  </a:lnTo>
                  <a:lnTo>
                    <a:pt x="242446" y="186689"/>
                  </a:lnTo>
                  <a:lnTo>
                    <a:pt x="239636" y="180339"/>
                  </a:lnTo>
                  <a:lnTo>
                    <a:pt x="239102" y="179069"/>
                  </a:lnTo>
                  <a:lnTo>
                    <a:pt x="237248" y="177800"/>
                  </a:lnTo>
                  <a:close/>
                </a:path>
                <a:path w="610234" h="891539">
                  <a:moveTo>
                    <a:pt x="260638" y="85089"/>
                  </a:moveTo>
                  <a:lnTo>
                    <a:pt x="239598" y="85089"/>
                  </a:lnTo>
                  <a:lnTo>
                    <a:pt x="241774" y="96519"/>
                  </a:lnTo>
                  <a:lnTo>
                    <a:pt x="247203" y="107950"/>
                  </a:lnTo>
                  <a:lnTo>
                    <a:pt x="253469" y="118110"/>
                  </a:lnTo>
                  <a:lnTo>
                    <a:pt x="258152" y="127000"/>
                  </a:lnTo>
                  <a:lnTo>
                    <a:pt x="263048" y="142239"/>
                  </a:lnTo>
                  <a:lnTo>
                    <a:pt x="267508" y="157479"/>
                  </a:lnTo>
                  <a:lnTo>
                    <a:pt x="272902" y="172719"/>
                  </a:lnTo>
                  <a:lnTo>
                    <a:pt x="280606" y="186689"/>
                  </a:lnTo>
                  <a:lnTo>
                    <a:pt x="275183" y="191769"/>
                  </a:lnTo>
                  <a:lnTo>
                    <a:pt x="268855" y="196850"/>
                  </a:lnTo>
                  <a:lnTo>
                    <a:pt x="261675" y="201929"/>
                  </a:lnTo>
                  <a:lnTo>
                    <a:pt x="253695" y="207010"/>
                  </a:lnTo>
                  <a:lnTo>
                    <a:pt x="302501" y="207010"/>
                  </a:lnTo>
                  <a:lnTo>
                    <a:pt x="311518" y="196850"/>
                  </a:lnTo>
                  <a:lnTo>
                    <a:pt x="319231" y="187960"/>
                  </a:lnTo>
                  <a:lnTo>
                    <a:pt x="325295" y="177800"/>
                  </a:lnTo>
                  <a:lnTo>
                    <a:pt x="326820" y="173989"/>
                  </a:lnTo>
                  <a:lnTo>
                    <a:pt x="292125" y="173989"/>
                  </a:lnTo>
                  <a:lnTo>
                    <a:pt x="287608" y="160019"/>
                  </a:lnTo>
                  <a:lnTo>
                    <a:pt x="281612" y="146050"/>
                  </a:lnTo>
                  <a:lnTo>
                    <a:pt x="275355" y="132079"/>
                  </a:lnTo>
                  <a:lnTo>
                    <a:pt x="270052" y="119379"/>
                  </a:lnTo>
                  <a:lnTo>
                    <a:pt x="266917" y="107950"/>
                  </a:lnTo>
                  <a:lnTo>
                    <a:pt x="264125" y="96519"/>
                  </a:lnTo>
                  <a:lnTo>
                    <a:pt x="260638" y="85089"/>
                  </a:lnTo>
                  <a:close/>
                </a:path>
                <a:path w="610234" h="891539">
                  <a:moveTo>
                    <a:pt x="295086" y="63500"/>
                  </a:moveTo>
                  <a:lnTo>
                    <a:pt x="266890" y="63500"/>
                  </a:lnTo>
                  <a:lnTo>
                    <a:pt x="272159" y="73660"/>
                  </a:lnTo>
                  <a:lnTo>
                    <a:pt x="277541" y="83819"/>
                  </a:lnTo>
                  <a:lnTo>
                    <a:pt x="282372" y="93979"/>
                  </a:lnTo>
                  <a:lnTo>
                    <a:pt x="285991" y="102869"/>
                  </a:lnTo>
                  <a:lnTo>
                    <a:pt x="290383" y="115569"/>
                  </a:lnTo>
                  <a:lnTo>
                    <a:pt x="295011" y="128269"/>
                  </a:lnTo>
                  <a:lnTo>
                    <a:pt x="299510" y="140969"/>
                  </a:lnTo>
                  <a:lnTo>
                    <a:pt x="303517" y="153669"/>
                  </a:lnTo>
                  <a:lnTo>
                    <a:pt x="301739" y="158750"/>
                  </a:lnTo>
                  <a:lnTo>
                    <a:pt x="299110" y="165100"/>
                  </a:lnTo>
                  <a:lnTo>
                    <a:pt x="296265" y="170179"/>
                  </a:lnTo>
                  <a:lnTo>
                    <a:pt x="292125" y="173989"/>
                  </a:lnTo>
                  <a:lnTo>
                    <a:pt x="326820" y="173989"/>
                  </a:lnTo>
                  <a:lnTo>
                    <a:pt x="329361" y="167639"/>
                  </a:lnTo>
                  <a:lnTo>
                    <a:pt x="327926" y="162560"/>
                  </a:lnTo>
                  <a:lnTo>
                    <a:pt x="329349" y="160019"/>
                  </a:lnTo>
                  <a:lnTo>
                    <a:pt x="328485" y="157479"/>
                  </a:lnTo>
                  <a:lnTo>
                    <a:pt x="328955" y="154939"/>
                  </a:lnTo>
                  <a:lnTo>
                    <a:pt x="327825" y="151129"/>
                  </a:lnTo>
                  <a:lnTo>
                    <a:pt x="325628" y="147319"/>
                  </a:lnTo>
                  <a:lnTo>
                    <a:pt x="320616" y="134619"/>
                  </a:lnTo>
                  <a:lnTo>
                    <a:pt x="315580" y="123189"/>
                  </a:lnTo>
                  <a:lnTo>
                    <a:pt x="310742" y="110489"/>
                  </a:lnTo>
                  <a:lnTo>
                    <a:pt x="306324" y="99060"/>
                  </a:lnTo>
                  <a:lnTo>
                    <a:pt x="295086" y="63500"/>
                  </a:lnTo>
                  <a:close/>
                </a:path>
                <a:path w="610234" h="891539">
                  <a:moveTo>
                    <a:pt x="211103" y="106679"/>
                  </a:moveTo>
                  <a:lnTo>
                    <a:pt x="192735" y="106679"/>
                  </a:lnTo>
                  <a:lnTo>
                    <a:pt x="195394" y="115569"/>
                  </a:lnTo>
                  <a:lnTo>
                    <a:pt x="198559" y="123189"/>
                  </a:lnTo>
                  <a:lnTo>
                    <a:pt x="202098" y="130810"/>
                  </a:lnTo>
                  <a:lnTo>
                    <a:pt x="205879" y="138429"/>
                  </a:lnTo>
                  <a:lnTo>
                    <a:pt x="210794" y="147319"/>
                  </a:lnTo>
                  <a:lnTo>
                    <a:pt x="215920" y="157479"/>
                  </a:lnTo>
                  <a:lnTo>
                    <a:pt x="222001" y="165100"/>
                  </a:lnTo>
                  <a:lnTo>
                    <a:pt x="229781" y="172719"/>
                  </a:lnTo>
                  <a:lnTo>
                    <a:pt x="231076" y="172719"/>
                  </a:lnTo>
                  <a:lnTo>
                    <a:pt x="233324" y="171450"/>
                  </a:lnTo>
                  <a:lnTo>
                    <a:pt x="234772" y="170179"/>
                  </a:lnTo>
                  <a:lnTo>
                    <a:pt x="234226" y="168910"/>
                  </a:lnTo>
                  <a:lnTo>
                    <a:pt x="231964" y="160019"/>
                  </a:lnTo>
                  <a:lnTo>
                    <a:pt x="228157" y="151129"/>
                  </a:lnTo>
                  <a:lnTo>
                    <a:pt x="223980" y="140969"/>
                  </a:lnTo>
                  <a:lnTo>
                    <a:pt x="217492" y="124460"/>
                  </a:lnTo>
                  <a:lnTo>
                    <a:pt x="214393" y="115569"/>
                  </a:lnTo>
                  <a:lnTo>
                    <a:pt x="211473" y="107950"/>
                  </a:lnTo>
                  <a:lnTo>
                    <a:pt x="211103" y="106679"/>
                  </a:lnTo>
                  <a:close/>
                </a:path>
                <a:path w="610234" h="891539">
                  <a:moveTo>
                    <a:pt x="276463" y="22860"/>
                  </a:moveTo>
                  <a:lnTo>
                    <a:pt x="229795" y="22860"/>
                  </a:lnTo>
                  <a:lnTo>
                    <a:pt x="242976" y="29210"/>
                  </a:lnTo>
                  <a:lnTo>
                    <a:pt x="245286" y="43179"/>
                  </a:lnTo>
                  <a:lnTo>
                    <a:pt x="208178" y="69850"/>
                  </a:lnTo>
                  <a:lnTo>
                    <a:pt x="159400" y="91439"/>
                  </a:lnTo>
                  <a:lnTo>
                    <a:pt x="107937" y="107950"/>
                  </a:lnTo>
                  <a:lnTo>
                    <a:pt x="101253" y="109219"/>
                  </a:lnTo>
                  <a:lnTo>
                    <a:pt x="94559" y="111760"/>
                  </a:lnTo>
                  <a:lnTo>
                    <a:pt x="87858" y="113029"/>
                  </a:lnTo>
                  <a:lnTo>
                    <a:pt x="81153" y="115569"/>
                  </a:lnTo>
                  <a:lnTo>
                    <a:pt x="69217" y="118110"/>
                  </a:lnTo>
                  <a:lnTo>
                    <a:pt x="54913" y="120650"/>
                  </a:lnTo>
                  <a:lnTo>
                    <a:pt x="41149" y="121919"/>
                  </a:lnTo>
                  <a:lnTo>
                    <a:pt x="151890" y="121919"/>
                  </a:lnTo>
                  <a:lnTo>
                    <a:pt x="172651" y="114300"/>
                  </a:lnTo>
                  <a:lnTo>
                    <a:pt x="192735" y="106679"/>
                  </a:lnTo>
                  <a:lnTo>
                    <a:pt x="211103" y="106679"/>
                  </a:lnTo>
                  <a:lnTo>
                    <a:pt x="208889" y="99060"/>
                  </a:lnTo>
                  <a:lnTo>
                    <a:pt x="211645" y="97789"/>
                  </a:lnTo>
                  <a:lnTo>
                    <a:pt x="220624" y="95250"/>
                  </a:lnTo>
                  <a:lnTo>
                    <a:pt x="226377" y="91439"/>
                  </a:lnTo>
                  <a:lnTo>
                    <a:pt x="232803" y="87629"/>
                  </a:lnTo>
                  <a:lnTo>
                    <a:pt x="239598" y="85089"/>
                  </a:lnTo>
                  <a:lnTo>
                    <a:pt x="260638" y="85089"/>
                  </a:lnTo>
                  <a:lnTo>
                    <a:pt x="260251" y="83819"/>
                  </a:lnTo>
                  <a:lnTo>
                    <a:pt x="253873" y="74929"/>
                  </a:lnTo>
                  <a:lnTo>
                    <a:pt x="262737" y="67310"/>
                  </a:lnTo>
                  <a:lnTo>
                    <a:pt x="266890" y="63500"/>
                  </a:lnTo>
                  <a:lnTo>
                    <a:pt x="295086" y="63500"/>
                  </a:lnTo>
                  <a:lnTo>
                    <a:pt x="288409" y="46989"/>
                  </a:lnTo>
                  <a:lnTo>
                    <a:pt x="279590" y="31750"/>
                  </a:lnTo>
                  <a:lnTo>
                    <a:pt x="276463" y="2286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363365" y="1235360"/>
              <a:ext cx="3780634" cy="390813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01774" y="1504950"/>
            <a:ext cx="4553585" cy="2782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Framingham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Heart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Study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prospective study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free-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living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individuals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Framingham,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Massachusetts</a:t>
            </a:r>
            <a:r>
              <a:rPr sz="1800" spc="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identifies</a:t>
            </a:r>
            <a:r>
              <a:rPr sz="1800" spc="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risk-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factors</a:t>
            </a:r>
            <a:r>
              <a:rPr sz="1800" spc="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and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markers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cardiovascular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45" dirty="0">
                <a:solidFill>
                  <a:srgbClr val="0A1533"/>
                </a:solidFill>
                <a:latin typeface="+mn-lt"/>
                <a:cs typeface="+mn-lt"/>
              </a:rPr>
              <a:t>disease.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Given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45" dirty="0">
                <a:solidFill>
                  <a:srgbClr val="0A1533"/>
                </a:solidFill>
                <a:latin typeface="+mn-lt"/>
                <a:cs typeface="+mn-lt"/>
              </a:rPr>
              <a:t>a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2020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study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examining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European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adults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reports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higher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associated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with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increased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risk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heart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attack,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we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wanted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study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0" dirty="0">
                <a:solidFill>
                  <a:srgbClr val="0A1533"/>
                </a:solidFill>
                <a:latin typeface="+mn-lt"/>
                <a:cs typeface="+mn-lt"/>
              </a:rPr>
              <a:t>if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there </a:t>
            </a:r>
            <a:r>
              <a:rPr sz="1800" spc="45" dirty="0">
                <a:solidFill>
                  <a:srgbClr val="0A1533"/>
                </a:solidFill>
                <a:latin typeface="+mn-lt"/>
                <a:cs typeface="+mn-lt"/>
              </a:rPr>
              <a:t>is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similar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association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within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Framingham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population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(Adams,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80" dirty="0">
                <a:solidFill>
                  <a:srgbClr val="0A1533"/>
                </a:solidFill>
                <a:latin typeface="+mn-lt"/>
                <a:cs typeface="+mn-lt"/>
              </a:rPr>
              <a:t>Jacocks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55" dirty="0">
                <a:solidFill>
                  <a:srgbClr val="0A1533"/>
                </a:solidFill>
                <a:latin typeface="+mn-lt"/>
                <a:cs typeface="+mn-lt"/>
              </a:rPr>
              <a:t>&amp;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25" dirty="0">
                <a:solidFill>
                  <a:srgbClr val="0A1533"/>
                </a:solidFill>
                <a:latin typeface="+mn-lt"/>
                <a:cs typeface="+mn-lt"/>
              </a:rPr>
              <a:t>Guo,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2020).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474470" y="772160"/>
            <a:ext cx="29743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latin typeface="+mj-lt"/>
                <a:cs typeface="+mj-lt"/>
              </a:rPr>
              <a:t>Introduction</a:t>
            </a:r>
            <a:endParaRPr lang="en-US" sz="3600" b="1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10196" y="574017"/>
            <a:ext cx="534035" cy="1057910"/>
            <a:chOff x="8610196" y="574017"/>
            <a:chExt cx="534035" cy="1057910"/>
          </a:xfrm>
        </p:grpSpPr>
        <p:sp>
          <p:nvSpPr>
            <p:cNvPr id="3" name="object 3"/>
            <p:cNvSpPr/>
            <p:nvPr/>
          </p:nvSpPr>
          <p:spPr>
            <a:xfrm>
              <a:off x="8610196" y="574017"/>
              <a:ext cx="534035" cy="1057910"/>
            </a:xfrm>
            <a:custGeom>
              <a:avLst/>
              <a:gdLst/>
              <a:ahLst/>
              <a:cxnLst/>
              <a:rect l="l" t="t" r="r" b="b"/>
              <a:pathLst>
                <a:path w="534034" h="1057910">
                  <a:moveTo>
                    <a:pt x="190502" y="0"/>
                  </a:moveTo>
                  <a:lnTo>
                    <a:pt x="173529" y="3810"/>
                  </a:lnTo>
                  <a:lnTo>
                    <a:pt x="168246" y="6350"/>
                  </a:lnTo>
                  <a:lnTo>
                    <a:pt x="157972" y="13970"/>
                  </a:lnTo>
                  <a:lnTo>
                    <a:pt x="134401" y="27940"/>
                  </a:lnTo>
                  <a:lnTo>
                    <a:pt x="90394" y="60960"/>
                  </a:lnTo>
                  <a:lnTo>
                    <a:pt x="54254" y="96520"/>
                  </a:lnTo>
                  <a:lnTo>
                    <a:pt x="9102" y="146050"/>
                  </a:lnTo>
                  <a:lnTo>
                    <a:pt x="224" y="165100"/>
                  </a:lnTo>
                  <a:lnTo>
                    <a:pt x="112" y="167640"/>
                  </a:lnTo>
                  <a:lnTo>
                    <a:pt x="21781" y="214629"/>
                  </a:lnTo>
                  <a:lnTo>
                    <a:pt x="48491" y="251460"/>
                  </a:lnTo>
                  <a:lnTo>
                    <a:pt x="68183" y="271780"/>
                  </a:lnTo>
                  <a:lnTo>
                    <a:pt x="76285" y="284480"/>
                  </a:lnTo>
                  <a:lnTo>
                    <a:pt x="72501" y="290830"/>
                  </a:lnTo>
                  <a:lnTo>
                    <a:pt x="70329" y="297180"/>
                  </a:lnTo>
                  <a:lnTo>
                    <a:pt x="67459" y="303530"/>
                  </a:lnTo>
                  <a:lnTo>
                    <a:pt x="62724" y="314960"/>
                  </a:lnTo>
                  <a:lnTo>
                    <a:pt x="61385" y="325120"/>
                  </a:lnTo>
                  <a:lnTo>
                    <a:pt x="63137" y="336550"/>
                  </a:lnTo>
                  <a:lnTo>
                    <a:pt x="90241" y="381000"/>
                  </a:lnTo>
                  <a:lnTo>
                    <a:pt x="127581" y="400050"/>
                  </a:lnTo>
                  <a:lnTo>
                    <a:pt x="135212" y="411480"/>
                  </a:lnTo>
                  <a:lnTo>
                    <a:pt x="143275" y="422910"/>
                  </a:lnTo>
                  <a:lnTo>
                    <a:pt x="151980" y="434339"/>
                  </a:lnTo>
                  <a:lnTo>
                    <a:pt x="161541" y="445770"/>
                  </a:lnTo>
                  <a:lnTo>
                    <a:pt x="165635" y="453389"/>
                  </a:lnTo>
                  <a:lnTo>
                    <a:pt x="167589" y="461010"/>
                  </a:lnTo>
                  <a:lnTo>
                    <a:pt x="167403" y="467360"/>
                  </a:lnTo>
                  <a:lnTo>
                    <a:pt x="167366" y="468630"/>
                  </a:lnTo>
                  <a:lnTo>
                    <a:pt x="164931" y="476250"/>
                  </a:lnTo>
                  <a:lnTo>
                    <a:pt x="162709" y="483870"/>
                  </a:lnTo>
                  <a:lnTo>
                    <a:pt x="159001" y="490220"/>
                  </a:lnTo>
                  <a:lnTo>
                    <a:pt x="156194" y="496570"/>
                  </a:lnTo>
                  <a:lnTo>
                    <a:pt x="148458" y="511810"/>
                  </a:lnTo>
                  <a:lnTo>
                    <a:pt x="141273" y="527050"/>
                  </a:lnTo>
                  <a:lnTo>
                    <a:pt x="134614" y="543560"/>
                  </a:lnTo>
                  <a:lnTo>
                    <a:pt x="128457" y="560070"/>
                  </a:lnTo>
                  <a:lnTo>
                    <a:pt x="124070" y="576580"/>
                  </a:lnTo>
                  <a:lnTo>
                    <a:pt x="123623" y="591820"/>
                  </a:lnTo>
                  <a:lnTo>
                    <a:pt x="127212" y="605789"/>
                  </a:lnTo>
                  <a:lnTo>
                    <a:pt x="134934" y="621030"/>
                  </a:lnTo>
                  <a:lnTo>
                    <a:pt x="208454" y="731520"/>
                  </a:lnTo>
                  <a:lnTo>
                    <a:pt x="213052" y="736600"/>
                  </a:lnTo>
                  <a:lnTo>
                    <a:pt x="250390" y="777239"/>
                  </a:lnTo>
                  <a:lnTo>
                    <a:pt x="268573" y="797560"/>
                  </a:lnTo>
                  <a:lnTo>
                    <a:pt x="286089" y="817880"/>
                  </a:lnTo>
                  <a:lnTo>
                    <a:pt x="305711" y="842010"/>
                  </a:lnTo>
                  <a:lnTo>
                    <a:pt x="357725" y="892810"/>
                  </a:lnTo>
                  <a:lnTo>
                    <a:pt x="383358" y="919480"/>
                  </a:lnTo>
                  <a:lnTo>
                    <a:pt x="408340" y="946150"/>
                  </a:lnTo>
                  <a:lnTo>
                    <a:pt x="434307" y="971550"/>
                  </a:lnTo>
                  <a:lnTo>
                    <a:pt x="459975" y="996950"/>
                  </a:lnTo>
                  <a:lnTo>
                    <a:pt x="486171" y="1021080"/>
                  </a:lnTo>
                  <a:lnTo>
                    <a:pt x="513724" y="1043939"/>
                  </a:lnTo>
                  <a:lnTo>
                    <a:pt x="524819" y="1051560"/>
                  </a:lnTo>
                  <a:lnTo>
                    <a:pt x="533803" y="1057910"/>
                  </a:lnTo>
                  <a:lnTo>
                    <a:pt x="533803" y="1027430"/>
                  </a:lnTo>
                  <a:lnTo>
                    <a:pt x="532013" y="1026160"/>
                  </a:lnTo>
                  <a:lnTo>
                    <a:pt x="515037" y="1010920"/>
                  </a:lnTo>
                  <a:lnTo>
                    <a:pt x="498078" y="994410"/>
                  </a:lnTo>
                  <a:lnTo>
                    <a:pt x="483244" y="976630"/>
                  </a:lnTo>
                  <a:lnTo>
                    <a:pt x="495344" y="972820"/>
                  </a:lnTo>
                  <a:lnTo>
                    <a:pt x="507749" y="967739"/>
                  </a:lnTo>
                  <a:lnTo>
                    <a:pt x="520506" y="963930"/>
                  </a:lnTo>
                  <a:lnTo>
                    <a:pt x="533663" y="961389"/>
                  </a:lnTo>
                  <a:lnTo>
                    <a:pt x="533803" y="961389"/>
                  </a:lnTo>
                  <a:lnTo>
                    <a:pt x="533803" y="953770"/>
                  </a:lnTo>
                  <a:lnTo>
                    <a:pt x="465172" y="953770"/>
                  </a:lnTo>
                  <a:lnTo>
                    <a:pt x="458987" y="952500"/>
                  </a:lnTo>
                  <a:lnTo>
                    <a:pt x="458340" y="951230"/>
                  </a:lnTo>
                  <a:lnTo>
                    <a:pt x="339772" y="834389"/>
                  </a:lnTo>
                  <a:lnTo>
                    <a:pt x="333812" y="828039"/>
                  </a:lnTo>
                  <a:lnTo>
                    <a:pt x="328047" y="822960"/>
                  </a:lnTo>
                  <a:lnTo>
                    <a:pt x="322449" y="816610"/>
                  </a:lnTo>
                  <a:lnTo>
                    <a:pt x="296510" y="786130"/>
                  </a:lnTo>
                  <a:lnTo>
                    <a:pt x="275196" y="763270"/>
                  </a:lnTo>
                  <a:lnTo>
                    <a:pt x="253048" y="740410"/>
                  </a:lnTo>
                  <a:lnTo>
                    <a:pt x="230070" y="717550"/>
                  </a:lnTo>
                  <a:lnTo>
                    <a:pt x="223484" y="709930"/>
                  </a:lnTo>
                  <a:lnTo>
                    <a:pt x="217735" y="701039"/>
                  </a:lnTo>
                  <a:lnTo>
                    <a:pt x="212543" y="692150"/>
                  </a:lnTo>
                  <a:lnTo>
                    <a:pt x="207629" y="683260"/>
                  </a:lnTo>
                  <a:lnTo>
                    <a:pt x="218008" y="679450"/>
                  </a:lnTo>
                  <a:lnTo>
                    <a:pt x="227669" y="675639"/>
                  </a:lnTo>
                  <a:lnTo>
                    <a:pt x="236693" y="670560"/>
                  </a:lnTo>
                  <a:lnTo>
                    <a:pt x="245157" y="666750"/>
                  </a:lnTo>
                  <a:lnTo>
                    <a:pt x="252771" y="662939"/>
                  </a:lnTo>
                  <a:lnTo>
                    <a:pt x="260493" y="657860"/>
                  </a:lnTo>
                  <a:lnTo>
                    <a:pt x="193291" y="657860"/>
                  </a:lnTo>
                  <a:lnTo>
                    <a:pt x="182927" y="646430"/>
                  </a:lnTo>
                  <a:lnTo>
                    <a:pt x="157781" y="608330"/>
                  </a:lnTo>
                  <a:lnTo>
                    <a:pt x="152093" y="586739"/>
                  </a:lnTo>
                  <a:lnTo>
                    <a:pt x="152193" y="580389"/>
                  </a:lnTo>
                  <a:lnTo>
                    <a:pt x="153766" y="567689"/>
                  </a:lnTo>
                  <a:lnTo>
                    <a:pt x="156451" y="556260"/>
                  </a:lnTo>
                  <a:lnTo>
                    <a:pt x="160798" y="544830"/>
                  </a:lnTo>
                  <a:lnTo>
                    <a:pt x="167357" y="533400"/>
                  </a:lnTo>
                  <a:lnTo>
                    <a:pt x="176519" y="515620"/>
                  </a:lnTo>
                  <a:lnTo>
                    <a:pt x="184093" y="496570"/>
                  </a:lnTo>
                  <a:lnTo>
                    <a:pt x="190442" y="476250"/>
                  </a:lnTo>
                  <a:lnTo>
                    <a:pt x="195932" y="455930"/>
                  </a:lnTo>
                  <a:lnTo>
                    <a:pt x="195899" y="450850"/>
                  </a:lnTo>
                  <a:lnTo>
                    <a:pt x="193697" y="444500"/>
                  </a:lnTo>
                  <a:lnTo>
                    <a:pt x="189885" y="438150"/>
                  </a:lnTo>
                  <a:lnTo>
                    <a:pt x="185023" y="433070"/>
                  </a:lnTo>
                  <a:lnTo>
                    <a:pt x="177514" y="424180"/>
                  </a:lnTo>
                  <a:lnTo>
                    <a:pt x="170602" y="415289"/>
                  </a:lnTo>
                  <a:lnTo>
                    <a:pt x="157286" y="397510"/>
                  </a:lnTo>
                  <a:lnTo>
                    <a:pt x="154759" y="393700"/>
                  </a:lnTo>
                  <a:lnTo>
                    <a:pt x="152625" y="388620"/>
                  </a:lnTo>
                  <a:lnTo>
                    <a:pt x="149514" y="383539"/>
                  </a:lnTo>
                  <a:lnTo>
                    <a:pt x="158899" y="378460"/>
                  </a:lnTo>
                  <a:lnTo>
                    <a:pt x="162353" y="373380"/>
                  </a:lnTo>
                  <a:lnTo>
                    <a:pt x="174697" y="367030"/>
                  </a:lnTo>
                  <a:lnTo>
                    <a:pt x="116430" y="367030"/>
                  </a:lnTo>
                  <a:lnTo>
                    <a:pt x="108302" y="363220"/>
                  </a:lnTo>
                  <a:lnTo>
                    <a:pt x="92901" y="341630"/>
                  </a:lnTo>
                  <a:lnTo>
                    <a:pt x="89251" y="326389"/>
                  </a:lnTo>
                  <a:lnTo>
                    <a:pt x="96027" y="312420"/>
                  </a:lnTo>
                  <a:lnTo>
                    <a:pt x="111909" y="297180"/>
                  </a:lnTo>
                  <a:lnTo>
                    <a:pt x="117755" y="292100"/>
                  </a:lnTo>
                  <a:lnTo>
                    <a:pt x="123595" y="288289"/>
                  </a:lnTo>
                  <a:lnTo>
                    <a:pt x="129541" y="283210"/>
                  </a:lnTo>
                  <a:lnTo>
                    <a:pt x="135709" y="279400"/>
                  </a:lnTo>
                  <a:lnTo>
                    <a:pt x="148572" y="270510"/>
                  </a:lnTo>
                  <a:lnTo>
                    <a:pt x="106664" y="270510"/>
                  </a:lnTo>
                  <a:lnTo>
                    <a:pt x="80366" y="248920"/>
                  </a:lnTo>
                  <a:lnTo>
                    <a:pt x="55911" y="220979"/>
                  </a:lnTo>
                  <a:lnTo>
                    <a:pt x="36262" y="190500"/>
                  </a:lnTo>
                  <a:lnTo>
                    <a:pt x="24381" y="162560"/>
                  </a:lnTo>
                  <a:lnTo>
                    <a:pt x="59166" y="123190"/>
                  </a:lnTo>
                  <a:lnTo>
                    <a:pt x="107823" y="80010"/>
                  </a:lnTo>
                  <a:lnTo>
                    <a:pt x="159737" y="40640"/>
                  </a:lnTo>
                  <a:lnTo>
                    <a:pt x="194316" y="26670"/>
                  </a:lnTo>
                  <a:lnTo>
                    <a:pt x="235988" y="26670"/>
                  </a:lnTo>
                  <a:lnTo>
                    <a:pt x="231416" y="20320"/>
                  </a:lnTo>
                  <a:lnTo>
                    <a:pt x="219280" y="7620"/>
                  </a:lnTo>
                  <a:lnTo>
                    <a:pt x="205697" y="1270"/>
                  </a:lnTo>
                  <a:lnTo>
                    <a:pt x="190502" y="0"/>
                  </a:lnTo>
                  <a:close/>
                </a:path>
                <a:path w="534034" h="1057910">
                  <a:moveTo>
                    <a:pt x="533803" y="928370"/>
                  </a:moveTo>
                  <a:lnTo>
                    <a:pt x="515975" y="935989"/>
                  </a:lnTo>
                  <a:lnTo>
                    <a:pt x="497469" y="943610"/>
                  </a:lnTo>
                  <a:lnTo>
                    <a:pt x="478304" y="948689"/>
                  </a:lnTo>
                  <a:lnTo>
                    <a:pt x="472373" y="949960"/>
                  </a:lnTo>
                  <a:lnTo>
                    <a:pt x="468652" y="952500"/>
                  </a:lnTo>
                  <a:lnTo>
                    <a:pt x="465172" y="953770"/>
                  </a:lnTo>
                  <a:lnTo>
                    <a:pt x="533803" y="953770"/>
                  </a:lnTo>
                  <a:lnTo>
                    <a:pt x="533803" y="928370"/>
                  </a:lnTo>
                  <a:close/>
                </a:path>
                <a:path w="534034" h="1057910">
                  <a:moveTo>
                    <a:pt x="533803" y="435610"/>
                  </a:moveTo>
                  <a:lnTo>
                    <a:pt x="498797" y="467360"/>
                  </a:lnTo>
                  <a:lnTo>
                    <a:pt x="488381" y="473710"/>
                  </a:lnTo>
                  <a:lnTo>
                    <a:pt x="478190" y="480060"/>
                  </a:lnTo>
                  <a:lnTo>
                    <a:pt x="445689" y="504189"/>
                  </a:lnTo>
                  <a:lnTo>
                    <a:pt x="434006" y="521970"/>
                  </a:lnTo>
                  <a:lnTo>
                    <a:pt x="425891" y="525780"/>
                  </a:lnTo>
                  <a:lnTo>
                    <a:pt x="342287" y="580389"/>
                  </a:lnTo>
                  <a:lnTo>
                    <a:pt x="316084" y="598170"/>
                  </a:lnTo>
                  <a:lnTo>
                    <a:pt x="302403" y="604520"/>
                  </a:lnTo>
                  <a:lnTo>
                    <a:pt x="278384" y="614680"/>
                  </a:lnTo>
                  <a:lnTo>
                    <a:pt x="269222" y="621030"/>
                  </a:lnTo>
                  <a:lnTo>
                    <a:pt x="259887" y="627380"/>
                  </a:lnTo>
                  <a:lnTo>
                    <a:pt x="250250" y="633730"/>
                  </a:lnTo>
                  <a:lnTo>
                    <a:pt x="237409" y="642620"/>
                  </a:lnTo>
                  <a:lnTo>
                    <a:pt x="223499" y="648970"/>
                  </a:lnTo>
                  <a:lnTo>
                    <a:pt x="208725" y="655320"/>
                  </a:lnTo>
                  <a:lnTo>
                    <a:pt x="193291" y="657860"/>
                  </a:lnTo>
                  <a:lnTo>
                    <a:pt x="260493" y="657860"/>
                  </a:lnTo>
                  <a:lnTo>
                    <a:pt x="268214" y="652780"/>
                  </a:lnTo>
                  <a:lnTo>
                    <a:pt x="283915" y="643889"/>
                  </a:lnTo>
                  <a:lnTo>
                    <a:pt x="292490" y="638810"/>
                  </a:lnTo>
                  <a:lnTo>
                    <a:pt x="310258" y="631189"/>
                  </a:lnTo>
                  <a:lnTo>
                    <a:pt x="316625" y="627380"/>
                  </a:lnTo>
                  <a:lnTo>
                    <a:pt x="323297" y="624839"/>
                  </a:lnTo>
                  <a:lnTo>
                    <a:pt x="430527" y="554989"/>
                  </a:lnTo>
                  <a:lnTo>
                    <a:pt x="465934" y="524510"/>
                  </a:lnTo>
                  <a:lnTo>
                    <a:pt x="467776" y="519430"/>
                  </a:lnTo>
                  <a:lnTo>
                    <a:pt x="474088" y="516889"/>
                  </a:lnTo>
                  <a:lnTo>
                    <a:pt x="526691" y="481330"/>
                  </a:lnTo>
                  <a:lnTo>
                    <a:pt x="533257" y="481330"/>
                  </a:lnTo>
                  <a:lnTo>
                    <a:pt x="533803" y="480060"/>
                  </a:lnTo>
                  <a:lnTo>
                    <a:pt x="533803" y="435610"/>
                  </a:lnTo>
                  <a:close/>
                </a:path>
                <a:path w="534034" h="1057910">
                  <a:moveTo>
                    <a:pt x="388715" y="130810"/>
                  </a:moveTo>
                  <a:lnTo>
                    <a:pt x="348065" y="130810"/>
                  </a:lnTo>
                  <a:lnTo>
                    <a:pt x="355863" y="132079"/>
                  </a:lnTo>
                  <a:lnTo>
                    <a:pt x="358987" y="137160"/>
                  </a:lnTo>
                  <a:lnTo>
                    <a:pt x="368365" y="149860"/>
                  </a:lnTo>
                  <a:lnTo>
                    <a:pt x="372855" y="157479"/>
                  </a:lnTo>
                  <a:lnTo>
                    <a:pt x="377009" y="163829"/>
                  </a:lnTo>
                  <a:lnTo>
                    <a:pt x="378888" y="167640"/>
                  </a:lnTo>
                  <a:lnTo>
                    <a:pt x="378279" y="173990"/>
                  </a:lnTo>
                  <a:lnTo>
                    <a:pt x="376691" y="177800"/>
                  </a:lnTo>
                  <a:lnTo>
                    <a:pt x="353078" y="212090"/>
                  </a:lnTo>
                  <a:lnTo>
                    <a:pt x="305504" y="251460"/>
                  </a:lnTo>
                  <a:lnTo>
                    <a:pt x="267587" y="278130"/>
                  </a:lnTo>
                  <a:lnTo>
                    <a:pt x="190306" y="331470"/>
                  </a:lnTo>
                  <a:lnTo>
                    <a:pt x="154540" y="353060"/>
                  </a:lnTo>
                  <a:lnTo>
                    <a:pt x="116430" y="367030"/>
                  </a:lnTo>
                  <a:lnTo>
                    <a:pt x="174697" y="367030"/>
                  </a:lnTo>
                  <a:lnTo>
                    <a:pt x="229679" y="335280"/>
                  </a:lnTo>
                  <a:lnTo>
                    <a:pt x="261276" y="312420"/>
                  </a:lnTo>
                  <a:lnTo>
                    <a:pt x="292338" y="289560"/>
                  </a:lnTo>
                  <a:lnTo>
                    <a:pt x="337172" y="254000"/>
                  </a:lnTo>
                  <a:lnTo>
                    <a:pt x="359343" y="237490"/>
                  </a:lnTo>
                  <a:lnTo>
                    <a:pt x="381301" y="219710"/>
                  </a:lnTo>
                  <a:lnTo>
                    <a:pt x="392541" y="212090"/>
                  </a:lnTo>
                  <a:lnTo>
                    <a:pt x="427486" y="212090"/>
                  </a:lnTo>
                  <a:lnTo>
                    <a:pt x="414050" y="196850"/>
                  </a:lnTo>
                  <a:lnTo>
                    <a:pt x="404238" y="186690"/>
                  </a:lnTo>
                  <a:lnTo>
                    <a:pt x="405953" y="167640"/>
                  </a:lnTo>
                  <a:lnTo>
                    <a:pt x="401540" y="151129"/>
                  </a:lnTo>
                  <a:lnTo>
                    <a:pt x="392806" y="135890"/>
                  </a:lnTo>
                  <a:lnTo>
                    <a:pt x="388715" y="130810"/>
                  </a:lnTo>
                  <a:close/>
                </a:path>
                <a:path w="534034" h="1057910">
                  <a:moveTo>
                    <a:pt x="235988" y="26670"/>
                  </a:moveTo>
                  <a:lnTo>
                    <a:pt x="194316" y="26670"/>
                  </a:lnTo>
                  <a:lnTo>
                    <a:pt x="203773" y="31750"/>
                  </a:lnTo>
                  <a:lnTo>
                    <a:pt x="212861" y="43179"/>
                  </a:lnTo>
                  <a:lnTo>
                    <a:pt x="276412" y="139700"/>
                  </a:lnTo>
                  <a:lnTo>
                    <a:pt x="273593" y="144779"/>
                  </a:lnTo>
                  <a:lnTo>
                    <a:pt x="270138" y="149860"/>
                  </a:lnTo>
                  <a:lnTo>
                    <a:pt x="235003" y="177800"/>
                  </a:lnTo>
                  <a:lnTo>
                    <a:pt x="186066" y="214629"/>
                  </a:lnTo>
                  <a:lnTo>
                    <a:pt x="137121" y="250189"/>
                  </a:lnTo>
                  <a:lnTo>
                    <a:pt x="106664" y="270510"/>
                  </a:lnTo>
                  <a:lnTo>
                    <a:pt x="148572" y="270510"/>
                  </a:lnTo>
                  <a:lnTo>
                    <a:pt x="185326" y="245110"/>
                  </a:lnTo>
                  <a:lnTo>
                    <a:pt x="210298" y="227329"/>
                  </a:lnTo>
                  <a:lnTo>
                    <a:pt x="234705" y="208279"/>
                  </a:lnTo>
                  <a:lnTo>
                    <a:pt x="248021" y="198120"/>
                  </a:lnTo>
                  <a:lnTo>
                    <a:pt x="273967" y="176529"/>
                  </a:lnTo>
                  <a:lnTo>
                    <a:pt x="287283" y="165100"/>
                  </a:lnTo>
                  <a:lnTo>
                    <a:pt x="296494" y="158750"/>
                  </a:lnTo>
                  <a:lnTo>
                    <a:pt x="314683" y="146050"/>
                  </a:lnTo>
                  <a:lnTo>
                    <a:pt x="329841" y="135890"/>
                  </a:lnTo>
                  <a:lnTo>
                    <a:pt x="335188" y="133350"/>
                  </a:lnTo>
                  <a:lnTo>
                    <a:pt x="342719" y="133350"/>
                  </a:lnTo>
                  <a:lnTo>
                    <a:pt x="348065" y="130810"/>
                  </a:lnTo>
                  <a:lnTo>
                    <a:pt x="388715" y="130810"/>
                  </a:lnTo>
                  <a:lnTo>
                    <a:pt x="382578" y="123190"/>
                  </a:lnTo>
                  <a:lnTo>
                    <a:pt x="299958" y="123190"/>
                  </a:lnTo>
                  <a:lnTo>
                    <a:pt x="284388" y="100329"/>
                  </a:lnTo>
                  <a:lnTo>
                    <a:pt x="271142" y="80010"/>
                  </a:lnTo>
                  <a:lnTo>
                    <a:pt x="258216" y="59690"/>
                  </a:lnTo>
                  <a:lnTo>
                    <a:pt x="245133" y="39370"/>
                  </a:lnTo>
                  <a:lnTo>
                    <a:pt x="235988" y="26670"/>
                  </a:lnTo>
                  <a:close/>
                </a:path>
                <a:path w="534034" h="1057910">
                  <a:moveTo>
                    <a:pt x="427486" y="212090"/>
                  </a:moveTo>
                  <a:lnTo>
                    <a:pt x="392541" y="212090"/>
                  </a:lnTo>
                  <a:lnTo>
                    <a:pt x="409037" y="229870"/>
                  </a:lnTo>
                  <a:lnTo>
                    <a:pt x="416724" y="237490"/>
                  </a:lnTo>
                  <a:lnTo>
                    <a:pt x="423161" y="246380"/>
                  </a:lnTo>
                  <a:lnTo>
                    <a:pt x="436070" y="259080"/>
                  </a:lnTo>
                  <a:lnTo>
                    <a:pt x="450935" y="266700"/>
                  </a:lnTo>
                  <a:lnTo>
                    <a:pt x="467534" y="269239"/>
                  </a:lnTo>
                  <a:lnTo>
                    <a:pt x="485645" y="266700"/>
                  </a:lnTo>
                  <a:lnTo>
                    <a:pt x="507285" y="261620"/>
                  </a:lnTo>
                  <a:lnTo>
                    <a:pt x="528736" y="259080"/>
                  </a:lnTo>
                  <a:lnTo>
                    <a:pt x="533803" y="257810"/>
                  </a:lnTo>
                  <a:lnTo>
                    <a:pt x="533803" y="245110"/>
                  </a:lnTo>
                  <a:lnTo>
                    <a:pt x="471336" y="245110"/>
                  </a:lnTo>
                  <a:lnTo>
                    <a:pt x="460746" y="242570"/>
                  </a:lnTo>
                  <a:lnTo>
                    <a:pt x="451462" y="237490"/>
                  </a:lnTo>
                  <a:lnTo>
                    <a:pt x="433084" y="218440"/>
                  </a:lnTo>
                  <a:lnTo>
                    <a:pt x="427486" y="212090"/>
                  </a:lnTo>
                  <a:close/>
                </a:path>
                <a:path w="534034" h="1057910">
                  <a:moveTo>
                    <a:pt x="533803" y="234950"/>
                  </a:moveTo>
                  <a:lnTo>
                    <a:pt x="526983" y="234950"/>
                  </a:lnTo>
                  <a:lnTo>
                    <a:pt x="505633" y="238760"/>
                  </a:lnTo>
                  <a:lnTo>
                    <a:pt x="494613" y="240029"/>
                  </a:lnTo>
                  <a:lnTo>
                    <a:pt x="483816" y="243840"/>
                  </a:lnTo>
                  <a:lnTo>
                    <a:pt x="471336" y="245110"/>
                  </a:lnTo>
                  <a:lnTo>
                    <a:pt x="533803" y="245110"/>
                  </a:lnTo>
                  <a:lnTo>
                    <a:pt x="533803" y="234950"/>
                  </a:lnTo>
                  <a:close/>
                </a:path>
                <a:path w="534034" h="1057910">
                  <a:moveTo>
                    <a:pt x="350705" y="105410"/>
                  </a:moveTo>
                  <a:lnTo>
                    <a:pt x="338121" y="107950"/>
                  </a:lnTo>
                  <a:lnTo>
                    <a:pt x="331225" y="109220"/>
                  </a:lnTo>
                  <a:lnTo>
                    <a:pt x="323059" y="113029"/>
                  </a:lnTo>
                  <a:lnTo>
                    <a:pt x="316798" y="116840"/>
                  </a:lnTo>
                  <a:lnTo>
                    <a:pt x="310816" y="118110"/>
                  </a:lnTo>
                  <a:lnTo>
                    <a:pt x="306130" y="120650"/>
                  </a:lnTo>
                  <a:lnTo>
                    <a:pt x="299958" y="123190"/>
                  </a:lnTo>
                  <a:lnTo>
                    <a:pt x="382578" y="123190"/>
                  </a:lnTo>
                  <a:lnTo>
                    <a:pt x="381555" y="121920"/>
                  </a:lnTo>
                  <a:lnTo>
                    <a:pt x="372815" y="113029"/>
                  </a:lnTo>
                  <a:lnTo>
                    <a:pt x="362401" y="107950"/>
                  </a:lnTo>
                  <a:lnTo>
                    <a:pt x="350705" y="10541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045126" y="1160563"/>
              <a:ext cx="98874" cy="2423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010282" y="851572"/>
              <a:ext cx="133985" cy="76200"/>
            </a:xfrm>
            <a:custGeom>
              <a:avLst/>
              <a:gdLst/>
              <a:ahLst/>
              <a:cxnLst/>
              <a:rect l="l" t="t" r="r" b="b"/>
              <a:pathLst>
                <a:path w="133984" h="76200">
                  <a:moveTo>
                    <a:pt x="51676" y="15138"/>
                  </a:moveTo>
                  <a:lnTo>
                    <a:pt x="49149" y="11341"/>
                  </a:lnTo>
                  <a:lnTo>
                    <a:pt x="44526" y="10337"/>
                  </a:lnTo>
                  <a:lnTo>
                    <a:pt x="41351" y="9766"/>
                  </a:lnTo>
                  <a:lnTo>
                    <a:pt x="38900" y="10109"/>
                  </a:lnTo>
                  <a:lnTo>
                    <a:pt x="37630" y="12230"/>
                  </a:lnTo>
                  <a:lnTo>
                    <a:pt x="36652" y="12877"/>
                  </a:lnTo>
                  <a:lnTo>
                    <a:pt x="28282" y="25895"/>
                  </a:lnTo>
                  <a:lnTo>
                    <a:pt x="11277" y="50050"/>
                  </a:lnTo>
                  <a:lnTo>
                    <a:pt x="3060" y="62179"/>
                  </a:lnTo>
                  <a:lnTo>
                    <a:pt x="0" y="69684"/>
                  </a:lnTo>
                  <a:lnTo>
                    <a:pt x="4000" y="73799"/>
                  </a:lnTo>
                  <a:lnTo>
                    <a:pt x="10922" y="75971"/>
                  </a:lnTo>
                  <a:lnTo>
                    <a:pt x="23545" y="64223"/>
                  </a:lnTo>
                  <a:lnTo>
                    <a:pt x="35687" y="48882"/>
                  </a:lnTo>
                  <a:lnTo>
                    <a:pt x="45313" y="32410"/>
                  </a:lnTo>
                  <a:lnTo>
                    <a:pt x="50406" y="17272"/>
                  </a:lnTo>
                  <a:lnTo>
                    <a:pt x="51676" y="15138"/>
                  </a:lnTo>
                  <a:close/>
                </a:path>
                <a:path w="133984" h="76200">
                  <a:moveTo>
                    <a:pt x="133718" y="25"/>
                  </a:moveTo>
                  <a:lnTo>
                    <a:pt x="133146" y="0"/>
                  </a:lnTo>
                  <a:lnTo>
                    <a:pt x="125260" y="1536"/>
                  </a:lnTo>
                  <a:lnTo>
                    <a:pt x="128778" y="10121"/>
                  </a:lnTo>
                  <a:lnTo>
                    <a:pt x="133718" y="15544"/>
                  </a:lnTo>
                  <a:lnTo>
                    <a:pt x="133718" y="25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7302" y="644994"/>
              <a:ext cx="162776" cy="16154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978113" cy="180247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653263" y="0"/>
            <a:ext cx="1369060" cy="1245870"/>
            <a:chOff x="7653263" y="0"/>
            <a:chExt cx="1369060" cy="1245870"/>
          </a:xfrm>
        </p:grpSpPr>
        <p:sp>
          <p:nvSpPr>
            <p:cNvPr id="9" name="object 9"/>
            <p:cNvSpPr/>
            <p:nvPr/>
          </p:nvSpPr>
          <p:spPr>
            <a:xfrm>
              <a:off x="8520171" y="0"/>
              <a:ext cx="502284" cy="452120"/>
            </a:xfrm>
            <a:custGeom>
              <a:avLst/>
              <a:gdLst/>
              <a:ahLst/>
              <a:cxnLst/>
              <a:rect l="l" t="t" r="r" b="b"/>
              <a:pathLst>
                <a:path w="502284" h="452120">
                  <a:moveTo>
                    <a:pt x="36399" y="79679"/>
                  </a:moveTo>
                  <a:lnTo>
                    <a:pt x="31246" y="79679"/>
                  </a:lnTo>
                  <a:lnTo>
                    <a:pt x="29125" y="83756"/>
                  </a:lnTo>
                  <a:lnTo>
                    <a:pt x="24464" y="88391"/>
                  </a:lnTo>
                  <a:lnTo>
                    <a:pt x="22815" y="99319"/>
                  </a:lnTo>
                  <a:lnTo>
                    <a:pt x="22775" y="99580"/>
                  </a:lnTo>
                  <a:lnTo>
                    <a:pt x="21185" y="105930"/>
                  </a:lnTo>
                  <a:lnTo>
                    <a:pt x="19323" y="113228"/>
                  </a:lnTo>
                  <a:lnTo>
                    <a:pt x="17429" y="119800"/>
                  </a:lnTo>
                  <a:lnTo>
                    <a:pt x="15134" y="126251"/>
                  </a:lnTo>
                  <a:lnTo>
                    <a:pt x="12133" y="132943"/>
                  </a:lnTo>
                  <a:lnTo>
                    <a:pt x="9118" y="146515"/>
                  </a:lnTo>
                  <a:lnTo>
                    <a:pt x="6515" y="160620"/>
                  </a:lnTo>
                  <a:lnTo>
                    <a:pt x="4173" y="174479"/>
                  </a:lnTo>
                  <a:lnTo>
                    <a:pt x="1744" y="188506"/>
                  </a:lnTo>
                  <a:lnTo>
                    <a:pt x="496" y="197141"/>
                  </a:lnTo>
                  <a:lnTo>
                    <a:pt x="121" y="204304"/>
                  </a:lnTo>
                  <a:lnTo>
                    <a:pt x="0" y="206636"/>
                  </a:lnTo>
                  <a:lnTo>
                    <a:pt x="2153" y="215068"/>
                  </a:lnTo>
                  <a:lnTo>
                    <a:pt x="45122" y="232931"/>
                  </a:lnTo>
                  <a:lnTo>
                    <a:pt x="81994" y="243871"/>
                  </a:lnTo>
                  <a:lnTo>
                    <a:pt x="119140" y="253792"/>
                  </a:lnTo>
                  <a:lnTo>
                    <a:pt x="156227" y="263156"/>
                  </a:lnTo>
                  <a:lnTo>
                    <a:pt x="154393" y="273112"/>
                  </a:lnTo>
                  <a:lnTo>
                    <a:pt x="152398" y="282925"/>
                  </a:lnTo>
                  <a:lnTo>
                    <a:pt x="150469" y="292551"/>
                  </a:lnTo>
                  <a:lnTo>
                    <a:pt x="148836" y="301942"/>
                  </a:lnTo>
                  <a:lnTo>
                    <a:pt x="146712" y="316255"/>
                  </a:lnTo>
                  <a:lnTo>
                    <a:pt x="144137" y="331060"/>
                  </a:lnTo>
                  <a:lnTo>
                    <a:pt x="144056" y="331523"/>
                  </a:lnTo>
                  <a:lnTo>
                    <a:pt x="141086" y="346058"/>
                  </a:lnTo>
                  <a:lnTo>
                    <a:pt x="137647" y="360705"/>
                  </a:lnTo>
                  <a:lnTo>
                    <a:pt x="135826" y="368053"/>
                  </a:lnTo>
                  <a:lnTo>
                    <a:pt x="134212" y="374989"/>
                  </a:lnTo>
                  <a:lnTo>
                    <a:pt x="132897" y="381449"/>
                  </a:lnTo>
                  <a:lnTo>
                    <a:pt x="132771" y="382068"/>
                  </a:lnTo>
                  <a:lnTo>
                    <a:pt x="131576" y="389407"/>
                  </a:lnTo>
                  <a:lnTo>
                    <a:pt x="129569" y="398216"/>
                  </a:lnTo>
                  <a:lnTo>
                    <a:pt x="129355" y="400875"/>
                  </a:lnTo>
                  <a:lnTo>
                    <a:pt x="129240" y="402302"/>
                  </a:lnTo>
                  <a:lnTo>
                    <a:pt x="129115" y="403852"/>
                  </a:lnTo>
                  <a:lnTo>
                    <a:pt x="129022" y="405002"/>
                  </a:lnTo>
                  <a:lnTo>
                    <a:pt x="128903" y="406479"/>
                  </a:lnTo>
                  <a:lnTo>
                    <a:pt x="130808" y="414071"/>
                  </a:lnTo>
                  <a:lnTo>
                    <a:pt x="172870" y="432587"/>
                  </a:lnTo>
                  <a:lnTo>
                    <a:pt x="181613" y="433391"/>
                  </a:lnTo>
                  <a:lnTo>
                    <a:pt x="190111" y="434263"/>
                  </a:lnTo>
                  <a:lnTo>
                    <a:pt x="236796" y="443738"/>
                  </a:lnTo>
                  <a:lnTo>
                    <a:pt x="257090" y="449808"/>
                  </a:lnTo>
                  <a:lnTo>
                    <a:pt x="264723" y="451713"/>
                  </a:lnTo>
                  <a:lnTo>
                    <a:pt x="267238" y="451243"/>
                  </a:lnTo>
                  <a:lnTo>
                    <a:pt x="271824" y="451243"/>
                  </a:lnTo>
                  <a:lnTo>
                    <a:pt x="275391" y="446277"/>
                  </a:lnTo>
                  <a:lnTo>
                    <a:pt x="282549" y="417588"/>
                  </a:lnTo>
                  <a:lnTo>
                    <a:pt x="253534" y="417588"/>
                  </a:lnTo>
                  <a:lnTo>
                    <a:pt x="239216" y="414215"/>
                  </a:lnTo>
                  <a:lnTo>
                    <a:pt x="195064" y="405282"/>
                  </a:lnTo>
                  <a:lnTo>
                    <a:pt x="159034" y="400875"/>
                  </a:lnTo>
                  <a:lnTo>
                    <a:pt x="161491" y="394689"/>
                  </a:lnTo>
                  <a:lnTo>
                    <a:pt x="164663" y="381449"/>
                  </a:lnTo>
                  <a:lnTo>
                    <a:pt x="169321" y="359308"/>
                  </a:lnTo>
                  <a:lnTo>
                    <a:pt x="176242" y="331523"/>
                  </a:lnTo>
                  <a:lnTo>
                    <a:pt x="182170" y="307371"/>
                  </a:lnTo>
                  <a:lnTo>
                    <a:pt x="188405" y="281123"/>
                  </a:lnTo>
                  <a:lnTo>
                    <a:pt x="194238" y="255244"/>
                  </a:lnTo>
                  <a:lnTo>
                    <a:pt x="195622" y="249682"/>
                  </a:lnTo>
                  <a:lnTo>
                    <a:pt x="197769" y="236308"/>
                  </a:lnTo>
                  <a:lnTo>
                    <a:pt x="196638" y="236029"/>
                  </a:lnTo>
                  <a:lnTo>
                    <a:pt x="143057" y="225115"/>
                  </a:lnTo>
                  <a:lnTo>
                    <a:pt x="89728" y="215068"/>
                  </a:lnTo>
                  <a:lnTo>
                    <a:pt x="79856" y="213350"/>
                  </a:lnTo>
                  <a:lnTo>
                    <a:pt x="60391" y="209418"/>
                  </a:lnTo>
                  <a:lnTo>
                    <a:pt x="50423" y="207581"/>
                  </a:lnTo>
                  <a:lnTo>
                    <a:pt x="46109" y="206501"/>
                  </a:lnTo>
                  <a:lnTo>
                    <a:pt x="32072" y="206501"/>
                  </a:lnTo>
                  <a:lnTo>
                    <a:pt x="45235" y="156940"/>
                  </a:lnTo>
                  <a:lnTo>
                    <a:pt x="52574" y="106172"/>
                  </a:lnTo>
                  <a:lnTo>
                    <a:pt x="52608" y="105930"/>
                  </a:lnTo>
                  <a:lnTo>
                    <a:pt x="226390" y="105930"/>
                  </a:lnTo>
                  <a:lnTo>
                    <a:pt x="226649" y="104584"/>
                  </a:lnTo>
                  <a:lnTo>
                    <a:pt x="186555" y="104584"/>
                  </a:lnTo>
                  <a:lnTo>
                    <a:pt x="178321" y="102699"/>
                  </a:lnTo>
                  <a:lnTo>
                    <a:pt x="161755" y="99319"/>
                  </a:lnTo>
                  <a:lnTo>
                    <a:pt x="153522" y="97434"/>
                  </a:lnTo>
                  <a:lnTo>
                    <a:pt x="138042" y="94484"/>
                  </a:lnTo>
                  <a:lnTo>
                    <a:pt x="122943" y="91825"/>
                  </a:lnTo>
                  <a:lnTo>
                    <a:pt x="107745" y="89574"/>
                  </a:lnTo>
                  <a:lnTo>
                    <a:pt x="91965" y="87845"/>
                  </a:lnTo>
                  <a:lnTo>
                    <a:pt x="84572" y="86865"/>
                  </a:lnTo>
                  <a:lnTo>
                    <a:pt x="77396" y="85809"/>
                  </a:lnTo>
                  <a:lnTo>
                    <a:pt x="70257" y="84536"/>
                  </a:lnTo>
                  <a:lnTo>
                    <a:pt x="62971" y="82905"/>
                  </a:lnTo>
                  <a:lnTo>
                    <a:pt x="51287" y="79984"/>
                  </a:lnTo>
                  <a:lnTo>
                    <a:pt x="41686" y="79984"/>
                  </a:lnTo>
                  <a:lnTo>
                    <a:pt x="36399" y="79679"/>
                  </a:lnTo>
                  <a:close/>
                </a:path>
                <a:path w="502284" h="452120">
                  <a:moveTo>
                    <a:pt x="286643" y="252717"/>
                  </a:moveTo>
                  <a:lnTo>
                    <a:pt x="278695" y="293712"/>
                  </a:lnTo>
                  <a:lnTo>
                    <a:pt x="271003" y="334933"/>
                  </a:lnTo>
                  <a:lnTo>
                    <a:pt x="262665" y="377279"/>
                  </a:lnTo>
                  <a:lnTo>
                    <a:pt x="253534" y="417588"/>
                  </a:lnTo>
                  <a:lnTo>
                    <a:pt x="282549" y="417588"/>
                  </a:lnTo>
                  <a:lnTo>
                    <a:pt x="286642" y="401140"/>
                  </a:lnTo>
                  <a:lnTo>
                    <a:pt x="294806" y="368053"/>
                  </a:lnTo>
                  <a:lnTo>
                    <a:pt x="303616" y="331523"/>
                  </a:lnTo>
                  <a:lnTo>
                    <a:pt x="312361" y="293979"/>
                  </a:lnTo>
                  <a:lnTo>
                    <a:pt x="480042" y="293979"/>
                  </a:lnTo>
                  <a:lnTo>
                    <a:pt x="480112" y="293712"/>
                  </a:lnTo>
                  <a:lnTo>
                    <a:pt x="450638" y="293712"/>
                  </a:lnTo>
                  <a:lnTo>
                    <a:pt x="286643" y="252717"/>
                  </a:lnTo>
                  <a:close/>
                </a:path>
                <a:path w="502284" h="452120">
                  <a:moveTo>
                    <a:pt x="480042" y="293979"/>
                  </a:moveTo>
                  <a:lnTo>
                    <a:pt x="312361" y="293979"/>
                  </a:lnTo>
                  <a:lnTo>
                    <a:pt x="332727" y="297819"/>
                  </a:lnTo>
                  <a:lnTo>
                    <a:pt x="342498" y="299460"/>
                  </a:lnTo>
                  <a:lnTo>
                    <a:pt x="352531" y="300621"/>
                  </a:lnTo>
                  <a:lnTo>
                    <a:pt x="381889" y="306301"/>
                  </a:lnTo>
                  <a:lnTo>
                    <a:pt x="396392" y="309383"/>
                  </a:lnTo>
                  <a:lnTo>
                    <a:pt x="411027" y="312839"/>
                  </a:lnTo>
                  <a:lnTo>
                    <a:pt x="418223" y="314619"/>
                  </a:lnTo>
                  <a:lnTo>
                    <a:pt x="425256" y="316255"/>
                  </a:lnTo>
                  <a:lnTo>
                    <a:pt x="432353" y="317700"/>
                  </a:lnTo>
                  <a:lnTo>
                    <a:pt x="439742" y="318909"/>
                  </a:lnTo>
                  <a:lnTo>
                    <a:pt x="448515" y="320888"/>
                  </a:lnTo>
                  <a:lnTo>
                    <a:pt x="456811" y="321432"/>
                  </a:lnTo>
                  <a:lnTo>
                    <a:pt x="464506" y="319197"/>
                  </a:lnTo>
                  <a:lnTo>
                    <a:pt x="471479" y="312839"/>
                  </a:lnTo>
                  <a:lnTo>
                    <a:pt x="477884" y="302198"/>
                  </a:lnTo>
                  <a:lnTo>
                    <a:pt x="480042" y="293979"/>
                  </a:lnTo>
                  <a:close/>
                </a:path>
                <a:path w="502284" h="452120">
                  <a:moveTo>
                    <a:pt x="369469" y="0"/>
                  </a:moveTo>
                  <a:lnTo>
                    <a:pt x="324740" y="0"/>
                  </a:lnTo>
                  <a:lnTo>
                    <a:pt x="348975" y="3365"/>
                  </a:lnTo>
                  <a:lnTo>
                    <a:pt x="334134" y="50754"/>
                  </a:lnTo>
                  <a:lnTo>
                    <a:pt x="319851" y="104165"/>
                  </a:lnTo>
                  <a:lnTo>
                    <a:pt x="309020" y="148113"/>
                  </a:lnTo>
                  <a:lnTo>
                    <a:pt x="304652" y="166636"/>
                  </a:lnTo>
                  <a:lnTo>
                    <a:pt x="427244" y="190023"/>
                  </a:lnTo>
                  <a:lnTo>
                    <a:pt x="466259" y="198831"/>
                  </a:lnTo>
                  <a:lnTo>
                    <a:pt x="463010" y="213350"/>
                  </a:lnTo>
                  <a:lnTo>
                    <a:pt x="460309" y="227699"/>
                  </a:lnTo>
                  <a:lnTo>
                    <a:pt x="457630" y="243122"/>
                  </a:lnTo>
                  <a:lnTo>
                    <a:pt x="455045" y="257683"/>
                  </a:lnTo>
                  <a:lnTo>
                    <a:pt x="451994" y="275488"/>
                  </a:lnTo>
                  <a:lnTo>
                    <a:pt x="450852" y="284700"/>
                  </a:lnTo>
                  <a:lnTo>
                    <a:pt x="450742" y="289356"/>
                  </a:lnTo>
                  <a:lnTo>
                    <a:pt x="450638" y="293712"/>
                  </a:lnTo>
                  <a:lnTo>
                    <a:pt x="480112" y="293712"/>
                  </a:lnTo>
                  <a:lnTo>
                    <a:pt x="481256" y="289356"/>
                  </a:lnTo>
                  <a:lnTo>
                    <a:pt x="482942" y="275488"/>
                  </a:lnTo>
                  <a:lnTo>
                    <a:pt x="484319" y="261492"/>
                  </a:lnTo>
                  <a:lnTo>
                    <a:pt x="487501" y="244687"/>
                  </a:lnTo>
                  <a:lnTo>
                    <a:pt x="490764" y="228152"/>
                  </a:lnTo>
                  <a:lnTo>
                    <a:pt x="490853" y="227699"/>
                  </a:lnTo>
                  <a:lnTo>
                    <a:pt x="494824" y="210867"/>
                  </a:lnTo>
                  <a:lnTo>
                    <a:pt x="499864" y="194525"/>
                  </a:lnTo>
                  <a:lnTo>
                    <a:pt x="501794" y="186791"/>
                  </a:lnTo>
                  <a:lnTo>
                    <a:pt x="501197" y="184340"/>
                  </a:lnTo>
                  <a:lnTo>
                    <a:pt x="501248" y="179755"/>
                  </a:lnTo>
                  <a:lnTo>
                    <a:pt x="496320" y="176225"/>
                  </a:lnTo>
                  <a:lnTo>
                    <a:pt x="382030" y="148113"/>
                  </a:lnTo>
                  <a:lnTo>
                    <a:pt x="345165" y="139534"/>
                  </a:lnTo>
                  <a:lnTo>
                    <a:pt x="347020" y="131371"/>
                  </a:lnTo>
                  <a:lnTo>
                    <a:pt x="350473" y="114231"/>
                  </a:lnTo>
                  <a:lnTo>
                    <a:pt x="352505" y="105333"/>
                  </a:lnTo>
                  <a:lnTo>
                    <a:pt x="355321" y="89712"/>
                  </a:lnTo>
                  <a:lnTo>
                    <a:pt x="362069" y="43865"/>
                  </a:lnTo>
                  <a:lnTo>
                    <a:pt x="363696" y="28565"/>
                  </a:lnTo>
                  <a:lnTo>
                    <a:pt x="364674" y="20962"/>
                  </a:lnTo>
                  <a:lnTo>
                    <a:pt x="366171" y="13474"/>
                  </a:lnTo>
                  <a:lnTo>
                    <a:pt x="369435" y="380"/>
                  </a:lnTo>
                  <a:lnTo>
                    <a:pt x="369469" y="0"/>
                  </a:lnTo>
                  <a:close/>
                </a:path>
                <a:path w="502284" h="452120">
                  <a:moveTo>
                    <a:pt x="37330" y="204304"/>
                  </a:moveTo>
                  <a:lnTo>
                    <a:pt x="32072" y="206501"/>
                  </a:lnTo>
                  <a:lnTo>
                    <a:pt x="46109" y="206501"/>
                  </a:lnTo>
                  <a:lnTo>
                    <a:pt x="37330" y="204304"/>
                  </a:lnTo>
                  <a:close/>
                </a:path>
                <a:path w="502284" h="452120">
                  <a:moveTo>
                    <a:pt x="226390" y="105930"/>
                  </a:moveTo>
                  <a:lnTo>
                    <a:pt x="52608" y="105930"/>
                  </a:lnTo>
                  <a:lnTo>
                    <a:pt x="61942" y="109783"/>
                  </a:lnTo>
                  <a:lnTo>
                    <a:pt x="82942" y="116131"/>
                  </a:lnTo>
                  <a:lnTo>
                    <a:pt x="104961" y="122304"/>
                  </a:lnTo>
                  <a:lnTo>
                    <a:pt x="137632" y="131054"/>
                  </a:lnTo>
                  <a:lnTo>
                    <a:pt x="177533" y="142610"/>
                  </a:lnTo>
                  <a:lnTo>
                    <a:pt x="198097" y="148113"/>
                  </a:lnTo>
                  <a:lnTo>
                    <a:pt x="204309" y="149669"/>
                  </a:lnTo>
                  <a:lnTo>
                    <a:pt x="209288" y="148602"/>
                  </a:lnTo>
                  <a:lnTo>
                    <a:pt x="216552" y="144742"/>
                  </a:lnTo>
                  <a:lnTo>
                    <a:pt x="221143" y="135856"/>
                  </a:lnTo>
                  <a:lnTo>
                    <a:pt x="223686" y="124730"/>
                  </a:lnTo>
                  <a:lnTo>
                    <a:pt x="224798" y="114231"/>
                  </a:lnTo>
                  <a:lnTo>
                    <a:pt x="226343" y="106172"/>
                  </a:lnTo>
                  <a:lnTo>
                    <a:pt x="226390" y="105930"/>
                  </a:lnTo>
                  <a:close/>
                </a:path>
                <a:path w="502284" h="452120">
                  <a:moveTo>
                    <a:pt x="244901" y="0"/>
                  </a:moveTo>
                  <a:lnTo>
                    <a:pt x="214938" y="0"/>
                  </a:lnTo>
                  <a:lnTo>
                    <a:pt x="205463" y="31861"/>
                  </a:lnTo>
                  <a:lnTo>
                    <a:pt x="195715" y="68313"/>
                  </a:lnTo>
                  <a:lnTo>
                    <a:pt x="186660" y="104165"/>
                  </a:lnTo>
                  <a:lnTo>
                    <a:pt x="186555" y="104584"/>
                  </a:lnTo>
                  <a:lnTo>
                    <a:pt x="226649" y="104584"/>
                  </a:lnTo>
                  <a:lnTo>
                    <a:pt x="227012" y="102699"/>
                  </a:lnTo>
                  <a:lnTo>
                    <a:pt x="231694" y="80223"/>
                  </a:lnTo>
                  <a:lnTo>
                    <a:pt x="241084" y="25392"/>
                  </a:lnTo>
                  <a:lnTo>
                    <a:pt x="244849" y="380"/>
                  </a:lnTo>
                  <a:lnTo>
                    <a:pt x="244901" y="0"/>
                  </a:lnTo>
                  <a:close/>
                </a:path>
                <a:path w="502284" h="452120">
                  <a:moveTo>
                    <a:pt x="48747" y="79349"/>
                  </a:moveTo>
                  <a:lnTo>
                    <a:pt x="41686" y="79984"/>
                  </a:lnTo>
                  <a:lnTo>
                    <a:pt x="51287" y="79984"/>
                  </a:lnTo>
                  <a:lnTo>
                    <a:pt x="48747" y="79349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53263" y="0"/>
              <a:ext cx="839100" cy="124575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16418" y="475995"/>
            <a:ext cx="6311163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3965">
              <a:lnSpc>
                <a:spcPct val="100000"/>
              </a:lnSpc>
              <a:spcBef>
                <a:spcPts val="100"/>
              </a:spcBef>
            </a:pPr>
            <a:r>
              <a:rPr lang="en-US" sz="3600" spc="-50" dirty="0">
                <a:latin typeface="+mj-lt"/>
                <a:cs typeface="+mj-lt"/>
              </a:rPr>
              <a:t>Research Question</a:t>
            </a:r>
            <a:endParaRPr lang="en-US" sz="3600" spc="-50" dirty="0">
              <a:latin typeface="+mj-lt"/>
              <a:cs typeface="+mj-l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7881" y="1245968"/>
            <a:ext cx="7647305" cy="378269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640"/>
              </a:spcBef>
            </a:pPr>
            <a:r>
              <a:rPr sz="1800" b="1" spc="-55" dirty="0">
                <a:solidFill>
                  <a:srgbClr val="0A1533"/>
                </a:solidFill>
                <a:latin typeface="+mn-lt"/>
                <a:cs typeface="+mn-lt"/>
              </a:rPr>
              <a:t>Question:</a:t>
            </a:r>
            <a:endParaRPr sz="1800">
              <a:latin typeface="+mn-lt"/>
              <a:cs typeface="+mn-lt"/>
            </a:endParaRPr>
          </a:p>
          <a:p>
            <a:pPr marL="82550" marR="1822450">
              <a:lnSpc>
                <a:spcPct val="102000"/>
              </a:lnSpc>
              <a:spcBef>
                <a:spcPts val="440"/>
              </a:spcBef>
            </a:pPr>
            <a:r>
              <a:rPr sz="1800" spc="-135" dirty="0">
                <a:solidFill>
                  <a:srgbClr val="0A1533"/>
                </a:solidFill>
                <a:latin typeface="+mn-lt"/>
                <a:cs typeface="+mn-lt"/>
              </a:rPr>
              <a:t>What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the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association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between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being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hospitalized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for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myocardial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infarction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(heart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attack)?</a:t>
            </a:r>
            <a:endParaRPr sz="1800">
              <a:latin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+mn-lt"/>
              <a:cs typeface="+mn-lt"/>
            </a:endParaRPr>
          </a:p>
          <a:p>
            <a:pPr marL="12700">
              <a:lnSpc>
                <a:spcPts val="2390"/>
              </a:lnSpc>
            </a:pPr>
            <a:r>
              <a:rPr sz="1800" b="1" spc="-40" dirty="0">
                <a:solidFill>
                  <a:srgbClr val="0A1533"/>
                </a:solidFill>
                <a:latin typeface="+mn-lt"/>
                <a:cs typeface="+mn-lt"/>
              </a:rPr>
              <a:t>Rationale:</a:t>
            </a:r>
            <a:endParaRPr sz="1800">
              <a:latin typeface="+mn-lt"/>
              <a:cs typeface="+mn-lt"/>
            </a:endParaRPr>
          </a:p>
          <a:p>
            <a:pPr marL="82550" marR="5080">
              <a:lnSpc>
                <a:spcPct val="99000"/>
              </a:lnSpc>
              <a:spcBef>
                <a:spcPts val="5"/>
              </a:spcBef>
            </a:pPr>
            <a:r>
              <a:rPr sz="1800" spc="-17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study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2020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completed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by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European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adults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demonstrated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obesity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(a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BMI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above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30)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70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implicated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14" dirty="0">
                <a:solidFill>
                  <a:srgbClr val="0A1533"/>
                </a:solidFill>
                <a:latin typeface="+mn-lt"/>
                <a:cs typeface="+mn-lt"/>
              </a:rPr>
              <a:t>as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risk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factor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heart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attacks.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Thus,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we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expect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positive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association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between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higher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levels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higher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hospitalization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due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4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endParaRPr sz="1800">
              <a:latin typeface="+mn-lt"/>
              <a:cs typeface="+mn-lt"/>
            </a:endParaRPr>
          </a:p>
          <a:p>
            <a:pPr marL="82550" marR="286385">
              <a:lnSpc>
                <a:spcPct val="100000"/>
              </a:lnSpc>
              <a:spcBef>
                <a:spcPts val="40"/>
              </a:spcBef>
            </a:pP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myocardial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infarction.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In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other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words,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higher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level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will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correlate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with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an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increased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number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individuals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reporting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being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hospitalized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due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heart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attack. 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Given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this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study,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we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want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examine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the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association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between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being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hospitalized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myocardial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infarction.</a:t>
            </a:r>
            <a:endParaRPr sz="1800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230574"/>
            <a:ext cx="846187" cy="9410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25" y="3525863"/>
            <a:ext cx="1353741" cy="16176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48" y="71247"/>
            <a:ext cx="2022136" cy="127397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83362" y="2750972"/>
            <a:ext cx="540385" cy="670560"/>
          </a:xfrm>
          <a:custGeom>
            <a:avLst/>
            <a:gdLst/>
            <a:ahLst/>
            <a:cxnLst/>
            <a:rect l="l" t="t" r="r" b="b"/>
            <a:pathLst>
              <a:path w="540385" h="670560">
                <a:moveTo>
                  <a:pt x="438213" y="409994"/>
                </a:moveTo>
                <a:lnTo>
                  <a:pt x="428790" y="374116"/>
                </a:lnTo>
                <a:lnTo>
                  <a:pt x="428523" y="373303"/>
                </a:lnTo>
                <a:lnTo>
                  <a:pt x="428447" y="373100"/>
                </a:lnTo>
                <a:lnTo>
                  <a:pt x="428383" y="372897"/>
                </a:lnTo>
                <a:lnTo>
                  <a:pt x="427875" y="371424"/>
                </a:lnTo>
                <a:lnTo>
                  <a:pt x="409244" y="347446"/>
                </a:lnTo>
                <a:lnTo>
                  <a:pt x="409486" y="347446"/>
                </a:lnTo>
                <a:lnTo>
                  <a:pt x="408711" y="347345"/>
                </a:lnTo>
                <a:lnTo>
                  <a:pt x="408711" y="400316"/>
                </a:lnTo>
                <a:lnTo>
                  <a:pt x="402475" y="402971"/>
                </a:lnTo>
                <a:lnTo>
                  <a:pt x="396506" y="405409"/>
                </a:lnTo>
                <a:lnTo>
                  <a:pt x="390804" y="407987"/>
                </a:lnTo>
                <a:lnTo>
                  <a:pt x="385394" y="411022"/>
                </a:lnTo>
                <a:lnTo>
                  <a:pt x="378841" y="413016"/>
                </a:lnTo>
                <a:lnTo>
                  <a:pt x="372529" y="416166"/>
                </a:lnTo>
                <a:lnTo>
                  <a:pt x="366204" y="419227"/>
                </a:lnTo>
                <a:lnTo>
                  <a:pt x="370713" y="442239"/>
                </a:lnTo>
                <a:lnTo>
                  <a:pt x="377342" y="464362"/>
                </a:lnTo>
                <a:lnTo>
                  <a:pt x="383616" y="486117"/>
                </a:lnTo>
                <a:lnTo>
                  <a:pt x="387108" y="508025"/>
                </a:lnTo>
                <a:lnTo>
                  <a:pt x="377926" y="512699"/>
                </a:lnTo>
                <a:lnTo>
                  <a:pt x="368731" y="515899"/>
                </a:lnTo>
                <a:lnTo>
                  <a:pt x="359638" y="517931"/>
                </a:lnTo>
                <a:lnTo>
                  <a:pt x="350723" y="519061"/>
                </a:lnTo>
                <a:lnTo>
                  <a:pt x="340766" y="508025"/>
                </a:lnTo>
                <a:lnTo>
                  <a:pt x="332740" y="495477"/>
                </a:lnTo>
                <a:lnTo>
                  <a:pt x="332625" y="495236"/>
                </a:lnTo>
                <a:lnTo>
                  <a:pt x="326351" y="482257"/>
                </a:lnTo>
                <a:lnTo>
                  <a:pt x="300177" y="454748"/>
                </a:lnTo>
                <a:lnTo>
                  <a:pt x="291122" y="457669"/>
                </a:lnTo>
                <a:lnTo>
                  <a:pt x="288937" y="458330"/>
                </a:lnTo>
                <a:lnTo>
                  <a:pt x="274256" y="463384"/>
                </a:lnTo>
                <a:lnTo>
                  <a:pt x="265493" y="463029"/>
                </a:lnTo>
                <a:lnTo>
                  <a:pt x="259994" y="456285"/>
                </a:lnTo>
                <a:lnTo>
                  <a:pt x="255117" y="442239"/>
                </a:lnTo>
                <a:lnTo>
                  <a:pt x="253415" y="436638"/>
                </a:lnTo>
                <a:lnTo>
                  <a:pt x="253225" y="432498"/>
                </a:lnTo>
                <a:lnTo>
                  <a:pt x="253199" y="431876"/>
                </a:lnTo>
                <a:lnTo>
                  <a:pt x="260604" y="428675"/>
                </a:lnTo>
                <a:lnTo>
                  <a:pt x="268236" y="425183"/>
                </a:lnTo>
                <a:lnTo>
                  <a:pt x="275932" y="421220"/>
                </a:lnTo>
                <a:lnTo>
                  <a:pt x="283540" y="416598"/>
                </a:lnTo>
                <a:lnTo>
                  <a:pt x="282943" y="411022"/>
                </a:lnTo>
                <a:lnTo>
                  <a:pt x="282994" y="409994"/>
                </a:lnTo>
                <a:lnTo>
                  <a:pt x="283438" y="405409"/>
                </a:lnTo>
                <a:lnTo>
                  <a:pt x="283527" y="404571"/>
                </a:lnTo>
                <a:lnTo>
                  <a:pt x="281851" y="399059"/>
                </a:lnTo>
                <a:lnTo>
                  <a:pt x="278942" y="387908"/>
                </a:lnTo>
                <a:lnTo>
                  <a:pt x="275348" y="376186"/>
                </a:lnTo>
                <a:lnTo>
                  <a:pt x="271576" y="364642"/>
                </a:lnTo>
                <a:lnTo>
                  <a:pt x="267792" y="352691"/>
                </a:lnTo>
                <a:lnTo>
                  <a:pt x="265938" y="346570"/>
                </a:lnTo>
                <a:lnTo>
                  <a:pt x="265823" y="346202"/>
                </a:lnTo>
                <a:lnTo>
                  <a:pt x="264515" y="338124"/>
                </a:lnTo>
                <a:lnTo>
                  <a:pt x="263702" y="331622"/>
                </a:lnTo>
                <a:lnTo>
                  <a:pt x="263639" y="331127"/>
                </a:lnTo>
                <a:lnTo>
                  <a:pt x="264744" y="322376"/>
                </a:lnTo>
                <a:lnTo>
                  <a:pt x="295325" y="304609"/>
                </a:lnTo>
                <a:lnTo>
                  <a:pt x="301980" y="302590"/>
                </a:lnTo>
                <a:lnTo>
                  <a:pt x="303758" y="304609"/>
                </a:lnTo>
                <a:lnTo>
                  <a:pt x="304038" y="304609"/>
                </a:lnTo>
                <a:lnTo>
                  <a:pt x="308851" y="305384"/>
                </a:lnTo>
                <a:lnTo>
                  <a:pt x="312496" y="313537"/>
                </a:lnTo>
                <a:lnTo>
                  <a:pt x="315455" y="322376"/>
                </a:lnTo>
                <a:lnTo>
                  <a:pt x="320929" y="341452"/>
                </a:lnTo>
                <a:lnTo>
                  <a:pt x="327888" y="364413"/>
                </a:lnTo>
                <a:lnTo>
                  <a:pt x="327952" y="364642"/>
                </a:lnTo>
                <a:lnTo>
                  <a:pt x="331482" y="372897"/>
                </a:lnTo>
                <a:lnTo>
                  <a:pt x="336537" y="377964"/>
                </a:lnTo>
                <a:lnTo>
                  <a:pt x="343852" y="380098"/>
                </a:lnTo>
                <a:lnTo>
                  <a:pt x="354152" y="379514"/>
                </a:lnTo>
                <a:lnTo>
                  <a:pt x="361175" y="378129"/>
                </a:lnTo>
                <a:lnTo>
                  <a:pt x="375920" y="374675"/>
                </a:lnTo>
                <a:lnTo>
                  <a:pt x="383540" y="373100"/>
                </a:lnTo>
                <a:lnTo>
                  <a:pt x="389051" y="371424"/>
                </a:lnTo>
                <a:lnTo>
                  <a:pt x="394500" y="373303"/>
                </a:lnTo>
                <a:lnTo>
                  <a:pt x="399059" y="372897"/>
                </a:lnTo>
                <a:lnTo>
                  <a:pt x="400392" y="372897"/>
                </a:lnTo>
                <a:lnTo>
                  <a:pt x="408711" y="400316"/>
                </a:lnTo>
                <a:lnTo>
                  <a:pt x="408711" y="347345"/>
                </a:lnTo>
                <a:lnTo>
                  <a:pt x="400697" y="346202"/>
                </a:lnTo>
                <a:lnTo>
                  <a:pt x="394182" y="344551"/>
                </a:lnTo>
                <a:lnTo>
                  <a:pt x="387527" y="346570"/>
                </a:lnTo>
                <a:lnTo>
                  <a:pt x="380530" y="347446"/>
                </a:lnTo>
                <a:lnTo>
                  <a:pt x="371182" y="347446"/>
                </a:lnTo>
                <a:lnTo>
                  <a:pt x="366674" y="347751"/>
                </a:lnTo>
                <a:lnTo>
                  <a:pt x="359778" y="348691"/>
                </a:lnTo>
                <a:lnTo>
                  <a:pt x="352450" y="349948"/>
                </a:lnTo>
                <a:lnTo>
                  <a:pt x="349135" y="343382"/>
                </a:lnTo>
                <a:lnTo>
                  <a:pt x="346760" y="337096"/>
                </a:lnTo>
                <a:lnTo>
                  <a:pt x="345516" y="331622"/>
                </a:lnTo>
                <a:lnTo>
                  <a:pt x="345427" y="331127"/>
                </a:lnTo>
                <a:lnTo>
                  <a:pt x="345097" y="325716"/>
                </a:lnTo>
                <a:lnTo>
                  <a:pt x="342519" y="317284"/>
                </a:lnTo>
                <a:lnTo>
                  <a:pt x="321043" y="277723"/>
                </a:lnTo>
                <a:lnTo>
                  <a:pt x="312724" y="275983"/>
                </a:lnTo>
                <a:lnTo>
                  <a:pt x="302679" y="277164"/>
                </a:lnTo>
                <a:lnTo>
                  <a:pt x="292442" y="279755"/>
                </a:lnTo>
                <a:lnTo>
                  <a:pt x="282155" y="282930"/>
                </a:lnTo>
                <a:lnTo>
                  <a:pt x="271907" y="286334"/>
                </a:lnTo>
                <a:lnTo>
                  <a:pt x="261823" y="289560"/>
                </a:lnTo>
                <a:lnTo>
                  <a:pt x="243179" y="331127"/>
                </a:lnTo>
                <a:lnTo>
                  <a:pt x="243154" y="331622"/>
                </a:lnTo>
                <a:lnTo>
                  <a:pt x="244157" y="343382"/>
                </a:lnTo>
                <a:lnTo>
                  <a:pt x="246951" y="355485"/>
                </a:lnTo>
                <a:lnTo>
                  <a:pt x="250698" y="366268"/>
                </a:lnTo>
                <a:lnTo>
                  <a:pt x="254660" y="377075"/>
                </a:lnTo>
                <a:lnTo>
                  <a:pt x="257746" y="387908"/>
                </a:lnTo>
                <a:lnTo>
                  <a:pt x="258838" y="398780"/>
                </a:lnTo>
                <a:lnTo>
                  <a:pt x="251015" y="404787"/>
                </a:lnTo>
                <a:lnTo>
                  <a:pt x="243662" y="408254"/>
                </a:lnTo>
                <a:lnTo>
                  <a:pt x="237680" y="412457"/>
                </a:lnTo>
                <a:lnTo>
                  <a:pt x="232295" y="418401"/>
                </a:lnTo>
                <a:lnTo>
                  <a:pt x="228993" y="424916"/>
                </a:lnTo>
                <a:lnTo>
                  <a:pt x="227863" y="431876"/>
                </a:lnTo>
                <a:lnTo>
                  <a:pt x="228968" y="439166"/>
                </a:lnTo>
                <a:lnTo>
                  <a:pt x="242722" y="480796"/>
                </a:lnTo>
                <a:lnTo>
                  <a:pt x="272618" y="495858"/>
                </a:lnTo>
                <a:lnTo>
                  <a:pt x="281393" y="495681"/>
                </a:lnTo>
                <a:lnTo>
                  <a:pt x="288048" y="495477"/>
                </a:lnTo>
                <a:lnTo>
                  <a:pt x="287515" y="495477"/>
                </a:lnTo>
                <a:lnTo>
                  <a:pt x="297154" y="495236"/>
                </a:lnTo>
                <a:lnTo>
                  <a:pt x="306146" y="495236"/>
                </a:lnTo>
                <a:lnTo>
                  <a:pt x="312572" y="505028"/>
                </a:lnTo>
                <a:lnTo>
                  <a:pt x="318846" y="514743"/>
                </a:lnTo>
                <a:lnTo>
                  <a:pt x="325247" y="524217"/>
                </a:lnTo>
                <a:lnTo>
                  <a:pt x="332092" y="533222"/>
                </a:lnTo>
                <a:lnTo>
                  <a:pt x="338886" y="540639"/>
                </a:lnTo>
                <a:lnTo>
                  <a:pt x="346583" y="545084"/>
                </a:lnTo>
                <a:lnTo>
                  <a:pt x="355155" y="546557"/>
                </a:lnTo>
                <a:lnTo>
                  <a:pt x="364350" y="545084"/>
                </a:lnTo>
                <a:lnTo>
                  <a:pt x="398818" y="534670"/>
                </a:lnTo>
                <a:lnTo>
                  <a:pt x="406082" y="530631"/>
                </a:lnTo>
                <a:lnTo>
                  <a:pt x="411467" y="525233"/>
                </a:lnTo>
                <a:lnTo>
                  <a:pt x="414223" y="519061"/>
                </a:lnTo>
                <a:lnTo>
                  <a:pt x="414451" y="518553"/>
                </a:lnTo>
                <a:lnTo>
                  <a:pt x="405409" y="480796"/>
                </a:lnTo>
                <a:lnTo>
                  <a:pt x="400761" y="471195"/>
                </a:lnTo>
                <a:lnTo>
                  <a:pt x="396697" y="461187"/>
                </a:lnTo>
                <a:lnTo>
                  <a:pt x="393903" y="450786"/>
                </a:lnTo>
                <a:lnTo>
                  <a:pt x="393052" y="440029"/>
                </a:lnTo>
                <a:lnTo>
                  <a:pt x="401167" y="436448"/>
                </a:lnTo>
                <a:lnTo>
                  <a:pt x="409384" y="432498"/>
                </a:lnTo>
                <a:lnTo>
                  <a:pt x="417550" y="428358"/>
                </a:lnTo>
                <a:lnTo>
                  <a:pt x="425488" y="424180"/>
                </a:lnTo>
                <a:lnTo>
                  <a:pt x="432320" y="420458"/>
                </a:lnTo>
                <a:lnTo>
                  <a:pt x="436587" y="415836"/>
                </a:lnTo>
                <a:lnTo>
                  <a:pt x="438213" y="409994"/>
                </a:lnTo>
                <a:close/>
              </a:path>
              <a:path w="540385" h="670560">
                <a:moveTo>
                  <a:pt x="540169" y="547370"/>
                </a:moveTo>
                <a:lnTo>
                  <a:pt x="524941" y="469900"/>
                </a:lnTo>
                <a:lnTo>
                  <a:pt x="511822" y="422694"/>
                </a:lnTo>
                <a:lnTo>
                  <a:pt x="511822" y="551180"/>
                </a:lnTo>
                <a:lnTo>
                  <a:pt x="510641" y="566420"/>
                </a:lnTo>
                <a:lnTo>
                  <a:pt x="508508" y="575310"/>
                </a:lnTo>
                <a:lnTo>
                  <a:pt x="505142" y="582930"/>
                </a:lnTo>
                <a:lnTo>
                  <a:pt x="500227" y="588010"/>
                </a:lnTo>
                <a:lnTo>
                  <a:pt x="493471" y="593090"/>
                </a:lnTo>
                <a:lnTo>
                  <a:pt x="486867" y="598170"/>
                </a:lnTo>
                <a:lnTo>
                  <a:pt x="416090" y="624840"/>
                </a:lnTo>
                <a:lnTo>
                  <a:pt x="363842" y="638810"/>
                </a:lnTo>
                <a:lnTo>
                  <a:pt x="336867" y="642620"/>
                </a:lnTo>
                <a:lnTo>
                  <a:pt x="327748" y="642620"/>
                </a:lnTo>
                <a:lnTo>
                  <a:pt x="281851" y="627380"/>
                </a:lnTo>
                <a:lnTo>
                  <a:pt x="253479" y="591820"/>
                </a:lnTo>
                <a:lnTo>
                  <a:pt x="223342" y="542290"/>
                </a:lnTo>
                <a:lnTo>
                  <a:pt x="189979" y="473710"/>
                </a:lnTo>
                <a:lnTo>
                  <a:pt x="170688" y="429260"/>
                </a:lnTo>
                <a:lnTo>
                  <a:pt x="152742" y="384810"/>
                </a:lnTo>
                <a:lnTo>
                  <a:pt x="136728" y="340360"/>
                </a:lnTo>
                <a:lnTo>
                  <a:pt x="123215" y="293370"/>
                </a:lnTo>
                <a:lnTo>
                  <a:pt x="121196" y="287020"/>
                </a:lnTo>
                <a:lnTo>
                  <a:pt x="120967" y="285750"/>
                </a:lnTo>
                <a:lnTo>
                  <a:pt x="119595" y="278130"/>
                </a:lnTo>
                <a:lnTo>
                  <a:pt x="117233" y="270510"/>
                </a:lnTo>
                <a:lnTo>
                  <a:pt x="154127" y="255270"/>
                </a:lnTo>
                <a:lnTo>
                  <a:pt x="192011" y="242570"/>
                </a:lnTo>
                <a:lnTo>
                  <a:pt x="234607" y="232410"/>
                </a:lnTo>
                <a:lnTo>
                  <a:pt x="255752" y="226060"/>
                </a:lnTo>
                <a:lnTo>
                  <a:pt x="276225" y="218440"/>
                </a:lnTo>
                <a:lnTo>
                  <a:pt x="287870" y="214630"/>
                </a:lnTo>
                <a:lnTo>
                  <a:pt x="295630" y="212090"/>
                </a:lnTo>
                <a:lnTo>
                  <a:pt x="314883" y="204470"/>
                </a:lnTo>
                <a:lnTo>
                  <a:pt x="349910" y="193040"/>
                </a:lnTo>
                <a:lnTo>
                  <a:pt x="353847" y="191770"/>
                </a:lnTo>
                <a:lnTo>
                  <a:pt x="392417" y="180340"/>
                </a:lnTo>
                <a:lnTo>
                  <a:pt x="397167" y="185420"/>
                </a:lnTo>
                <a:lnTo>
                  <a:pt x="400227" y="193040"/>
                </a:lnTo>
                <a:lnTo>
                  <a:pt x="402602" y="199390"/>
                </a:lnTo>
                <a:lnTo>
                  <a:pt x="405244" y="207010"/>
                </a:lnTo>
                <a:lnTo>
                  <a:pt x="408089" y="213360"/>
                </a:lnTo>
                <a:lnTo>
                  <a:pt x="410959" y="220980"/>
                </a:lnTo>
                <a:lnTo>
                  <a:pt x="413689" y="227330"/>
                </a:lnTo>
                <a:lnTo>
                  <a:pt x="416128" y="234950"/>
                </a:lnTo>
                <a:lnTo>
                  <a:pt x="433946" y="279400"/>
                </a:lnTo>
                <a:lnTo>
                  <a:pt x="449732" y="326390"/>
                </a:lnTo>
                <a:lnTo>
                  <a:pt x="504278" y="505460"/>
                </a:lnTo>
                <a:lnTo>
                  <a:pt x="511746" y="549910"/>
                </a:lnTo>
                <a:lnTo>
                  <a:pt x="511822" y="551180"/>
                </a:lnTo>
                <a:lnTo>
                  <a:pt x="511822" y="422694"/>
                </a:lnTo>
                <a:lnTo>
                  <a:pt x="510120" y="416560"/>
                </a:lnTo>
                <a:lnTo>
                  <a:pt x="493280" y="364490"/>
                </a:lnTo>
                <a:lnTo>
                  <a:pt x="474827" y="313690"/>
                </a:lnTo>
                <a:lnTo>
                  <a:pt x="463029" y="280670"/>
                </a:lnTo>
                <a:lnTo>
                  <a:pt x="439127" y="217170"/>
                </a:lnTo>
                <a:lnTo>
                  <a:pt x="427329" y="184150"/>
                </a:lnTo>
                <a:lnTo>
                  <a:pt x="426110" y="180340"/>
                </a:lnTo>
                <a:lnTo>
                  <a:pt x="424878" y="176530"/>
                </a:lnTo>
                <a:lnTo>
                  <a:pt x="424637" y="175260"/>
                </a:lnTo>
                <a:lnTo>
                  <a:pt x="423138" y="167640"/>
                </a:lnTo>
                <a:lnTo>
                  <a:pt x="423100" y="166370"/>
                </a:lnTo>
                <a:lnTo>
                  <a:pt x="422998" y="162560"/>
                </a:lnTo>
                <a:lnTo>
                  <a:pt x="422897" y="158750"/>
                </a:lnTo>
                <a:lnTo>
                  <a:pt x="424967" y="148590"/>
                </a:lnTo>
                <a:lnTo>
                  <a:pt x="427037" y="140970"/>
                </a:lnTo>
                <a:lnTo>
                  <a:pt x="427151" y="138430"/>
                </a:lnTo>
                <a:lnTo>
                  <a:pt x="427266" y="135890"/>
                </a:lnTo>
                <a:lnTo>
                  <a:pt x="427393" y="133350"/>
                </a:lnTo>
                <a:lnTo>
                  <a:pt x="427443" y="132080"/>
                </a:lnTo>
                <a:lnTo>
                  <a:pt x="426491" y="124460"/>
                </a:lnTo>
                <a:lnTo>
                  <a:pt x="424446" y="115570"/>
                </a:lnTo>
                <a:lnTo>
                  <a:pt x="400037" y="35560"/>
                </a:lnTo>
                <a:lnTo>
                  <a:pt x="398259" y="31407"/>
                </a:lnTo>
                <a:lnTo>
                  <a:pt x="398259" y="140970"/>
                </a:lnTo>
                <a:lnTo>
                  <a:pt x="394423" y="147320"/>
                </a:lnTo>
                <a:lnTo>
                  <a:pt x="391883" y="151130"/>
                </a:lnTo>
                <a:lnTo>
                  <a:pt x="387985" y="153670"/>
                </a:lnTo>
                <a:lnTo>
                  <a:pt x="381508" y="156210"/>
                </a:lnTo>
                <a:lnTo>
                  <a:pt x="371208" y="158750"/>
                </a:lnTo>
                <a:lnTo>
                  <a:pt x="361975" y="135890"/>
                </a:lnTo>
                <a:lnTo>
                  <a:pt x="350393" y="101600"/>
                </a:lnTo>
                <a:lnTo>
                  <a:pt x="345008" y="83947"/>
                </a:lnTo>
                <a:lnTo>
                  <a:pt x="345008" y="167640"/>
                </a:lnTo>
                <a:lnTo>
                  <a:pt x="344309" y="168910"/>
                </a:lnTo>
                <a:lnTo>
                  <a:pt x="342353" y="170180"/>
                </a:lnTo>
                <a:lnTo>
                  <a:pt x="325818" y="175260"/>
                </a:lnTo>
                <a:lnTo>
                  <a:pt x="318033" y="166370"/>
                </a:lnTo>
                <a:lnTo>
                  <a:pt x="282371" y="83820"/>
                </a:lnTo>
                <a:lnTo>
                  <a:pt x="281038" y="80010"/>
                </a:lnTo>
                <a:lnTo>
                  <a:pt x="276809" y="77470"/>
                </a:lnTo>
                <a:lnTo>
                  <a:pt x="274650" y="73660"/>
                </a:lnTo>
                <a:lnTo>
                  <a:pt x="273202" y="73660"/>
                </a:lnTo>
                <a:lnTo>
                  <a:pt x="266636" y="74930"/>
                </a:lnTo>
                <a:lnTo>
                  <a:pt x="264680" y="77470"/>
                </a:lnTo>
                <a:lnTo>
                  <a:pt x="265023" y="78740"/>
                </a:lnTo>
                <a:lnTo>
                  <a:pt x="265645" y="83820"/>
                </a:lnTo>
                <a:lnTo>
                  <a:pt x="266077" y="88900"/>
                </a:lnTo>
                <a:lnTo>
                  <a:pt x="266179" y="90170"/>
                </a:lnTo>
                <a:lnTo>
                  <a:pt x="267855" y="95250"/>
                </a:lnTo>
                <a:lnTo>
                  <a:pt x="272516" y="110490"/>
                </a:lnTo>
                <a:lnTo>
                  <a:pt x="277418" y="124460"/>
                </a:lnTo>
                <a:lnTo>
                  <a:pt x="282511" y="138430"/>
                </a:lnTo>
                <a:lnTo>
                  <a:pt x="287756" y="153670"/>
                </a:lnTo>
                <a:lnTo>
                  <a:pt x="290652" y="160020"/>
                </a:lnTo>
                <a:lnTo>
                  <a:pt x="295871" y="173990"/>
                </a:lnTo>
                <a:lnTo>
                  <a:pt x="298742" y="181610"/>
                </a:lnTo>
                <a:lnTo>
                  <a:pt x="289572" y="189230"/>
                </a:lnTo>
                <a:lnTo>
                  <a:pt x="279095" y="191770"/>
                </a:lnTo>
                <a:lnTo>
                  <a:pt x="268160" y="191770"/>
                </a:lnTo>
                <a:lnTo>
                  <a:pt x="257568" y="193040"/>
                </a:lnTo>
                <a:lnTo>
                  <a:pt x="255549" y="186690"/>
                </a:lnTo>
                <a:lnTo>
                  <a:pt x="251701" y="181610"/>
                </a:lnTo>
                <a:lnTo>
                  <a:pt x="249364" y="173990"/>
                </a:lnTo>
                <a:lnTo>
                  <a:pt x="244005" y="160020"/>
                </a:lnTo>
                <a:lnTo>
                  <a:pt x="239064" y="147320"/>
                </a:lnTo>
                <a:lnTo>
                  <a:pt x="234264" y="133350"/>
                </a:lnTo>
                <a:lnTo>
                  <a:pt x="229298" y="119380"/>
                </a:lnTo>
                <a:lnTo>
                  <a:pt x="227622" y="114300"/>
                </a:lnTo>
                <a:lnTo>
                  <a:pt x="224815" y="109220"/>
                </a:lnTo>
                <a:lnTo>
                  <a:pt x="219913" y="104140"/>
                </a:lnTo>
                <a:lnTo>
                  <a:pt x="219570" y="102870"/>
                </a:lnTo>
                <a:lnTo>
                  <a:pt x="214782" y="102870"/>
                </a:lnTo>
                <a:lnTo>
                  <a:pt x="210413" y="104140"/>
                </a:lnTo>
                <a:lnTo>
                  <a:pt x="206616" y="107950"/>
                </a:lnTo>
                <a:lnTo>
                  <a:pt x="206959" y="109220"/>
                </a:lnTo>
                <a:lnTo>
                  <a:pt x="208597" y="118110"/>
                </a:lnTo>
                <a:lnTo>
                  <a:pt x="233349" y="200660"/>
                </a:lnTo>
                <a:lnTo>
                  <a:pt x="223989" y="205740"/>
                </a:lnTo>
                <a:lnTo>
                  <a:pt x="215125" y="210820"/>
                </a:lnTo>
                <a:lnTo>
                  <a:pt x="206235" y="213360"/>
                </a:lnTo>
                <a:lnTo>
                  <a:pt x="196799" y="214630"/>
                </a:lnTo>
                <a:lnTo>
                  <a:pt x="180225" y="185420"/>
                </a:lnTo>
                <a:lnTo>
                  <a:pt x="170637" y="164401"/>
                </a:lnTo>
                <a:lnTo>
                  <a:pt x="170637" y="223520"/>
                </a:lnTo>
                <a:lnTo>
                  <a:pt x="159321" y="231140"/>
                </a:lnTo>
                <a:lnTo>
                  <a:pt x="150939" y="236220"/>
                </a:lnTo>
                <a:lnTo>
                  <a:pt x="141351" y="238760"/>
                </a:lnTo>
                <a:lnTo>
                  <a:pt x="126415" y="241300"/>
                </a:lnTo>
                <a:lnTo>
                  <a:pt x="111163" y="219710"/>
                </a:lnTo>
                <a:lnTo>
                  <a:pt x="95694" y="179070"/>
                </a:lnTo>
                <a:lnTo>
                  <a:pt x="82423" y="130810"/>
                </a:lnTo>
                <a:lnTo>
                  <a:pt x="80746" y="125730"/>
                </a:lnTo>
                <a:lnTo>
                  <a:pt x="78384" y="123190"/>
                </a:lnTo>
                <a:lnTo>
                  <a:pt x="77203" y="121920"/>
                </a:lnTo>
                <a:lnTo>
                  <a:pt x="71374" y="123190"/>
                </a:lnTo>
                <a:lnTo>
                  <a:pt x="65176" y="121920"/>
                </a:lnTo>
                <a:lnTo>
                  <a:pt x="61722" y="127000"/>
                </a:lnTo>
                <a:lnTo>
                  <a:pt x="62344" y="132080"/>
                </a:lnTo>
                <a:lnTo>
                  <a:pt x="62395" y="133350"/>
                </a:lnTo>
                <a:lnTo>
                  <a:pt x="62496" y="135890"/>
                </a:lnTo>
                <a:lnTo>
                  <a:pt x="62598" y="138430"/>
                </a:lnTo>
                <a:lnTo>
                  <a:pt x="62699" y="140970"/>
                </a:lnTo>
                <a:lnTo>
                  <a:pt x="62750" y="142240"/>
                </a:lnTo>
                <a:lnTo>
                  <a:pt x="63715" y="148590"/>
                </a:lnTo>
                <a:lnTo>
                  <a:pt x="66052" y="156210"/>
                </a:lnTo>
                <a:lnTo>
                  <a:pt x="72428" y="180340"/>
                </a:lnTo>
                <a:lnTo>
                  <a:pt x="79806" y="203200"/>
                </a:lnTo>
                <a:lnTo>
                  <a:pt x="89052" y="227330"/>
                </a:lnTo>
                <a:lnTo>
                  <a:pt x="101053" y="248920"/>
                </a:lnTo>
                <a:lnTo>
                  <a:pt x="91808" y="252730"/>
                </a:lnTo>
                <a:lnTo>
                  <a:pt x="83515" y="255270"/>
                </a:lnTo>
                <a:lnTo>
                  <a:pt x="76022" y="255270"/>
                </a:lnTo>
                <a:lnTo>
                  <a:pt x="46901" y="195580"/>
                </a:lnTo>
                <a:lnTo>
                  <a:pt x="34531" y="156210"/>
                </a:lnTo>
                <a:lnTo>
                  <a:pt x="25031" y="120650"/>
                </a:lnTo>
                <a:lnTo>
                  <a:pt x="65024" y="107950"/>
                </a:lnTo>
                <a:lnTo>
                  <a:pt x="85598" y="102870"/>
                </a:lnTo>
                <a:lnTo>
                  <a:pt x="106260" y="99060"/>
                </a:lnTo>
                <a:lnTo>
                  <a:pt x="112636" y="97790"/>
                </a:lnTo>
                <a:lnTo>
                  <a:pt x="138379" y="135890"/>
                </a:lnTo>
                <a:lnTo>
                  <a:pt x="159181" y="189230"/>
                </a:lnTo>
                <a:lnTo>
                  <a:pt x="169087" y="214630"/>
                </a:lnTo>
                <a:lnTo>
                  <a:pt x="170103" y="218440"/>
                </a:lnTo>
                <a:lnTo>
                  <a:pt x="169621" y="220980"/>
                </a:lnTo>
                <a:lnTo>
                  <a:pt x="170637" y="223520"/>
                </a:lnTo>
                <a:lnTo>
                  <a:pt x="170637" y="164401"/>
                </a:lnTo>
                <a:lnTo>
                  <a:pt x="164592" y="151130"/>
                </a:lnTo>
                <a:lnTo>
                  <a:pt x="152158" y="116840"/>
                </a:lnTo>
                <a:lnTo>
                  <a:pt x="147408" y="97790"/>
                </a:lnTo>
                <a:lnTo>
                  <a:pt x="145186" y="88900"/>
                </a:lnTo>
                <a:lnTo>
                  <a:pt x="165341" y="80010"/>
                </a:lnTo>
                <a:lnTo>
                  <a:pt x="186131" y="73660"/>
                </a:lnTo>
                <a:lnTo>
                  <a:pt x="207213" y="69850"/>
                </a:lnTo>
                <a:lnTo>
                  <a:pt x="228257" y="64770"/>
                </a:lnTo>
                <a:lnTo>
                  <a:pt x="268389" y="54610"/>
                </a:lnTo>
                <a:lnTo>
                  <a:pt x="288988" y="50800"/>
                </a:lnTo>
                <a:lnTo>
                  <a:pt x="309359" y="45720"/>
                </a:lnTo>
                <a:lnTo>
                  <a:pt x="318427" y="68580"/>
                </a:lnTo>
                <a:lnTo>
                  <a:pt x="329742" y="104140"/>
                </a:lnTo>
                <a:lnTo>
                  <a:pt x="339775" y="140970"/>
                </a:lnTo>
                <a:lnTo>
                  <a:pt x="345008" y="167640"/>
                </a:lnTo>
                <a:lnTo>
                  <a:pt x="345008" y="83947"/>
                </a:lnTo>
                <a:lnTo>
                  <a:pt x="339547" y="66040"/>
                </a:lnTo>
                <a:lnTo>
                  <a:pt x="334454" y="45720"/>
                </a:lnTo>
                <a:lnTo>
                  <a:pt x="332536" y="38100"/>
                </a:lnTo>
                <a:lnTo>
                  <a:pt x="362280" y="29210"/>
                </a:lnTo>
                <a:lnTo>
                  <a:pt x="365086" y="34290"/>
                </a:lnTo>
                <a:lnTo>
                  <a:pt x="368630" y="38100"/>
                </a:lnTo>
                <a:lnTo>
                  <a:pt x="397040" y="132080"/>
                </a:lnTo>
                <a:lnTo>
                  <a:pt x="398259" y="140970"/>
                </a:lnTo>
                <a:lnTo>
                  <a:pt x="398259" y="31407"/>
                </a:lnTo>
                <a:lnTo>
                  <a:pt x="397319" y="29210"/>
                </a:lnTo>
                <a:lnTo>
                  <a:pt x="390791" y="13970"/>
                </a:lnTo>
                <a:lnTo>
                  <a:pt x="378421" y="2540"/>
                </a:lnTo>
                <a:lnTo>
                  <a:pt x="361861" y="0"/>
                </a:lnTo>
                <a:lnTo>
                  <a:pt x="340055" y="3810"/>
                </a:lnTo>
                <a:lnTo>
                  <a:pt x="329031" y="7620"/>
                </a:lnTo>
                <a:lnTo>
                  <a:pt x="302793" y="13970"/>
                </a:lnTo>
                <a:lnTo>
                  <a:pt x="249720" y="27940"/>
                </a:lnTo>
                <a:lnTo>
                  <a:pt x="176428" y="45720"/>
                </a:lnTo>
                <a:lnTo>
                  <a:pt x="130187" y="58420"/>
                </a:lnTo>
                <a:lnTo>
                  <a:pt x="38811" y="86360"/>
                </a:lnTo>
                <a:lnTo>
                  <a:pt x="31026" y="88900"/>
                </a:lnTo>
                <a:lnTo>
                  <a:pt x="22948" y="93980"/>
                </a:lnTo>
                <a:lnTo>
                  <a:pt x="16611" y="96520"/>
                </a:lnTo>
                <a:lnTo>
                  <a:pt x="12141" y="99060"/>
                </a:lnTo>
                <a:lnTo>
                  <a:pt x="8470" y="101600"/>
                </a:lnTo>
                <a:lnTo>
                  <a:pt x="8407" y="102870"/>
                </a:lnTo>
                <a:lnTo>
                  <a:pt x="8305" y="105410"/>
                </a:lnTo>
                <a:lnTo>
                  <a:pt x="5257" y="116840"/>
                </a:lnTo>
                <a:lnTo>
                  <a:pt x="1625" y="129540"/>
                </a:lnTo>
                <a:lnTo>
                  <a:pt x="0" y="142240"/>
                </a:lnTo>
                <a:lnTo>
                  <a:pt x="2984" y="154940"/>
                </a:lnTo>
                <a:lnTo>
                  <a:pt x="10287" y="177800"/>
                </a:lnTo>
                <a:lnTo>
                  <a:pt x="17119" y="200660"/>
                </a:lnTo>
                <a:lnTo>
                  <a:pt x="30416" y="246380"/>
                </a:lnTo>
                <a:lnTo>
                  <a:pt x="49949" y="281940"/>
                </a:lnTo>
                <a:lnTo>
                  <a:pt x="66116" y="287020"/>
                </a:lnTo>
                <a:lnTo>
                  <a:pt x="90551" y="285750"/>
                </a:lnTo>
                <a:lnTo>
                  <a:pt x="93027" y="289560"/>
                </a:lnTo>
                <a:lnTo>
                  <a:pt x="94856" y="290830"/>
                </a:lnTo>
                <a:lnTo>
                  <a:pt x="93370" y="290830"/>
                </a:lnTo>
                <a:lnTo>
                  <a:pt x="98729" y="308610"/>
                </a:lnTo>
                <a:lnTo>
                  <a:pt x="113284" y="358140"/>
                </a:lnTo>
                <a:lnTo>
                  <a:pt x="130479" y="406400"/>
                </a:lnTo>
                <a:lnTo>
                  <a:pt x="149758" y="454660"/>
                </a:lnTo>
                <a:lnTo>
                  <a:pt x="170573" y="502920"/>
                </a:lnTo>
                <a:lnTo>
                  <a:pt x="192366" y="549910"/>
                </a:lnTo>
                <a:lnTo>
                  <a:pt x="219456" y="595630"/>
                </a:lnTo>
                <a:lnTo>
                  <a:pt x="251650" y="637540"/>
                </a:lnTo>
                <a:lnTo>
                  <a:pt x="295097" y="668020"/>
                </a:lnTo>
                <a:lnTo>
                  <a:pt x="313436" y="670560"/>
                </a:lnTo>
                <a:lnTo>
                  <a:pt x="344297" y="670560"/>
                </a:lnTo>
                <a:lnTo>
                  <a:pt x="359498" y="669290"/>
                </a:lnTo>
                <a:lnTo>
                  <a:pt x="374510" y="665480"/>
                </a:lnTo>
                <a:lnTo>
                  <a:pt x="424230" y="650240"/>
                </a:lnTo>
                <a:lnTo>
                  <a:pt x="449072" y="643890"/>
                </a:lnTo>
                <a:lnTo>
                  <a:pt x="452602" y="642620"/>
                </a:lnTo>
                <a:lnTo>
                  <a:pt x="473798" y="635000"/>
                </a:lnTo>
                <a:lnTo>
                  <a:pt x="483730" y="632460"/>
                </a:lnTo>
                <a:lnTo>
                  <a:pt x="493522" y="627380"/>
                </a:lnTo>
                <a:lnTo>
                  <a:pt x="530402" y="598170"/>
                </a:lnTo>
                <a:lnTo>
                  <a:pt x="539978" y="560070"/>
                </a:lnTo>
                <a:lnTo>
                  <a:pt x="540118" y="551180"/>
                </a:lnTo>
                <a:lnTo>
                  <a:pt x="540169" y="547370"/>
                </a:lnTo>
                <a:close/>
              </a:path>
            </a:pathLst>
          </a:custGeom>
          <a:solidFill>
            <a:srgbClr val="0088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502307" y="4500733"/>
            <a:ext cx="403860" cy="518159"/>
            <a:chOff x="1502307" y="4500733"/>
            <a:chExt cx="403860" cy="518159"/>
          </a:xfrm>
        </p:grpSpPr>
        <p:sp>
          <p:nvSpPr>
            <p:cNvPr id="7" name="object 7"/>
            <p:cNvSpPr/>
            <p:nvPr/>
          </p:nvSpPr>
          <p:spPr>
            <a:xfrm>
              <a:off x="1502307" y="4500733"/>
              <a:ext cx="403860" cy="518159"/>
            </a:xfrm>
            <a:custGeom>
              <a:avLst/>
              <a:gdLst/>
              <a:ahLst/>
              <a:cxnLst/>
              <a:rect l="l" t="t" r="r" b="b"/>
              <a:pathLst>
                <a:path w="403860" h="518160">
                  <a:moveTo>
                    <a:pt x="296685" y="0"/>
                  </a:moveTo>
                  <a:lnTo>
                    <a:pt x="260356" y="13229"/>
                  </a:lnTo>
                  <a:lnTo>
                    <a:pt x="222649" y="39798"/>
                  </a:lnTo>
                  <a:lnTo>
                    <a:pt x="190555" y="78791"/>
                  </a:lnTo>
                  <a:lnTo>
                    <a:pt x="157945" y="123035"/>
                  </a:lnTo>
                  <a:lnTo>
                    <a:pt x="141631" y="145171"/>
                  </a:lnTo>
                  <a:lnTo>
                    <a:pt x="132029" y="158051"/>
                  </a:lnTo>
                  <a:lnTo>
                    <a:pt x="129858" y="164501"/>
                  </a:lnTo>
                  <a:lnTo>
                    <a:pt x="126826" y="172676"/>
                  </a:lnTo>
                  <a:lnTo>
                    <a:pt x="122711" y="180248"/>
                  </a:lnTo>
                  <a:lnTo>
                    <a:pt x="122598" y="180455"/>
                  </a:lnTo>
                  <a:lnTo>
                    <a:pt x="117729" y="187758"/>
                  </a:lnTo>
                  <a:lnTo>
                    <a:pt x="92142" y="226738"/>
                  </a:lnTo>
                  <a:lnTo>
                    <a:pt x="82781" y="247880"/>
                  </a:lnTo>
                  <a:lnTo>
                    <a:pt x="77723" y="256817"/>
                  </a:lnTo>
                  <a:lnTo>
                    <a:pt x="71900" y="265421"/>
                  </a:lnTo>
                  <a:lnTo>
                    <a:pt x="65456" y="274176"/>
                  </a:lnTo>
                  <a:lnTo>
                    <a:pt x="60770" y="280750"/>
                  </a:lnTo>
                  <a:lnTo>
                    <a:pt x="39400" y="322311"/>
                  </a:lnTo>
                  <a:lnTo>
                    <a:pt x="34899" y="333074"/>
                  </a:lnTo>
                  <a:lnTo>
                    <a:pt x="29591" y="343733"/>
                  </a:lnTo>
                  <a:lnTo>
                    <a:pt x="26456" y="350451"/>
                  </a:lnTo>
                  <a:lnTo>
                    <a:pt x="22860" y="356804"/>
                  </a:lnTo>
                  <a:lnTo>
                    <a:pt x="18293" y="362432"/>
                  </a:lnTo>
                  <a:lnTo>
                    <a:pt x="12243" y="366976"/>
                  </a:lnTo>
                  <a:lnTo>
                    <a:pt x="5410" y="372591"/>
                  </a:lnTo>
                  <a:lnTo>
                    <a:pt x="1169" y="380137"/>
                  </a:lnTo>
                  <a:lnTo>
                    <a:pt x="3340" y="395128"/>
                  </a:lnTo>
                  <a:lnTo>
                    <a:pt x="465" y="400635"/>
                  </a:lnTo>
                  <a:lnTo>
                    <a:pt x="356" y="400843"/>
                  </a:lnTo>
                  <a:lnTo>
                    <a:pt x="295" y="408114"/>
                  </a:lnTo>
                  <a:lnTo>
                    <a:pt x="124" y="414770"/>
                  </a:lnTo>
                  <a:lnTo>
                    <a:pt x="0" y="419608"/>
                  </a:lnTo>
                  <a:lnTo>
                    <a:pt x="1032" y="431134"/>
                  </a:lnTo>
                  <a:lnTo>
                    <a:pt x="1153" y="432483"/>
                  </a:lnTo>
                  <a:lnTo>
                    <a:pt x="1175" y="432735"/>
                  </a:lnTo>
                  <a:lnTo>
                    <a:pt x="19759" y="468422"/>
                  </a:lnTo>
                  <a:lnTo>
                    <a:pt x="46901" y="499845"/>
                  </a:lnTo>
                  <a:lnTo>
                    <a:pt x="83890" y="515320"/>
                  </a:lnTo>
                  <a:lnTo>
                    <a:pt x="112528" y="517735"/>
                  </a:lnTo>
                  <a:lnTo>
                    <a:pt x="127402" y="515668"/>
                  </a:lnTo>
                  <a:lnTo>
                    <a:pt x="141135" y="509747"/>
                  </a:lnTo>
                  <a:lnTo>
                    <a:pt x="153264" y="498881"/>
                  </a:lnTo>
                  <a:lnTo>
                    <a:pt x="155194" y="496290"/>
                  </a:lnTo>
                  <a:lnTo>
                    <a:pt x="157353" y="495250"/>
                  </a:lnTo>
                  <a:lnTo>
                    <a:pt x="160985" y="493929"/>
                  </a:lnTo>
                  <a:lnTo>
                    <a:pt x="162978" y="492368"/>
                  </a:lnTo>
                  <a:lnTo>
                    <a:pt x="108687" y="492368"/>
                  </a:lnTo>
                  <a:lnTo>
                    <a:pt x="100533" y="488936"/>
                  </a:lnTo>
                  <a:lnTo>
                    <a:pt x="92609" y="487055"/>
                  </a:lnTo>
                  <a:lnTo>
                    <a:pt x="83338" y="486820"/>
                  </a:lnTo>
                  <a:lnTo>
                    <a:pt x="76073" y="484050"/>
                  </a:lnTo>
                  <a:lnTo>
                    <a:pt x="69850" y="483439"/>
                  </a:lnTo>
                  <a:lnTo>
                    <a:pt x="64008" y="480462"/>
                  </a:lnTo>
                  <a:lnTo>
                    <a:pt x="58674" y="475101"/>
                  </a:lnTo>
                  <a:lnTo>
                    <a:pt x="53063" y="468089"/>
                  </a:lnTo>
                  <a:lnTo>
                    <a:pt x="47557" y="461296"/>
                  </a:lnTo>
                  <a:lnTo>
                    <a:pt x="26234" y="424604"/>
                  </a:lnTo>
                  <a:lnTo>
                    <a:pt x="26835" y="416861"/>
                  </a:lnTo>
                  <a:lnTo>
                    <a:pt x="45618" y="378624"/>
                  </a:lnTo>
                  <a:lnTo>
                    <a:pt x="51762" y="369837"/>
                  </a:lnTo>
                  <a:lnTo>
                    <a:pt x="56006" y="359890"/>
                  </a:lnTo>
                  <a:lnTo>
                    <a:pt x="57912" y="348848"/>
                  </a:lnTo>
                  <a:lnTo>
                    <a:pt x="56972" y="342849"/>
                  </a:lnTo>
                  <a:lnTo>
                    <a:pt x="60020" y="337059"/>
                  </a:lnTo>
                  <a:lnTo>
                    <a:pt x="63221" y="332766"/>
                  </a:lnTo>
                  <a:lnTo>
                    <a:pt x="73621" y="316075"/>
                  </a:lnTo>
                  <a:lnTo>
                    <a:pt x="73706" y="315940"/>
                  </a:lnTo>
                  <a:lnTo>
                    <a:pt x="82423" y="298282"/>
                  </a:lnTo>
                  <a:lnTo>
                    <a:pt x="91290" y="280750"/>
                  </a:lnTo>
                  <a:lnTo>
                    <a:pt x="102273" y="264198"/>
                  </a:lnTo>
                  <a:lnTo>
                    <a:pt x="106083" y="259090"/>
                  </a:lnTo>
                  <a:lnTo>
                    <a:pt x="109792" y="252413"/>
                  </a:lnTo>
                  <a:lnTo>
                    <a:pt x="113386" y="245755"/>
                  </a:lnTo>
                  <a:lnTo>
                    <a:pt x="147571" y="245755"/>
                  </a:lnTo>
                  <a:lnTo>
                    <a:pt x="142517" y="237422"/>
                  </a:lnTo>
                  <a:lnTo>
                    <a:pt x="136465" y="227897"/>
                  </a:lnTo>
                  <a:lnTo>
                    <a:pt x="129997" y="218062"/>
                  </a:lnTo>
                  <a:lnTo>
                    <a:pt x="139092" y="205708"/>
                  </a:lnTo>
                  <a:lnTo>
                    <a:pt x="146992" y="193955"/>
                  </a:lnTo>
                  <a:lnTo>
                    <a:pt x="153456" y="182125"/>
                  </a:lnTo>
                  <a:lnTo>
                    <a:pt x="158242" y="169543"/>
                  </a:lnTo>
                  <a:lnTo>
                    <a:pt x="159284" y="166289"/>
                  </a:lnTo>
                  <a:lnTo>
                    <a:pt x="163767" y="160294"/>
                  </a:lnTo>
                  <a:lnTo>
                    <a:pt x="179296" y="139000"/>
                  </a:lnTo>
                  <a:lnTo>
                    <a:pt x="194629" y="117810"/>
                  </a:lnTo>
                  <a:lnTo>
                    <a:pt x="210460" y="96967"/>
                  </a:lnTo>
                  <a:lnTo>
                    <a:pt x="240816" y="61906"/>
                  </a:lnTo>
                  <a:lnTo>
                    <a:pt x="272106" y="38238"/>
                  </a:lnTo>
                  <a:lnTo>
                    <a:pt x="290297" y="30030"/>
                  </a:lnTo>
                  <a:lnTo>
                    <a:pt x="290957" y="29141"/>
                  </a:lnTo>
                  <a:lnTo>
                    <a:pt x="292456" y="28990"/>
                  </a:lnTo>
                  <a:lnTo>
                    <a:pt x="295491" y="28483"/>
                  </a:lnTo>
                  <a:lnTo>
                    <a:pt x="374518" y="28483"/>
                  </a:lnTo>
                  <a:lnTo>
                    <a:pt x="362226" y="18722"/>
                  </a:lnTo>
                  <a:lnTo>
                    <a:pt x="344118" y="9964"/>
                  </a:lnTo>
                  <a:lnTo>
                    <a:pt x="324712" y="4277"/>
                  </a:lnTo>
                  <a:lnTo>
                    <a:pt x="304407" y="459"/>
                  </a:lnTo>
                  <a:lnTo>
                    <a:pt x="296685" y="0"/>
                  </a:lnTo>
                  <a:close/>
                </a:path>
                <a:path w="403860" h="518160">
                  <a:moveTo>
                    <a:pt x="147571" y="245755"/>
                  </a:moveTo>
                  <a:lnTo>
                    <a:pt x="113386" y="245755"/>
                  </a:lnTo>
                  <a:lnTo>
                    <a:pt x="124282" y="247204"/>
                  </a:lnTo>
                  <a:lnTo>
                    <a:pt x="126873" y="254547"/>
                  </a:lnTo>
                  <a:lnTo>
                    <a:pt x="151773" y="291398"/>
                  </a:lnTo>
                  <a:lnTo>
                    <a:pt x="184867" y="316075"/>
                  </a:lnTo>
                  <a:lnTo>
                    <a:pt x="219842" y="331867"/>
                  </a:lnTo>
                  <a:lnTo>
                    <a:pt x="247841" y="338098"/>
                  </a:lnTo>
                  <a:lnTo>
                    <a:pt x="251016" y="339086"/>
                  </a:lnTo>
                  <a:lnTo>
                    <a:pt x="252794" y="340412"/>
                  </a:lnTo>
                  <a:lnTo>
                    <a:pt x="256858" y="342063"/>
                  </a:lnTo>
                  <a:lnTo>
                    <a:pt x="239019" y="366689"/>
                  </a:lnTo>
                  <a:lnTo>
                    <a:pt x="203214" y="414770"/>
                  </a:lnTo>
                  <a:lnTo>
                    <a:pt x="169762" y="450973"/>
                  </a:lnTo>
                  <a:lnTo>
                    <a:pt x="138864" y="474969"/>
                  </a:lnTo>
                  <a:lnTo>
                    <a:pt x="122136" y="485000"/>
                  </a:lnTo>
                  <a:lnTo>
                    <a:pt x="115999" y="488936"/>
                  </a:lnTo>
                  <a:lnTo>
                    <a:pt x="114283" y="490007"/>
                  </a:lnTo>
                  <a:lnTo>
                    <a:pt x="108687" y="492368"/>
                  </a:lnTo>
                  <a:lnTo>
                    <a:pt x="162978" y="492368"/>
                  </a:lnTo>
                  <a:lnTo>
                    <a:pt x="194850" y="465344"/>
                  </a:lnTo>
                  <a:lnTo>
                    <a:pt x="223838" y="431134"/>
                  </a:lnTo>
                  <a:lnTo>
                    <a:pt x="233946" y="416861"/>
                  </a:lnTo>
                  <a:lnTo>
                    <a:pt x="244267" y="403102"/>
                  </a:lnTo>
                  <a:lnTo>
                    <a:pt x="277715" y="358875"/>
                  </a:lnTo>
                  <a:lnTo>
                    <a:pt x="302908" y="324405"/>
                  </a:lnTo>
                  <a:lnTo>
                    <a:pt x="312015" y="311468"/>
                  </a:lnTo>
                  <a:lnTo>
                    <a:pt x="238695" y="311468"/>
                  </a:lnTo>
                  <a:lnTo>
                    <a:pt x="231199" y="309744"/>
                  </a:lnTo>
                  <a:lnTo>
                    <a:pt x="223813" y="307305"/>
                  </a:lnTo>
                  <a:lnTo>
                    <a:pt x="216243" y="305084"/>
                  </a:lnTo>
                  <a:lnTo>
                    <a:pt x="198518" y="297079"/>
                  </a:lnTo>
                  <a:lnTo>
                    <a:pt x="180129" y="284902"/>
                  </a:lnTo>
                  <a:lnTo>
                    <a:pt x="164192" y="270457"/>
                  </a:lnTo>
                  <a:lnTo>
                    <a:pt x="153035" y="255291"/>
                  </a:lnTo>
                  <a:lnTo>
                    <a:pt x="148068" y="246574"/>
                  </a:lnTo>
                  <a:lnTo>
                    <a:pt x="147571" y="245755"/>
                  </a:lnTo>
                  <a:close/>
                </a:path>
                <a:path w="403860" h="518160">
                  <a:moveTo>
                    <a:pt x="374518" y="28483"/>
                  </a:moveTo>
                  <a:lnTo>
                    <a:pt x="295491" y="28483"/>
                  </a:lnTo>
                  <a:lnTo>
                    <a:pt x="310169" y="29887"/>
                  </a:lnTo>
                  <a:lnTo>
                    <a:pt x="324328" y="33506"/>
                  </a:lnTo>
                  <a:lnTo>
                    <a:pt x="360241" y="52304"/>
                  </a:lnTo>
                  <a:lnTo>
                    <a:pt x="374972" y="92747"/>
                  </a:lnTo>
                  <a:lnTo>
                    <a:pt x="376101" y="102869"/>
                  </a:lnTo>
                  <a:lnTo>
                    <a:pt x="375673" y="113082"/>
                  </a:lnTo>
                  <a:lnTo>
                    <a:pt x="372961" y="123709"/>
                  </a:lnTo>
                  <a:lnTo>
                    <a:pt x="369918" y="135093"/>
                  </a:lnTo>
                  <a:lnTo>
                    <a:pt x="366828" y="157302"/>
                  </a:lnTo>
                  <a:lnTo>
                    <a:pt x="352260" y="189738"/>
                  </a:lnTo>
                  <a:lnTo>
                    <a:pt x="346950" y="199437"/>
                  </a:lnTo>
                  <a:lnTo>
                    <a:pt x="343357" y="210038"/>
                  </a:lnTo>
                  <a:lnTo>
                    <a:pt x="342519" y="214713"/>
                  </a:lnTo>
                  <a:lnTo>
                    <a:pt x="336715" y="222486"/>
                  </a:lnTo>
                  <a:lnTo>
                    <a:pt x="328996" y="233962"/>
                  </a:lnTo>
                  <a:lnTo>
                    <a:pt x="321313" y="245755"/>
                  </a:lnTo>
                  <a:lnTo>
                    <a:pt x="314304" y="257994"/>
                  </a:lnTo>
                  <a:lnTo>
                    <a:pt x="308534" y="270931"/>
                  </a:lnTo>
                  <a:lnTo>
                    <a:pt x="298573" y="288221"/>
                  </a:lnTo>
                  <a:lnTo>
                    <a:pt x="284279" y="300864"/>
                  </a:lnTo>
                  <a:lnTo>
                    <a:pt x="266548" y="308675"/>
                  </a:lnTo>
                  <a:lnTo>
                    <a:pt x="246279" y="311468"/>
                  </a:lnTo>
                  <a:lnTo>
                    <a:pt x="312015" y="311468"/>
                  </a:lnTo>
                  <a:lnTo>
                    <a:pt x="315329" y="306762"/>
                  </a:lnTo>
                  <a:lnTo>
                    <a:pt x="322801" y="297079"/>
                  </a:lnTo>
                  <a:lnTo>
                    <a:pt x="330121" y="286916"/>
                  </a:lnTo>
                  <a:lnTo>
                    <a:pt x="336274" y="275625"/>
                  </a:lnTo>
                  <a:lnTo>
                    <a:pt x="340246" y="262554"/>
                  </a:lnTo>
                  <a:lnTo>
                    <a:pt x="339814" y="259581"/>
                  </a:lnTo>
                  <a:lnTo>
                    <a:pt x="343013" y="255291"/>
                  </a:lnTo>
                  <a:lnTo>
                    <a:pt x="353531" y="243020"/>
                  </a:lnTo>
                  <a:lnTo>
                    <a:pt x="362908" y="229933"/>
                  </a:lnTo>
                  <a:lnTo>
                    <a:pt x="370644" y="215694"/>
                  </a:lnTo>
                  <a:lnTo>
                    <a:pt x="376314" y="199830"/>
                  </a:lnTo>
                  <a:lnTo>
                    <a:pt x="386031" y="186806"/>
                  </a:lnTo>
                  <a:lnTo>
                    <a:pt x="390735" y="177622"/>
                  </a:lnTo>
                  <a:lnTo>
                    <a:pt x="393620" y="167836"/>
                  </a:lnTo>
                  <a:lnTo>
                    <a:pt x="394518" y="158892"/>
                  </a:lnTo>
                  <a:lnTo>
                    <a:pt x="394603" y="158051"/>
                  </a:lnTo>
                  <a:lnTo>
                    <a:pt x="394678" y="157302"/>
                  </a:lnTo>
                  <a:lnTo>
                    <a:pt x="396083" y="147915"/>
                  </a:lnTo>
                  <a:lnTo>
                    <a:pt x="398037" y="139000"/>
                  </a:lnTo>
                  <a:lnTo>
                    <a:pt x="400368" y="129248"/>
                  </a:lnTo>
                  <a:lnTo>
                    <a:pt x="402273" y="120233"/>
                  </a:lnTo>
                  <a:lnTo>
                    <a:pt x="399056" y="72115"/>
                  </a:lnTo>
                  <a:lnTo>
                    <a:pt x="383265" y="36885"/>
                  </a:lnTo>
                  <a:lnTo>
                    <a:pt x="378638" y="31755"/>
                  </a:lnTo>
                  <a:lnTo>
                    <a:pt x="374518" y="28483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5005" y="4625830"/>
              <a:ext cx="100863" cy="1409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7764" y="4876497"/>
              <a:ext cx="79298" cy="8446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16418" y="475995"/>
            <a:ext cx="6311163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5490">
              <a:lnSpc>
                <a:spcPct val="100000"/>
              </a:lnSpc>
              <a:spcBef>
                <a:spcPts val="100"/>
              </a:spcBef>
            </a:pPr>
            <a:r>
              <a:rPr lang="en-US" spc="-165" dirty="0"/>
              <a:t>Hypothesis</a:t>
            </a:r>
            <a:endParaRPr lang="en-US" spc="-165" dirty="0"/>
          </a:p>
        </p:txBody>
      </p:sp>
      <p:sp>
        <p:nvSpPr>
          <p:cNvPr id="11" name="object 11"/>
          <p:cNvSpPr txBox="1"/>
          <p:nvPr/>
        </p:nvSpPr>
        <p:spPr>
          <a:xfrm>
            <a:off x="1502410" y="1285240"/>
            <a:ext cx="7270115" cy="33407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800" b="1" spc="-190" dirty="0">
                <a:solidFill>
                  <a:srgbClr val="0A1533"/>
                </a:solidFill>
                <a:latin typeface="+mn-lt"/>
                <a:cs typeface="+mn-lt"/>
              </a:rPr>
              <a:t>Null</a:t>
            </a:r>
            <a:r>
              <a:rPr sz="1800" b="1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b="1" spc="-45" dirty="0">
                <a:solidFill>
                  <a:srgbClr val="0A1533"/>
                </a:solidFill>
                <a:latin typeface="+mn-lt"/>
                <a:cs typeface="+mn-lt"/>
              </a:rPr>
              <a:t>Hypothesis:</a:t>
            </a:r>
            <a:endParaRPr sz="1800">
              <a:latin typeface="+mn-lt"/>
              <a:cs typeface="+mn-lt"/>
            </a:endParaRPr>
          </a:p>
          <a:p>
            <a:pPr marL="12700" marR="577215">
              <a:lnSpc>
                <a:spcPct val="101000"/>
              </a:lnSpc>
              <a:spcBef>
                <a:spcPts val="250"/>
              </a:spcBef>
            </a:pP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There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no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significant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difference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between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level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rate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of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hospitalization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due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myocardial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infarction.</a:t>
            </a:r>
            <a:endParaRPr sz="1800">
              <a:latin typeface="+mn-lt"/>
              <a:cs typeface="+mn-lt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800" b="1" spc="-170" dirty="0">
                <a:solidFill>
                  <a:srgbClr val="0A1533"/>
                </a:solidFill>
                <a:latin typeface="+mn-lt"/>
                <a:cs typeface="+mn-lt"/>
              </a:rPr>
              <a:t>Alternative</a:t>
            </a:r>
            <a:r>
              <a:rPr sz="1800" b="1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b="1" spc="-40" dirty="0">
                <a:solidFill>
                  <a:srgbClr val="0A1533"/>
                </a:solidFill>
                <a:latin typeface="+mn-lt"/>
                <a:cs typeface="+mn-lt"/>
              </a:rPr>
              <a:t>Hypothesis:</a:t>
            </a:r>
            <a:endParaRPr sz="1800">
              <a:latin typeface="+mn-lt"/>
              <a:cs typeface="+mn-lt"/>
            </a:endParaRPr>
          </a:p>
          <a:p>
            <a:pPr marL="12700" marR="693420">
              <a:lnSpc>
                <a:spcPct val="101000"/>
              </a:lnSpc>
              <a:spcBef>
                <a:spcPts val="365"/>
              </a:spcBef>
            </a:pP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There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significant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difference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between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level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the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rate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of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hospitalization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due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myocardial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infarction.</a:t>
            </a:r>
            <a:endParaRPr sz="1800">
              <a:latin typeface="+mn-lt"/>
              <a:cs typeface="+mn-lt"/>
            </a:endParaRPr>
          </a:p>
          <a:p>
            <a:pPr marL="12700">
              <a:lnSpc>
                <a:spcPts val="2370"/>
              </a:lnSpc>
              <a:spcBef>
                <a:spcPts val="355"/>
              </a:spcBef>
            </a:pPr>
            <a:r>
              <a:rPr sz="1800" b="1" spc="-40" dirty="0">
                <a:solidFill>
                  <a:srgbClr val="0A1533"/>
                </a:solidFill>
                <a:latin typeface="+mn-lt"/>
                <a:cs typeface="+mn-lt"/>
              </a:rPr>
              <a:t>Rationale:</a:t>
            </a:r>
            <a:endParaRPr sz="1800">
              <a:latin typeface="+mn-lt"/>
              <a:cs typeface="+mn-lt"/>
            </a:endParaRPr>
          </a:p>
          <a:p>
            <a:pPr marL="12700">
              <a:lnSpc>
                <a:spcPts val="2130"/>
              </a:lnSpc>
            </a:pP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Research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indicates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European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individuals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with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higher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level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endParaRPr sz="1800">
              <a:latin typeface="+mn-lt"/>
              <a:cs typeface="+mn-lt"/>
            </a:endParaRPr>
          </a:p>
          <a:p>
            <a:pPr marL="12700" marR="5080" algn="just">
              <a:lnSpc>
                <a:spcPct val="100000"/>
              </a:lnSpc>
              <a:spcBef>
                <a:spcPts val="25"/>
              </a:spcBef>
            </a:pP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are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5" dirty="0">
                <a:solidFill>
                  <a:srgbClr val="0A1533"/>
                </a:solidFill>
                <a:latin typeface="+mn-lt"/>
                <a:cs typeface="+mn-lt"/>
              </a:rPr>
              <a:t>more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likely</a:t>
            </a:r>
            <a:r>
              <a:rPr sz="1800" spc="-114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40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1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suffer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from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heart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attack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(Adams,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</a:rPr>
              <a:t>Jacocks,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95" dirty="0">
                <a:solidFill>
                  <a:srgbClr val="0A1533"/>
                </a:solidFill>
                <a:latin typeface="+mn-lt"/>
                <a:cs typeface="+mn-lt"/>
              </a:rPr>
              <a:t>Guo</a:t>
            </a:r>
            <a:r>
              <a:rPr sz="1800" spc="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2020).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Because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35" dirty="0">
                <a:solidFill>
                  <a:srgbClr val="0A1533"/>
                </a:solidFill>
                <a:latin typeface="+mn-lt"/>
                <a:cs typeface="+mn-lt"/>
              </a:rPr>
              <a:t>our</a:t>
            </a:r>
            <a:r>
              <a:rPr sz="1800" spc="1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study</a:t>
            </a:r>
            <a:r>
              <a:rPr sz="1800" spc="-1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70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1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focusing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on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Framingham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population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instead,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 we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want</a:t>
            </a:r>
            <a:r>
              <a:rPr sz="1800" spc="1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 see</a:t>
            </a:r>
            <a:r>
              <a:rPr sz="1800" spc="1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0" dirty="0">
                <a:solidFill>
                  <a:srgbClr val="0A1533"/>
                </a:solidFill>
                <a:latin typeface="+mn-lt"/>
                <a:cs typeface="+mn-lt"/>
              </a:rPr>
              <a:t>if</a:t>
            </a:r>
            <a:r>
              <a:rPr sz="1800" spc="1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there</a:t>
            </a:r>
            <a:r>
              <a:rPr sz="1800" spc="1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also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statistically</a:t>
            </a:r>
            <a:r>
              <a:rPr sz="1800" spc="3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significant</a:t>
            </a:r>
            <a:r>
              <a:rPr sz="1800" spc="1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difference.</a:t>
            </a:r>
            <a:endParaRPr sz="1800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0254" y="930"/>
            <a:ext cx="1624330" cy="1524000"/>
            <a:chOff x="7520254" y="930"/>
            <a:chExt cx="1624330" cy="1524000"/>
          </a:xfrm>
        </p:grpSpPr>
        <p:sp>
          <p:nvSpPr>
            <p:cNvPr id="3" name="object 3"/>
            <p:cNvSpPr/>
            <p:nvPr/>
          </p:nvSpPr>
          <p:spPr>
            <a:xfrm>
              <a:off x="7650772" y="939"/>
              <a:ext cx="810895" cy="880110"/>
            </a:xfrm>
            <a:custGeom>
              <a:avLst/>
              <a:gdLst/>
              <a:ahLst/>
              <a:cxnLst/>
              <a:rect l="l" t="t" r="r" b="b"/>
              <a:pathLst>
                <a:path w="810895" h="880110">
                  <a:moveTo>
                    <a:pt x="420281" y="391718"/>
                  </a:moveTo>
                  <a:lnTo>
                    <a:pt x="412470" y="386054"/>
                  </a:lnTo>
                  <a:lnTo>
                    <a:pt x="408470" y="381952"/>
                  </a:lnTo>
                  <a:lnTo>
                    <a:pt x="402894" y="373532"/>
                  </a:lnTo>
                  <a:lnTo>
                    <a:pt x="401281" y="373202"/>
                  </a:lnTo>
                  <a:lnTo>
                    <a:pt x="393217" y="369100"/>
                  </a:lnTo>
                  <a:lnTo>
                    <a:pt x="386905" y="371881"/>
                  </a:lnTo>
                  <a:lnTo>
                    <a:pt x="380339" y="376224"/>
                  </a:lnTo>
                  <a:lnTo>
                    <a:pt x="373456" y="382181"/>
                  </a:lnTo>
                  <a:lnTo>
                    <a:pt x="368769" y="389356"/>
                  </a:lnTo>
                  <a:lnTo>
                    <a:pt x="371500" y="395579"/>
                  </a:lnTo>
                  <a:lnTo>
                    <a:pt x="372402" y="399059"/>
                  </a:lnTo>
                  <a:lnTo>
                    <a:pt x="376478" y="403110"/>
                  </a:lnTo>
                  <a:lnTo>
                    <a:pt x="379958" y="402209"/>
                  </a:lnTo>
                  <a:lnTo>
                    <a:pt x="389458" y="401116"/>
                  </a:lnTo>
                  <a:lnTo>
                    <a:pt x="399275" y="399529"/>
                  </a:lnTo>
                  <a:lnTo>
                    <a:pt x="409511" y="396671"/>
                  </a:lnTo>
                  <a:lnTo>
                    <a:pt x="420281" y="391718"/>
                  </a:lnTo>
                  <a:close/>
                </a:path>
                <a:path w="810895" h="880110">
                  <a:moveTo>
                    <a:pt x="455510" y="422440"/>
                  </a:moveTo>
                  <a:lnTo>
                    <a:pt x="451421" y="418376"/>
                  </a:lnTo>
                  <a:lnTo>
                    <a:pt x="446455" y="414921"/>
                  </a:lnTo>
                  <a:lnTo>
                    <a:pt x="440499" y="408025"/>
                  </a:lnTo>
                  <a:lnTo>
                    <a:pt x="434352" y="412115"/>
                  </a:lnTo>
                  <a:lnTo>
                    <a:pt x="428625" y="416064"/>
                  </a:lnTo>
                  <a:lnTo>
                    <a:pt x="423354" y="419963"/>
                  </a:lnTo>
                  <a:lnTo>
                    <a:pt x="418630" y="423887"/>
                  </a:lnTo>
                  <a:lnTo>
                    <a:pt x="415798" y="425767"/>
                  </a:lnTo>
                  <a:lnTo>
                    <a:pt x="415099" y="432981"/>
                  </a:lnTo>
                  <a:lnTo>
                    <a:pt x="417614" y="436791"/>
                  </a:lnTo>
                  <a:lnTo>
                    <a:pt x="418541" y="440131"/>
                  </a:lnTo>
                  <a:lnTo>
                    <a:pt x="424484" y="442950"/>
                  </a:lnTo>
                  <a:lnTo>
                    <a:pt x="429501" y="442429"/>
                  </a:lnTo>
                  <a:lnTo>
                    <a:pt x="437400" y="439394"/>
                  </a:lnTo>
                  <a:lnTo>
                    <a:pt x="444347" y="435241"/>
                  </a:lnTo>
                  <a:lnTo>
                    <a:pt x="450367" y="429691"/>
                  </a:lnTo>
                  <a:lnTo>
                    <a:pt x="455510" y="422440"/>
                  </a:lnTo>
                  <a:close/>
                </a:path>
                <a:path w="810895" h="880110">
                  <a:moveTo>
                    <a:pt x="725398" y="566953"/>
                  </a:moveTo>
                  <a:lnTo>
                    <a:pt x="704240" y="534974"/>
                  </a:lnTo>
                  <a:lnTo>
                    <a:pt x="697915" y="530999"/>
                  </a:lnTo>
                  <a:lnTo>
                    <a:pt x="697915" y="562203"/>
                  </a:lnTo>
                  <a:lnTo>
                    <a:pt x="695413" y="573849"/>
                  </a:lnTo>
                  <a:lnTo>
                    <a:pt x="580339" y="660234"/>
                  </a:lnTo>
                  <a:lnTo>
                    <a:pt x="564718" y="669480"/>
                  </a:lnTo>
                  <a:lnTo>
                    <a:pt x="548982" y="679272"/>
                  </a:lnTo>
                  <a:lnTo>
                    <a:pt x="532574" y="688022"/>
                  </a:lnTo>
                  <a:lnTo>
                    <a:pt x="514934" y="694080"/>
                  </a:lnTo>
                  <a:lnTo>
                    <a:pt x="504850" y="698817"/>
                  </a:lnTo>
                  <a:lnTo>
                    <a:pt x="495439" y="704748"/>
                  </a:lnTo>
                  <a:lnTo>
                    <a:pt x="486206" y="711339"/>
                  </a:lnTo>
                  <a:lnTo>
                    <a:pt x="476643" y="718019"/>
                  </a:lnTo>
                  <a:lnTo>
                    <a:pt x="468579" y="723049"/>
                  </a:lnTo>
                  <a:lnTo>
                    <a:pt x="460006" y="727646"/>
                  </a:lnTo>
                  <a:lnTo>
                    <a:pt x="450977" y="731558"/>
                  </a:lnTo>
                  <a:lnTo>
                    <a:pt x="441540" y="734479"/>
                  </a:lnTo>
                  <a:lnTo>
                    <a:pt x="435406" y="736549"/>
                  </a:lnTo>
                  <a:lnTo>
                    <a:pt x="429031" y="739013"/>
                  </a:lnTo>
                  <a:lnTo>
                    <a:pt x="422871" y="741845"/>
                  </a:lnTo>
                  <a:lnTo>
                    <a:pt x="417410" y="744982"/>
                  </a:lnTo>
                  <a:lnTo>
                    <a:pt x="381685" y="768604"/>
                  </a:lnTo>
                  <a:lnTo>
                    <a:pt x="379869" y="765848"/>
                  </a:lnTo>
                  <a:lnTo>
                    <a:pt x="376466" y="762635"/>
                  </a:lnTo>
                  <a:lnTo>
                    <a:pt x="376758" y="761149"/>
                  </a:lnTo>
                  <a:lnTo>
                    <a:pt x="376631" y="739013"/>
                  </a:lnTo>
                  <a:lnTo>
                    <a:pt x="376542" y="734479"/>
                  </a:lnTo>
                  <a:lnTo>
                    <a:pt x="376453" y="729843"/>
                  </a:lnTo>
                  <a:lnTo>
                    <a:pt x="376389" y="698817"/>
                  </a:lnTo>
                  <a:lnTo>
                    <a:pt x="377012" y="683920"/>
                  </a:lnTo>
                  <a:lnTo>
                    <a:pt x="378256" y="676567"/>
                  </a:lnTo>
                  <a:lnTo>
                    <a:pt x="378294" y="676338"/>
                  </a:lnTo>
                  <a:lnTo>
                    <a:pt x="532701" y="563333"/>
                  </a:lnTo>
                  <a:lnTo>
                    <a:pt x="606844" y="514286"/>
                  </a:lnTo>
                  <a:lnTo>
                    <a:pt x="632396" y="523963"/>
                  </a:lnTo>
                  <a:lnTo>
                    <a:pt x="654723" y="537184"/>
                  </a:lnTo>
                  <a:lnTo>
                    <a:pt x="675868" y="550938"/>
                  </a:lnTo>
                  <a:lnTo>
                    <a:pt x="697915" y="562203"/>
                  </a:lnTo>
                  <a:lnTo>
                    <a:pt x="697915" y="530999"/>
                  </a:lnTo>
                  <a:lnTo>
                    <a:pt x="686155" y="523595"/>
                  </a:lnTo>
                  <a:lnTo>
                    <a:pt x="670852" y="514286"/>
                  </a:lnTo>
                  <a:lnTo>
                    <a:pt x="649097" y="500976"/>
                  </a:lnTo>
                  <a:lnTo>
                    <a:pt x="630694" y="489089"/>
                  </a:lnTo>
                  <a:lnTo>
                    <a:pt x="621880" y="484657"/>
                  </a:lnTo>
                  <a:lnTo>
                    <a:pt x="613486" y="483539"/>
                  </a:lnTo>
                  <a:lnTo>
                    <a:pt x="605078" y="485470"/>
                  </a:lnTo>
                  <a:lnTo>
                    <a:pt x="596265" y="490207"/>
                  </a:lnTo>
                  <a:lnTo>
                    <a:pt x="487184" y="562368"/>
                  </a:lnTo>
                  <a:lnTo>
                    <a:pt x="460311" y="580948"/>
                  </a:lnTo>
                  <a:lnTo>
                    <a:pt x="433959" y="598805"/>
                  </a:lnTo>
                  <a:lnTo>
                    <a:pt x="373837" y="638835"/>
                  </a:lnTo>
                  <a:lnTo>
                    <a:pt x="366890" y="645007"/>
                  </a:lnTo>
                  <a:lnTo>
                    <a:pt x="362267" y="653173"/>
                  </a:lnTo>
                  <a:lnTo>
                    <a:pt x="361429" y="664413"/>
                  </a:lnTo>
                  <a:lnTo>
                    <a:pt x="361835" y="666953"/>
                  </a:lnTo>
                  <a:lnTo>
                    <a:pt x="357136" y="670052"/>
                  </a:lnTo>
                  <a:lnTo>
                    <a:pt x="353910" y="673468"/>
                  </a:lnTo>
                  <a:lnTo>
                    <a:pt x="353326" y="676338"/>
                  </a:lnTo>
                  <a:lnTo>
                    <a:pt x="353288" y="676567"/>
                  </a:lnTo>
                  <a:lnTo>
                    <a:pt x="350202" y="679996"/>
                  </a:lnTo>
                  <a:lnTo>
                    <a:pt x="347103" y="709091"/>
                  </a:lnTo>
                  <a:lnTo>
                    <a:pt x="348081" y="717283"/>
                  </a:lnTo>
                  <a:lnTo>
                    <a:pt x="348170" y="718019"/>
                  </a:lnTo>
                  <a:lnTo>
                    <a:pt x="350075" y="729843"/>
                  </a:lnTo>
                  <a:lnTo>
                    <a:pt x="350164" y="734479"/>
                  </a:lnTo>
                  <a:lnTo>
                    <a:pt x="350240" y="741845"/>
                  </a:lnTo>
                  <a:lnTo>
                    <a:pt x="349402" y="752195"/>
                  </a:lnTo>
                  <a:lnTo>
                    <a:pt x="348005" y="762635"/>
                  </a:lnTo>
                  <a:lnTo>
                    <a:pt x="347433" y="771575"/>
                  </a:lnTo>
                  <a:lnTo>
                    <a:pt x="369633" y="805091"/>
                  </a:lnTo>
                  <a:lnTo>
                    <a:pt x="375539" y="805091"/>
                  </a:lnTo>
                  <a:lnTo>
                    <a:pt x="382295" y="802081"/>
                  </a:lnTo>
                  <a:lnTo>
                    <a:pt x="421741" y="775982"/>
                  </a:lnTo>
                  <a:lnTo>
                    <a:pt x="428167" y="771575"/>
                  </a:lnTo>
                  <a:lnTo>
                    <a:pt x="432612" y="768604"/>
                  </a:lnTo>
                  <a:lnTo>
                    <a:pt x="434721" y="767207"/>
                  </a:lnTo>
                  <a:lnTo>
                    <a:pt x="441452" y="763485"/>
                  </a:lnTo>
                  <a:lnTo>
                    <a:pt x="448030" y="761149"/>
                  </a:lnTo>
                  <a:lnTo>
                    <a:pt x="459511" y="757580"/>
                  </a:lnTo>
                  <a:lnTo>
                    <a:pt x="470014" y="752627"/>
                  </a:lnTo>
                  <a:lnTo>
                    <a:pt x="480123" y="746683"/>
                  </a:lnTo>
                  <a:lnTo>
                    <a:pt x="490054" y="740219"/>
                  </a:lnTo>
                  <a:lnTo>
                    <a:pt x="502183" y="731951"/>
                  </a:lnTo>
                  <a:lnTo>
                    <a:pt x="514832" y="723849"/>
                  </a:lnTo>
                  <a:lnTo>
                    <a:pt x="528231" y="717283"/>
                  </a:lnTo>
                  <a:lnTo>
                    <a:pt x="542632" y="713587"/>
                  </a:lnTo>
                  <a:lnTo>
                    <a:pt x="546061" y="712609"/>
                  </a:lnTo>
                  <a:lnTo>
                    <a:pt x="700252" y="610603"/>
                  </a:lnTo>
                  <a:lnTo>
                    <a:pt x="724446" y="575729"/>
                  </a:lnTo>
                  <a:lnTo>
                    <a:pt x="725398" y="566953"/>
                  </a:lnTo>
                  <a:close/>
                </a:path>
                <a:path w="810895" h="880110">
                  <a:moveTo>
                    <a:pt x="810793" y="579120"/>
                  </a:moveTo>
                  <a:lnTo>
                    <a:pt x="808507" y="570230"/>
                  </a:lnTo>
                  <a:lnTo>
                    <a:pt x="803325" y="560070"/>
                  </a:lnTo>
                  <a:lnTo>
                    <a:pt x="798703" y="553720"/>
                  </a:lnTo>
                  <a:lnTo>
                    <a:pt x="794308" y="546100"/>
                  </a:lnTo>
                  <a:lnTo>
                    <a:pt x="790371" y="539750"/>
                  </a:lnTo>
                  <a:lnTo>
                    <a:pt x="787133" y="532130"/>
                  </a:lnTo>
                  <a:lnTo>
                    <a:pt x="783577" y="523240"/>
                  </a:lnTo>
                  <a:lnTo>
                    <a:pt x="783577" y="577850"/>
                  </a:lnTo>
                  <a:lnTo>
                    <a:pt x="782866" y="580390"/>
                  </a:lnTo>
                  <a:lnTo>
                    <a:pt x="780376" y="585470"/>
                  </a:lnTo>
                  <a:lnTo>
                    <a:pt x="777862" y="589280"/>
                  </a:lnTo>
                  <a:lnTo>
                    <a:pt x="776922" y="594360"/>
                  </a:lnTo>
                  <a:lnTo>
                    <a:pt x="772541" y="599440"/>
                  </a:lnTo>
                  <a:lnTo>
                    <a:pt x="769708" y="601980"/>
                  </a:lnTo>
                  <a:lnTo>
                    <a:pt x="756462" y="612140"/>
                  </a:lnTo>
                  <a:lnTo>
                    <a:pt x="745769" y="626110"/>
                  </a:lnTo>
                  <a:lnTo>
                    <a:pt x="735190" y="638810"/>
                  </a:lnTo>
                  <a:lnTo>
                    <a:pt x="722325" y="650240"/>
                  </a:lnTo>
                  <a:lnTo>
                    <a:pt x="689698" y="673100"/>
                  </a:lnTo>
                  <a:lnTo>
                    <a:pt x="656971" y="694690"/>
                  </a:lnTo>
                  <a:lnTo>
                    <a:pt x="624459" y="717550"/>
                  </a:lnTo>
                  <a:lnTo>
                    <a:pt x="592543" y="740410"/>
                  </a:lnTo>
                  <a:lnTo>
                    <a:pt x="586447" y="744220"/>
                  </a:lnTo>
                  <a:lnTo>
                    <a:pt x="580656" y="748030"/>
                  </a:lnTo>
                  <a:lnTo>
                    <a:pt x="574687" y="750570"/>
                  </a:lnTo>
                  <a:lnTo>
                    <a:pt x="568134" y="753110"/>
                  </a:lnTo>
                  <a:lnTo>
                    <a:pt x="546442" y="759460"/>
                  </a:lnTo>
                  <a:lnTo>
                    <a:pt x="526237" y="769620"/>
                  </a:lnTo>
                  <a:lnTo>
                    <a:pt x="507085" y="779780"/>
                  </a:lnTo>
                  <a:lnTo>
                    <a:pt x="488581" y="791210"/>
                  </a:lnTo>
                  <a:lnTo>
                    <a:pt x="445338" y="820420"/>
                  </a:lnTo>
                  <a:lnTo>
                    <a:pt x="434835" y="826770"/>
                  </a:lnTo>
                  <a:lnTo>
                    <a:pt x="424091" y="833120"/>
                  </a:lnTo>
                  <a:lnTo>
                    <a:pt x="412534" y="836930"/>
                  </a:lnTo>
                  <a:lnTo>
                    <a:pt x="399592" y="836930"/>
                  </a:lnTo>
                  <a:lnTo>
                    <a:pt x="391795" y="835660"/>
                  </a:lnTo>
                  <a:lnTo>
                    <a:pt x="384644" y="839470"/>
                  </a:lnTo>
                  <a:lnTo>
                    <a:pt x="376212" y="840740"/>
                  </a:lnTo>
                  <a:lnTo>
                    <a:pt x="362204" y="842010"/>
                  </a:lnTo>
                  <a:lnTo>
                    <a:pt x="351332" y="836930"/>
                  </a:lnTo>
                  <a:lnTo>
                    <a:pt x="343750" y="828040"/>
                  </a:lnTo>
                  <a:lnTo>
                    <a:pt x="339648" y="816610"/>
                  </a:lnTo>
                  <a:lnTo>
                    <a:pt x="337375" y="805180"/>
                  </a:lnTo>
                  <a:lnTo>
                    <a:pt x="334835" y="793750"/>
                  </a:lnTo>
                  <a:lnTo>
                    <a:pt x="329552" y="769620"/>
                  </a:lnTo>
                  <a:lnTo>
                    <a:pt x="324662" y="746760"/>
                  </a:lnTo>
                  <a:lnTo>
                    <a:pt x="320052" y="722630"/>
                  </a:lnTo>
                  <a:lnTo>
                    <a:pt x="315493" y="698500"/>
                  </a:lnTo>
                  <a:lnTo>
                    <a:pt x="310794" y="674370"/>
                  </a:lnTo>
                  <a:lnTo>
                    <a:pt x="308190" y="657860"/>
                  </a:lnTo>
                  <a:lnTo>
                    <a:pt x="306539" y="640080"/>
                  </a:lnTo>
                  <a:lnTo>
                    <a:pt x="304647" y="622300"/>
                  </a:lnTo>
                  <a:lnTo>
                    <a:pt x="301320" y="604520"/>
                  </a:lnTo>
                  <a:lnTo>
                    <a:pt x="300443" y="594360"/>
                  </a:lnTo>
                  <a:lnTo>
                    <a:pt x="300532" y="584200"/>
                  </a:lnTo>
                  <a:lnTo>
                    <a:pt x="300672" y="580390"/>
                  </a:lnTo>
                  <a:lnTo>
                    <a:pt x="300761" y="577850"/>
                  </a:lnTo>
                  <a:lnTo>
                    <a:pt x="300799" y="576580"/>
                  </a:lnTo>
                  <a:lnTo>
                    <a:pt x="300913" y="543560"/>
                  </a:lnTo>
                  <a:lnTo>
                    <a:pt x="297307" y="485140"/>
                  </a:lnTo>
                  <a:lnTo>
                    <a:pt x="295998" y="466090"/>
                  </a:lnTo>
                  <a:lnTo>
                    <a:pt x="295910" y="464820"/>
                  </a:lnTo>
                  <a:lnTo>
                    <a:pt x="294144" y="444500"/>
                  </a:lnTo>
                  <a:lnTo>
                    <a:pt x="293154" y="440690"/>
                  </a:lnTo>
                  <a:lnTo>
                    <a:pt x="294754" y="438150"/>
                  </a:lnTo>
                  <a:lnTo>
                    <a:pt x="285165" y="397510"/>
                  </a:lnTo>
                  <a:lnTo>
                    <a:pt x="283781" y="359410"/>
                  </a:lnTo>
                  <a:lnTo>
                    <a:pt x="275717" y="350520"/>
                  </a:lnTo>
                  <a:lnTo>
                    <a:pt x="268439" y="341630"/>
                  </a:lnTo>
                  <a:lnTo>
                    <a:pt x="261975" y="332740"/>
                  </a:lnTo>
                  <a:lnTo>
                    <a:pt x="256413" y="322580"/>
                  </a:lnTo>
                  <a:lnTo>
                    <a:pt x="226085" y="278130"/>
                  </a:lnTo>
                  <a:lnTo>
                    <a:pt x="136372" y="144780"/>
                  </a:lnTo>
                  <a:lnTo>
                    <a:pt x="131178" y="138430"/>
                  </a:lnTo>
                  <a:lnTo>
                    <a:pt x="125196" y="130810"/>
                  </a:lnTo>
                  <a:lnTo>
                    <a:pt x="118808" y="123190"/>
                  </a:lnTo>
                  <a:lnTo>
                    <a:pt x="112382" y="114300"/>
                  </a:lnTo>
                  <a:lnTo>
                    <a:pt x="122008" y="106680"/>
                  </a:lnTo>
                  <a:lnTo>
                    <a:pt x="134962" y="96520"/>
                  </a:lnTo>
                  <a:lnTo>
                    <a:pt x="146761" y="88900"/>
                  </a:lnTo>
                  <a:lnTo>
                    <a:pt x="175171" y="77470"/>
                  </a:lnTo>
                  <a:lnTo>
                    <a:pt x="189687" y="69850"/>
                  </a:lnTo>
                  <a:lnTo>
                    <a:pt x="202895" y="59690"/>
                  </a:lnTo>
                  <a:lnTo>
                    <a:pt x="214820" y="46990"/>
                  </a:lnTo>
                  <a:lnTo>
                    <a:pt x="219163" y="55880"/>
                  </a:lnTo>
                  <a:lnTo>
                    <a:pt x="223469" y="63500"/>
                  </a:lnTo>
                  <a:lnTo>
                    <a:pt x="228041" y="72390"/>
                  </a:lnTo>
                  <a:lnTo>
                    <a:pt x="233235" y="81280"/>
                  </a:lnTo>
                  <a:lnTo>
                    <a:pt x="252514" y="110490"/>
                  </a:lnTo>
                  <a:lnTo>
                    <a:pt x="266344" y="133350"/>
                  </a:lnTo>
                  <a:lnTo>
                    <a:pt x="280504" y="156210"/>
                  </a:lnTo>
                  <a:lnTo>
                    <a:pt x="295198" y="177800"/>
                  </a:lnTo>
                  <a:lnTo>
                    <a:pt x="310629" y="200660"/>
                  </a:lnTo>
                  <a:lnTo>
                    <a:pt x="334403" y="232410"/>
                  </a:lnTo>
                  <a:lnTo>
                    <a:pt x="357047" y="265430"/>
                  </a:lnTo>
                  <a:lnTo>
                    <a:pt x="379552" y="299720"/>
                  </a:lnTo>
                  <a:lnTo>
                    <a:pt x="402983" y="334010"/>
                  </a:lnTo>
                  <a:lnTo>
                    <a:pt x="418147" y="335280"/>
                  </a:lnTo>
                  <a:lnTo>
                    <a:pt x="432168" y="339090"/>
                  </a:lnTo>
                  <a:lnTo>
                    <a:pt x="445630" y="345440"/>
                  </a:lnTo>
                  <a:lnTo>
                    <a:pt x="459181" y="353060"/>
                  </a:lnTo>
                  <a:lnTo>
                    <a:pt x="507199" y="378460"/>
                  </a:lnTo>
                  <a:lnTo>
                    <a:pt x="581037" y="421640"/>
                  </a:lnTo>
                  <a:lnTo>
                    <a:pt x="606894" y="438150"/>
                  </a:lnTo>
                  <a:lnTo>
                    <a:pt x="631990" y="455930"/>
                  </a:lnTo>
                  <a:lnTo>
                    <a:pt x="655739" y="474980"/>
                  </a:lnTo>
                  <a:lnTo>
                    <a:pt x="666965" y="483870"/>
                  </a:lnTo>
                  <a:lnTo>
                    <a:pt x="672261" y="485140"/>
                  </a:lnTo>
                  <a:lnTo>
                    <a:pt x="686993" y="492760"/>
                  </a:lnTo>
                  <a:lnTo>
                    <a:pt x="715137" y="510540"/>
                  </a:lnTo>
                  <a:lnTo>
                    <a:pt x="729665" y="518160"/>
                  </a:lnTo>
                  <a:lnTo>
                    <a:pt x="747001" y="529590"/>
                  </a:lnTo>
                  <a:lnTo>
                    <a:pt x="761669" y="543560"/>
                  </a:lnTo>
                  <a:lnTo>
                    <a:pt x="773811" y="558800"/>
                  </a:lnTo>
                  <a:lnTo>
                    <a:pt x="783577" y="577850"/>
                  </a:lnTo>
                  <a:lnTo>
                    <a:pt x="783577" y="523240"/>
                  </a:lnTo>
                  <a:lnTo>
                    <a:pt x="783069" y="521970"/>
                  </a:lnTo>
                  <a:lnTo>
                    <a:pt x="777316" y="514350"/>
                  </a:lnTo>
                  <a:lnTo>
                    <a:pt x="769874" y="508000"/>
                  </a:lnTo>
                  <a:lnTo>
                    <a:pt x="760691" y="502920"/>
                  </a:lnTo>
                  <a:lnTo>
                    <a:pt x="716394" y="472440"/>
                  </a:lnTo>
                  <a:lnTo>
                    <a:pt x="712063" y="469900"/>
                  </a:lnTo>
                  <a:lnTo>
                    <a:pt x="708240" y="468630"/>
                  </a:lnTo>
                  <a:lnTo>
                    <a:pt x="702945" y="466090"/>
                  </a:lnTo>
                  <a:lnTo>
                    <a:pt x="696722" y="462280"/>
                  </a:lnTo>
                  <a:lnTo>
                    <a:pt x="690054" y="459740"/>
                  </a:lnTo>
                  <a:lnTo>
                    <a:pt x="683425" y="455930"/>
                  </a:lnTo>
                  <a:lnTo>
                    <a:pt x="677392" y="452120"/>
                  </a:lnTo>
                  <a:lnTo>
                    <a:pt x="665086" y="441960"/>
                  </a:lnTo>
                  <a:lnTo>
                    <a:pt x="652221" y="433070"/>
                  </a:lnTo>
                  <a:lnTo>
                    <a:pt x="639076" y="425450"/>
                  </a:lnTo>
                  <a:lnTo>
                    <a:pt x="621538" y="414020"/>
                  </a:lnTo>
                  <a:lnTo>
                    <a:pt x="615594" y="411480"/>
                  </a:lnTo>
                  <a:lnTo>
                    <a:pt x="610628" y="408940"/>
                  </a:lnTo>
                  <a:lnTo>
                    <a:pt x="586409" y="391160"/>
                  </a:lnTo>
                  <a:lnTo>
                    <a:pt x="561390" y="377190"/>
                  </a:lnTo>
                  <a:lnTo>
                    <a:pt x="535457" y="363220"/>
                  </a:lnTo>
                  <a:lnTo>
                    <a:pt x="508546" y="350520"/>
                  </a:lnTo>
                  <a:lnTo>
                    <a:pt x="497979" y="346710"/>
                  </a:lnTo>
                  <a:lnTo>
                    <a:pt x="495515" y="342900"/>
                  </a:lnTo>
                  <a:lnTo>
                    <a:pt x="463029" y="322580"/>
                  </a:lnTo>
                  <a:lnTo>
                    <a:pt x="456844" y="321310"/>
                  </a:lnTo>
                  <a:lnTo>
                    <a:pt x="446824" y="313690"/>
                  </a:lnTo>
                  <a:lnTo>
                    <a:pt x="407428" y="280670"/>
                  </a:lnTo>
                  <a:lnTo>
                    <a:pt x="374878" y="240030"/>
                  </a:lnTo>
                  <a:lnTo>
                    <a:pt x="371513" y="232410"/>
                  </a:lnTo>
                  <a:lnTo>
                    <a:pt x="366788" y="227330"/>
                  </a:lnTo>
                  <a:lnTo>
                    <a:pt x="361810" y="219710"/>
                  </a:lnTo>
                  <a:lnTo>
                    <a:pt x="329209" y="177800"/>
                  </a:lnTo>
                  <a:lnTo>
                    <a:pt x="299072" y="133350"/>
                  </a:lnTo>
                  <a:lnTo>
                    <a:pt x="270510" y="87630"/>
                  </a:lnTo>
                  <a:lnTo>
                    <a:pt x="245745" y="46990"/>
                  </a:lnTo>
                  <a:lnTo>
                    <a:pt x="242658" y="41910"/>
                  </a:lnTo>
                  <a:lnTo>
                    <a:pt x="241427" y="40640"/>
                  </a:lnTo>
                  <a:lnTo>
                    <a:pt x="240525" y="36830"/>
                  </a:lnTo>
                  <a:lnTo>
                    <a:pt x="238061" y="33020"/>
                  </a:lnTo>
                  <a:lnTo>
                    <a:pt x="239649" y="25400"/>
                  </a:lnTo>
                  <a:lnTo>
                    <a:pt x="242798" y="17780"/>
                  </a:lnTo>
                  <a:lnTo>
                    <a:pt x="247497" y="15240"/>
                  </a:lnTo>
                  <a:lnTo>
                    <a:pt x="249097" y="11430"/>
                  </a:lnTo>
                  <a:lnTo>
                    <a:pt x="247853" y="5080"/>
                  </a:lnTo>
                  <a:lnTo>
                    <a:pt x="244335" y="0"/>
                  </a:lnTo>
                  <a:lnTo>
                    <a:pt x="205282" y="0"/>
                  </a:lnTo>
                  <a:lnTo>
                    <a:pt x="208140" y="3810"/>
                  </a:lnTo>
                  <a:lnTo>
                    <a:pt x="205168" y="15240"/>
                  </a:lnTo>
                  <a:lnTo>
                    <a:pt x="200355" y="24130"/>
                  </a:lnTo>
                  <a:lnTo>
                    <a:pt x="194081" y="31750"/>
                  </a:lnTo>
                  <a:lnTo>
                    <a:pt x="186766" y="36830"/>
                  </a:lnTo>
                  <a:lnTo>
                    <a:pt x="176631" y="44450"/>
                  </a:lnTo>
                  <a:lnTo>
                    <a:pt x="166306" y="52070"/>
                  </a:lnTo>
                  <a:lnTo>
                    <a:pt x="155625" y="59690"/>
                  </a:lnTo>
                  <a:lnTo>
                    <a:pt x="144424" y="64770"/>
                  </a:lnTo>
                  <a:lnTo>
                    <a:pt x="130822" y="72390"/>
                  </a:lnTo>
                  <a:lnTo>
                    <a:pt x="117919" y="78740"/>
                  </a:lnTo>
                  <a:lnTo>
                    <a:pt x="105346" y="87630"/>
                  </a:lnTo>
                  <a:lnTo>
                    <a:pt x="92786" y="95250"/>
                  </a:lnTo>
                  <a:lnTo>
                    <a:pt x="79590" y="104140"/>
                  </a:lnTo>
                  <a:lnTo>
                    <a:pt x="73367" y="106680"/>
                  </a:lnTo>
                  <a:lnTo>
                    <a:pt x="66141" y="106680"/>
                  </a:lnTo>
                  <a:lnTo>
                    <a:pt x="61480" y="101600"/>
                  </a:lnTo>
                  <a:lnTo>
                    <a:pt x="51663" y="91440"/>
                  </a:lnTo>
                  <a:lnTo>
                    <a:pt x="27533" y="59690"/>
                  </a:lnTo>
                  <a:lnTo>
                    <a:pt x="23647" y="44450"/>
                  </a:lnTo>
                  <a:lnTo>
                    <a:pt x="23558" y="41910"/>
                  </a:lnTo>
                  <a:lnTo>
                    <a:pt x="26504" y="33020"/>
                  </a:lnTo>
                  <a:lnTo>
                    <a:pt x="32651" y="26670"/>
                  </a:lnTo>
                  <a:lnTo>
                    <a:pt x="65443" y="6350"/>
                  </a:lnTo>
                  <a:lnTo>
                    <a:pt x="75107" y="0"/>
                  </a:lnTo>
                  <a:lnTo>
                    <a:pt x="42062" y="0"/>
                  </a:lnTo>
                  <a:lnTo>
                    <a:pt x="13944" y="19050"/>
                  </a:lnTo>
                  <a:lnTo>
                    <a:pt x="6413" y="27940"/>
                  </a:lnTo>
                  <a:lnTo>
                    <a:pt x="1422" y="39370"/>
                  </a:lnTo>
                  <a:lnTo>
                    <a:pt x="0" y="52070"/>
                  </a:lnTo>
                  <a:lnTo>
                    <a:pt x="3175" y="64770"/>
                  </a:lnTo>
                  <a:lnTo>
                    <a:pt x="14757" y="82550"/>
                  </a:lnTo>
                  <a:lnTo>
                    <a:pt x="26758" y="101600"/>
                  </a:lnTo>
                  <a:lnTo>
                    <a:pt x="39243" y="119380"/>
                  </a:lnTo>
                  <a:lnTo>
                    <a:pt x="52298" y="138430"/>
                  </a:lnTo>
                  <a:lnTo>
                    <a:pt x="87312" y="138430"/>
                  </a:lnTo>
                  <a:lnTo>
                    <a:pt x="95846" y="147320"/>
                  </a:lnTo>
                  <a:lnTo>
                    <a:pt x="103543" y="154940"/>
                  </a:lnTo>
                  <a:lnTo>
                    <a:pt x="118135" y="170180"/>
                  </a:lnTo>
                  <a:lnTo>
                    <a:pt x="119367" y="172720"/>
                  </a:lnTo>
                  <a:lnTo>
                    <a:pt x="122859" y="175260"/>
                  </a:lnTo>
                  <a:lnTo>
                    <a:pt x="124345" y="180340"/>
                  </a:lnTo>
                  <a:lnTo>
                    <a:pt x="153250" y="232410"/>
                  </a:lnTo>
                  <a:lnTo>
                    <a:pt x="189026" y="281940"/>
                  </a:lnTo>
                  <a:lnTo>
                    <a:pt x="206654" y="304800"/>
                  </a:lnTo>
                  <a:lnTo>
                    <a:pt x="223393" y="328930"/>
                  </a:lnTo>
                  <a:lnTo>
                    <a:pt x="238264" y="354330"/>
                  </a:lnTo>
                  <a:lnTo>
                    <a:pt x="250253" y="381000"/>
                  </a:lnTo>
                  <a:lnTo>
                    <a:pt x="251485" y="382270"/>
                  </a:lnTo>
                  <a:lnTo>
                    <a:pt x="252730" y="388620"/>
                  </a:lnTo>
                  <a:lnTo>
                    <a:pt x="256476" y="389890"/>
                  </a:lnTo>
                  <a:lnTo>
                    <a:pt x="262026" y="396240"/>
                  </a:lnTo>
                  <a:lnTo>
                    <a:pt x="268541" y="448310"/>
                  </a:lnTo>
                  <a:lnTo>
                    <a:pt x="271627" y="506730"/>
                  </a:lnTo>
                  <a:lnTo>
                    <a:pt x="273164" y="535940"/>
                  </a:lnTo>
                  <a:lnTo>
                    <a:pt x="273278" y="539750"/>
                  </a:lnTo>
                  <a:lnTo>
                    <a:pt x="273405" y="543560"/>
                  </a:lnTo>
                  <a:lnTo>
                    <a:pt x="272669" y="549910"/>
                  </a:lnTo>
                  <a:lnTo>
                    <a:pt x="271513" y="557530"/>
                  </a:lnTo>
                  <a:lnTo>
                    <a:pt x="270522" y="563880"/>
                  </a:lnTo>
                  <a:lnTo>
                    <a:pt x="270154" y="570230"/>
                  </a:lnTo>
                  <a:lnTo>
                    <a:pt x="269582" y="572770"/>
                  </a:lnTo>
                  <a:lnTo>
                    <a:pt x="269532" y="576580"/>
                  </a:lnTo>
                  <a:lnTo>
                    <a:pt x="272669" y="604520"/>
                  </a:lnTo>
                  <a:lnTo>
                    <a:pt x="274345" y="618490"/>
                  </a:lnTo>
                  <a:lnTo>
                    <a:pt x="276263" y="632460"/>
                  </a:lnTo>
                  <a:lnTo>
                    <a:pt x="278777" y="657860"/>
                  </a:lnTo>
                  <a:lnTo>
                    <a:pt x="278904" y="659130"/>
                  </a:lnTo>
                  <a:lnTo>
                    <a:pt x="282625" y="685800"/>
                  </a:lnTo>
                  <a:lnTo>
                    <a:pt x="287045" y="712470"/>
                  </a:lnTo>
                  <a:lnTo>
                    <a:pt x="291820" y="739140"/>
                  </a:lnTo>
                  <a:lnTo>
                    <a:pt x="294970" y="759460"/>
                  </a:lnTo>
                  <a:lnTo>
                    <a:pt x="298665" y="778510"/>
                  </a:lnTo>
                  <a:lnTo>
                    <a:pt x="302539" y="797560"/>
                  </a:lnTo>
                  <a:lnTo>
                    <a:pt x="306197" y="816610"/>
                  </a:lnTo>
                  <a:lnTo>
                    <a:pt x="326110" y="858520"/>
                  </a:lnTo>
                  <a:lnTo>
                    <a:pt x="364159" y="880110"/>
                  </a:lnTo>
                  <a:lnTo>
                    <a:pt x="379793" y="878840"/>
                  </a:lnTo>
                  <a:lnTo>
                    <a:pt x="397954" y="873760"/>
                  </a:lnTo>
                  <a:lnTo>
                    <a:pt x="415937" y="869950"/>
                  </a:lnTo>
                  <a:lnTo>
                    <a:pt x="433222" y="862330"/>
                  </a:lnTo>
                  <a:lnTo>
                    <a:pt x="449287" y="853440"/>
                  </a:lnTo>
                  <a:lnTo>
                    <a:pt x="453974" y="849630"/>
                  </a:lnTo>
                  <a:lnTo>
                    <a:pt x="457123" y="850900"/>
                  </a:lnTo>
                  <a:lnTo>
                    <a:pt x="460959" y="849630"/>
                  </a:lnTo>
                  <a:lnTo>
                    <a:pt x="468642" y="847090"/>
                  </a:lnTo>
                  <a:lnTo>
                    <a:pt x="479450" y="842010"/>
                  </a:lnTo>
                  <a:lnTo>
                    <a:pt x="487692" y="836930"/>
                  </a:lnTo>
                  <a:lnTo>
                    <a:pt x="489762" y="835660"/>
                  </a:lnTo>
                  <a:lnTo>
                    <a:pt x="499757" y="829310"/>
                  </a:lnTo>
                  <a:lnTo>
                    <a:pt x="514375" y="817880"/>
                  </a:lnTo>
                  <a:lnTo>
                    <a:pt x="529272" y="807720"/>
                  </a:lnTo>
                  <a:lnTo>
                    <a:pt x="544601" y="796290"/>
                  </a:lnTo>
                  <a:lnTo>
                    <a:pt x="560501" y="786130"/>
                  </a:lnTo>
                  <a:lnTo>
                    <a:pt x="565759" y="782320"/>
                  </a:lnTo>
                  <a:lnTo>
                    <a:pt x="571576" y="778510"/>
                  </a:lnTo>
                  <a:lnTo>
                    <a:pt x="577811" y="775970"/>
                  </a:lnTo>
                  <a:lnTo>
                    <a:pt x="584301" y="773430"/>
                  </a:lnTo>
                  <a:lnTo>
                    <a:pt x="596290" y="765810"/>
                  </a:lnTo>
                  <a:lnTo>
                    <a:pt x="608622" y="759460"/>
                  </a:lnTo>
                  <a:lnTo>
                    <a:pt x="621004" y="751840"/>
                  </a:lnTo>
                  <a:lnTo>
                    <a:pt x="633171" y="744220"/>
                  </a:lnTo>
                  <a:lnTo>
                    <a:pt x="657479" y="730250"/>
                  </a:lnTo>
                  <a:lnTo>
                    <a:pt x="706196" y="699770"/>
                  </a:lnTo>
                  <a:lnTo>
                    <a:pt x="743140" y="674370"/>
                  </a:lnTo>
                  <a:lnTo>
                    <a:pt x="766864" y="654050"/>
                  </a:lnTo>
                  <a:lnTo>
                    <a:pt x="778979" y="643890"/>
                  </a:lnTo>
                  <a:lnTo>
                    <a:pt x="801712" y="612140"/>
                  </a:lnTo>
                  <a:lnTo>
                    <a:pt x="810742" y="580390"/>
                  </a:lnTo>
                  <a:lnTo>
                    <a:pt x="810793" y="57912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857743" y="130289"/>
              <a:ext cx="129616" cy="161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92529" y="323646"/>
              <a:ext cx="167640" cy="191135"/>
            </a:xfrm>
            <a:custGeom>
              <a:avLst/>
              <a:gdLst/>
              <a:ahLst/>
              <a:cxnLst/>
              <a:rect l="l" t="t" r="r" b="b"/>
              <a:pathLst>
                <a:path w="167640" h="191134">
                  <a:moveTo>
                    <a:pt x="23393" y="16294"/>
                  </a:moveTo>
                  <a:lnTo>
                    <a:pt x="22148" y="10375"/>
                  </a:lnTo>
                  <a:lnTo>
                    <a:pt x="15290" y="0"/>
                  </a:lnTo>
                  <a:lnTo>
                    <a:pt x="7835" y="863"/>
                  </a:lnTo>
                  <a:lnTo>
                    <a:pt x="4292" y="5892"/>
                  </a:lnTo>
                  <a:lnTo>
                    <a:pt x="228" y="9969"/>
                  </a:lnTo>
                  <a:lnTo>
                    <a:pt x="0" y="15595"/>
                  </a:lnTo>
                  <a:lnTo>
                    <a:pt x="4000" y="19710"/>
                  </a:lnTo>
                  <a:lnTo>
                    <a:pt x="7683" y="21221"/>
                  </a:lnTo>
                  <a:lnTo>
                    <a:pt x="14008" y="22517"/>
                  </a:lnTo>
                  <a:lnTo>
                    <a:pt x="18326" y="25006"/>
                  </a:lnTo>
                  <a:lnTo>
                    <a:pt x="23393" y="16294"/>
                  </a:lnTo>
                  <a:close/>
                </a:path>
                <a:path w="167640" h="191134">
                  <a:moveTo>
                    <a:pt x="123317" y="140779"/>
                  </a:moveTo>
                  <a:lnTo>
                    <a:pt x="123050" y="134200"/>
                  </a:lnTo>
                  <a:lnTo>
                    <a:pt x="121805" y="128270"/>
                  </a:lnTo>
                  <a:lnTo>
                    <a:pt x="112382" y="126352"/>
                  </a:lnTo>
                  <a:lnTo>
                    <a:pt x="106794" y="130048"/>
                  </a:lnTo>
                  <a:lnTo>
                    <a:pt x="98628" y="134061"/>
                  </a:lnTo>
                  <a:lnTo>
                    <a:pt x="95478" y="141617"/>
                  </a:lnTo>
                  <a:lnTo>
                    <a:pt x="102920" y="152869"/>
                  </a:lnTo>
                  <a:lnTo>
                    <a:pt x="110134" y="153581"/>
                  </a:lnTo>
                  <a:lnTo>
                    <a:pt x="120116" y="148247"/>
                  </a:lnTo>
                  <a:lnTo>
                    <a:pt x="120497" y="146723"/>
                  </a:lnTo>
                  <a:lnTo>
                    <a:pt x="123317" y="140779"/>
                  </a:lnTo>
                  <a:close/>
                </a:path>
                <a:path w="167640" h="191134">
                  <a:moveTo>
                    <a:pt x="167513" y="179070"/>
                  </a:moveTo>
                  <a:lnTo>
                    <a:pt x="164147" y="171869"/>
                  </a:lnTo>
                  <a:lnTo>
                    <a:pt x="160401" y="170256"/>
                  </a:lnTo>
                  <a:lnTo>
                    <a:pt x="155702" y="169303"/>
                  </a:lnTo>
                  <a:lnTo>
                    <a:pt x="154482" y="171500"/>
                  </a:lnTo>
                  <a:lnTo>
                    <a:pt x="148551" y="172745"/>
                  </a:lnTo>
                  <a:lnTo>
                    <a:pt x="145084" y="177723"/>
                  </a:lnTo>
                  <a:lnTo>
                    <a:pt x="145999" y="185267"/>
                  </a:lnTo>
                  <a:lnTo>
                    <a:pt x="147497" y="189636"/>
                  </a:lnTo>
                  <a:lnTo>
                    <a:pt x="152196" y="190588"/>
                  </a:lnTo>
                  <a:lnTo>
                    <a:pt x="158127" y="189344"/>
                  </a:lnTo>
                  <a:lnTo>
                    <a:pt x="164439" y="186563"/>
                  </a:lnTo>
                  <a:lnTo>
                    <a:pt x="167513" y="17907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0254" y="168376"/>
              <a:ext cx="1623745" cy="1356398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32" y="3720185"/>
            <a:ext cx="1386999" cy="142331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16418" y="475995"/>
            <a:ext cx="6311163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5690">
              <a:lnSpc>
                <a:spcPct val="100000"/>
              </a:lnSpc>
              <a:spcBef>
                <a:spcPts val="100"/>
              </a:spcBef>
            </a:pPr>
            <a:r>
              <a:rPr lang="en-US" sz="3600" dirty="0">
                <a:latin typeface="+mj-lt"/>
                <a:cs typeface="+mj-lt"/>
              </a:rPr>
              <a:t>Variable of Interest</a:t>
            </a:r>
            <a:endParaRPr lang="en-US" sz="3600" dirty="0">
              <a:latin typeface="+mj-lt"/>
              <a:cs typeface="+mj-l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831720" y="1959508"/>
          <a:ext cx="7222490" cy="1620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2875"/>
                <a:gridCol w="1461135"/>
                <a:gridCol w="1992630"/>
                <a:gridCol w="2270759"/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cs typeface="+mn-lt"/>
                        </a:rPr>
                        <a:t>Variable</a:t>
                      </a:r>
                      <a:r>
                        <a:rPr sz="1800" spc="-65" dirty="0">
                          <a:cs typeface="+mn-lt"/>
                        </a:rPr>
                        <a:t> </a:t>
                      </a:r>
                      <a:r>
                        <a:rPr sz="1800" spc="-20" dirty="0">
                          <a:cs typeface="+mn-lt"/>
                        </a:rPr>
                        <a:t>Name</a:t>
                      </a:r>
                      <a:endParaRPr sz="1800" dirty="0">
                        <a:cs typeface="+mn-lt"/>
                      </a:endParaRPr>
                    </a:p>
                  </a:txBody>
                  <a:tcPr marL="0" marR="0" marT="3429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cs typeface="+mn-lt"/>
                        </a:rPr>
                        <a:t>Variable</a:t>
                      </a:r>
                      <a:r>
                        <a:rPr sz="1800" spc="-65" dirty="0">
                          <a:cs typeface="+mn-lt"/>
                        </a:rPr>
                        <a:t> </a:t>
                      </a:r>
                      <a:r>
                        <a:rPr sz="1800" spc="-20" dirty="0">
                          <a:cs typeface="+mn-lt"/>
                        </a:rPr>
                        <a:t>Type</a:t>
                      </a:r>
                      <a:endParaRPr sz="1800" dirty="0">
                        <a:cs typeface="+mn-lt"/>
                      </a:endParaRPr>
                    </a:p>
                  </a:txBody>
                  <a:tcPr marL="0" marR="0" marT="3429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cs typeface="+mn-lt"/>
                        </a:rPr>
                        <a:t>Response/Explanatory</a:t>
                      </a:r>
                      <a:endParaRPr sz="1800" spc="-10" dirty="0">
                        <a:cs typeface="+mn-lt"/>
                      </a:endParaRPr>
                    </a:p>
                  </a:txBody>
                  <a:tcPr marL="0" marR="0" marT="3429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cs typeface="+mn-lt"/>
                        </a:rPr>
                        <a:t>Variable</a:t>
                      </a:r>
                      <a:r>
                        <a:rPr sz="1800" spc="-65" dirty="0">
                          <a:cs typeface="+mn-lt"/>
                        </a:rPr>
                        <a:t> </a:t>
                      </a:r>
                      <a:r>
                        <a:rPr sz="1800" spc="-10" dirty="0">
                          <a:cs typeface="+mn-lt"/>
                        </a:rPr>
                        <a:t>Description</a:t>
                      </a:r>
                      <a:endParaRPr sz="1800" dirty="0">
                        <a:cs typeface="+mn-lt"/>
                      </a:endParaRPr>
                    </a:p>
                  </a:txBody>
                  <a:tcPr marL="0" marR="0" marT="3429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75" dirty="0">
                          <a:cs typeface="+mn-lt"/>
                        </a:rPr>
                        <a:t>BMI</a:t>
                      </a:r>
                      <a:endParaRPr sz="1800" spc="75" dirty="0">
                        <a:cs typeface="+mn-l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312420">
                        <a:lnSpc>
                          <a:spcPct val="101000"/>
                        </a:lnSpc>
                        <a:spcBef>
                          <a:spcPts val="230"/>
                        </a:spcBef>
                      </a:pPr>
                      <a:r>
                        <a:rPr sz="1800" spc="-10" dirty="0">
                          <a:cs typeface="+mn-lt"/>
                        </a:rPr>
                        <a:t>Numerical (recoded</a:t>
                      </a:r>
                      <a:r>
                        <a:rPr sz="1800" spc="-85" dirty="0">
                          <a:cs typeface="+mn-lt"/>
                        </a:rPr>
                        <a:t> </a:t>
                      </a:r>
                      <a:r>
                        <a:rPr sz="1800" spc="-25" dirty="0">
                          <a:cs typeface="+mn-lt"/>
                        </a:rPr>
                        <a:t>into </a:t>
                      </a:r>
                      <a:r>
                        <a:rPr sz="1800" spc="-10" dirty="0">
                          <a:cs typeface="+mn-lt"/>
                        </a:rPr>
                        <a:t>categorical)</a:t>
                      </a:r>
                      <a:endParaRPr sz="1800" dirty="0">
                        <a:cs typeface="+mn-l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cs typeface="+mn-lt"/>
                        </a:rPr>
                        <a:t>Explanatory</a:t>
                      </a:r>
                      <a:endParaRPr sz="1800" spc="-10" dirty="0">
                        <a:cs typeface="+mn-l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03505">
                        <a:lnSpc>
                          <a:spcPct val="101000"/>
                        </a:lnSpc>
                        <a:spcBef>
                          <a:spcPts val="230"/>
                        </a:spcBef>
                      </a:pPr>
                      <a:r>
                        <a:rPr sz="1800" spc="80" dirty="0">
                          <a:cs typeface="+mn-lt"/>
                        </a:rPr>
                        <a:t>A</a:t>
                      </a:r>
                      <a:r>
                        <a:rPr sz="1800" spc="-55" dirty="0">
                          <a:cs typeface="+mn-lt"/>
                        </a:rPr>
                        <a:t> </a:t>
                      </a:r>
                      <a:r>
                        <a:rPr sz="1800" dirty="0">
                          <a:cs typeface="+mn-lt"/>
                        </a:rPr>
                        <a:t>measurement</a:t>
                      </a:r>
                      <a:r>
                        <a:rPr sz="1800" spc="-50" dirty="0">
                          <a:cs typeface="+mn-lt"/>
                        </a:rPr>
                        <a:t> </a:t>
                      </a:r>
                      <a:r>
                        <a:rPr sz="1800" dirty="0">
                          <a:cs typeface="+mn-lt"/>
                        </a:rPr>
                        <a:t>of</a:t>
                      </a:r>
                      <a:r>
                        <a:rPr sz="1800" spc="-55" dirty="0">
                          <a:cs typeface="+mn-lt"/>
                        </a:rPr>
                        <a:t> </a:t>
                      </a:r>
                      <a:r>
                        <a:rPr sz="1800" spc="-50" dirty="0">
                          <a:cs typeface="+mn-lt"/>
                        </a:rPr>
                        <a:t>a </a:t>
                      </a:r>
                      <a:r>
                        <a:rPr sz="1800" dirty="0">
                          <a:cs typeface="+mn-lt"/>
                        </a:rPr>
                        <a:t>person’s</a:t>
                      </a:r>
                      <a:r>
                        <a:rPr sz="1800" spc="-30" dirty="0">
                          <a:cs typeface="+mn-lt"/>
                        </a:rPr>
                        <a:t> </a:t>
                      </a:r>
                      <a:r>
                        <a:rPr sz="1800" dirty="0">
                          <a:cs typeface="+mn-lt"/>
                        </a:rPr>
                        <a:t>Body</a:t>
                      </a:r>
                      <a:r>
                        <a:rPr sz="1800" spc="-35" dirty="0">
                          <a:cs typeface="+mn-lt"/>
                        </a:rPr>
                        <a:t> </a:t>
                      </a:r>
                      <a:r>
                        <a:rPr sz="1800" spc="140" dirty="0">
                          <a:cs typeface="+mn-lt"/>
                        </a:rPr>
                        <a:t>Mass</a:t>
                      </a:r>
                      <a:r>
                        <a:rPr sz="1800" spc="-30" dirty="0">
                          <a:cs typeface="+mn-lt"/>
                        </a:rPr>
                        <a:t> </a:t>
                      </a:r>
                      <a:r>
                        <a:rPr sz="1800" spc="-20" dirty="0">
                          <a:cs typeface="+mn-lt"/>
                        </a:rPr>
                        <a:t>Index </a:t>
                      </a:r>
                      <a:r>
                        <a:rPr sz="1800" spc="-10" dirty="0">
                          <a:cs typeface="+mn-lt"/>
                        </a:rPr>
                        <a:t>(kg/m</a:t>
                      </a:r>
                      <a:r>
                        <a:rPr sz="1800" spc="-75" dirty="0">
                          <a:cs typeface="+mn-lt"/>
                        </a:rPr>
                        <a:t> </a:t>
                      </a:r>
                      <a:r>
                        <a:rPr sz="1800" spc="-10" dirty="0">
                          <a:cs typeface="+mn-lt"/>
                        </a:rPr>
                        <a:t>squared)</a:t>
                      </a:r>
                      <a:endParaRPr sz="1800" dirty="0">
                        <a:cs typeface="+mn-l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40" dirty="0">
                          <a:cs typeface="+mn-lt"/>
                        </a:rPr>
                        <a:t>HOSPITAL_MI</a:t>
                      </a:r>
                      <a:endParaRPr sz="1800" spc="40" dirty="0">
                        <a:cs typeface="+mn-l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cs typeface="+mn-lt"/>
                        </a:rPr>
                        <a:t>Categorical</a:t>
                      </a:r>
                      <a:endParaRPr sz="1800" spc="-10" dirty="0">
                        <a:cs typeface="+mn-l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cs typeface="+mn-lt"/>
                        </a:rPr>
                        <a:t>Response</a:t>
                      </a:r>
                      <a:endParaRPr sz="1800" spc="-10" dirty="0">
                        <a:cs typeface="+mn-lt"/>
                      </a:endParaRPr>
                    </a:p>
                  </a:txBody>
                  <a:tcPr marL="0" marR="0" marT="317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298450">
                        <a:lnSpc>
                          <a:spcPts val="1610"/>
                        </a:lnSpc>
                        <a:spcBef>
                          <a:spcPts val="460"/>
                        </a:spcBef>
                      </a:pPr>
                      <a:r>
                        <a:rPr sz="1800" dirty="0">
                          <a:cs typeface="+mn-lt"/>
                        </a:rPr>
                        <a:t>Hospitalized</a:t>
                      </a:r>
                      <a:r>
                        <a:rPr sz="1800" spc="-60" dirty="0">
                          <a:cs typeface="+mn-lt"/>
                        </a:rPr>
                        <a:t> </a:t>
                      </a:r>
                      <a:r>
                        <a:rPr sz="1800" spc="-10" dirty="0">
                          <a:cs typeface="+mn-lt"/>
                        </a:rPr>
                        <a:t>myocardial </a:t>
                      </a:r>
                      <a:r>
                        <a:rPr sz="1800" dirty="0">
                          <a:cs typeface="+mn-lt"/>
                        </a:rPr>
                        <a:t>infarction</a:t>
                      </a:r>
                      <a:r>
                        <a:rPr sz="1800" spc="-30" dirty="0">
                          <a:cs typeface="+mn-lt"/>
                        </a:rPr>
                        <a:t> </a:t>
                      </a:r>
                      <a:r>
                        <a:rPr sz="1800" dirty="0">
                          <a:cs typeface="+mn-lt"/>
                        </a:rPr>
                        <a:t>(Yes</a:t>
                      </a:r>
                      <a:r>
                        <a:rPr sz="1800" spc="-25" dirty="0">
                          <a:cs typeface="+mn-lt"/>
                        </a:rPr>
                        <a:t> </a:t>
                      </a:r>
                      <a:r>
                        <a:rPr sz="1800" dirty="0">
                          <a:cs typeface="+mn-lt"/>
                        </a:rPr>
                        <a:t>or</a:t>
                      </a:r>
                      <a:r>
                        <a:rPr sz="1800" spc="-30" dirty="0">
                          <a:cs typeface="+mn-lt"/>
                        </a:rPr>
                        <a:t> </a:t>
                      </a:r>
                      <a:r>
                        <a:rPr sz="1800" spc="-25" dirty="0">
                          <a:cs typeface="+mn-lt"/>
                        </a:rPr>
                        <a:t>No)</a:t>
                      </a:r>
                      <a:endParaRPr sz="1800" dirty="0">
                        <a:cs typeface="+mn-lt"/>
                      </a:endParaRPr>
                    </a:p>
                  </a:txBody>
                  <a:tcPr marL="0" marR="0" marT="58419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219"/>
            <a:ext cx="1988021" cy="180613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454503" y="3921119"/>
            <a:ext cx="1648460" cy="1222375"/>
            <a:chOff x="7454503" y="3921119"/>
            <a:chExt cx="1648460" cy="1222375"/>
          </a:xfrm>
        </p:grpSpPr>
        <p:sp>
          <p:nvSpPr>
            <p:cNvPr id="4" name="object 4"/>
            <p:cNvSpPr/>
            <p:nvPr/>
          </p:nvSpPr>
          <p:spPr>
            <a:xfrm>
              <a:off x="8387689" y="3921119"/>
              <a:ext cx="645795" cy="582930"/>
            </a:xfrm>
            <a:custGeom>
              <a:avLst/>
              <a:gdLst/>
              <a:ahLst/>
              <a:cxnLst/>
              <a:rect l="l" t="t" r="r" b="b"/>
              <a:pathLst>
                <a:path w="645795" h="582929">
                  <a:moveTo>
                    <a:pt x="186168" y="358140"/>
                  </a:moveTo>
                  <a:lnTo>
                    <a:pt x="147777" y="358140"/>
                  </a:lnTo>
                  <a:lnTo>
                    <a:pt x="151561" y="360680"/>
                  </a:lnTo>
                  <a:lnTo>
                    <a:pt x="152336" y="360680"/>
                  </a:lnTo>
                  <a:lnTo>
                    <a:pt x="164490" y="373380"/>
                  </a:lnTo>
                  <a:lnTo>
                    <a:pt x="198240" y="407670"/>
                  </a:lnTo>
                  <a:lnTo>
                    <a:pt x="233791" y="439420"/>
                  </a:lnTo>
                  <a:lnTo>
                    <a:pt x="270731" y="471170"/>
                  </a:lnTo>
                  <a:lnTo>
                    <a:pt x="308648" y="500380"/>
                  </a:lnTo>
                  <a:lnTo>
                    <a:pt x="347129" y="529590"/>
                  </a:lnTo>
                  <a:lnTo>
                    <a:pt x="389601" y="556260"/>
                  </a:lnTo>
                  <a:lnTo>
                    <a:pt x="434378" y="576580"/>
                  </a:lnTo>
                  <a:lnTo>
                    <a:pt x="466955" y="582930"/>
                  </a:lnTo>
                  <a:lnTo>
                    <a:pt x="483168" y="581660"/>
                  </a:lnTo>
                  <a:lnTo>
                    <a:pt x="499541" y="576580"/>
                  </a:lnTo>
                  <a:lnTo>
                    <a:pt x="512447" y="570230"/>
                  </a:lnTo>
                  <a:lnTo>
                    <a:pt x="524862" y="562610"/>
                  </a:lnTo>
                  <a:lnTo>
                    <a:pt x="534616" y="556260"/>
                  </a:lnTo>
                  <a:lnTo>
                    <a:pt x="469782" y="556260"/>
                  </a:lnTo>
                  <a:lnTo>
                    <a:pt x="454858" y="554990"/>
                  </a:lnTo>
                  <a:lnTo>
                    <a:pt x="415616" y="537210"/>
                  </a:lnTo>
                  <a:lnTo>
                    <a:pt x="369488" y="510540"/>
                  </a:lnTo>
                  <a:lnTo>
                    <a:pt x="302938" y="462280"/>
                  </a:lnTo>
                  <a:lnTo>
                    <a:pt x="259524" y="426720"/>
                  </a:lnTo>
                  <a:lnTo>
                    <a:pt x="217662" y="389890"/>
                  </a:lnTo>
                  <a:lnTo>
                    <a:pt x="186168" y="358140"/>
                  </a:lnTo>
                  <a:close/>
                </a:path>
                <a:path w="645795" h="582929">
                  <a:moveTo>
                    <a:pt x="393816" y="139700"/>
                  </a:moveTo>
                  <a:lnTo>
                    <a:pt x="349415" y="139700"/>
                  </a:lnTo>
                  <a:lnTo>
                    <a:pt x="355647" y="142240"/>
                  </a:lnTo>
                  <a:lnTo>
                    <a:pt x="361010" y="146050"/>
                  </a:lnTo>
                  <a:lnTo>
                    <a:pt x="366077" y="151130"/>
                  </a:lnTo>
                  <a:lnTo>
                    <a:pt x="371424" y="154940"/>
                  </a:lnTo>
                  <a:lnTo>
                    <a:pt x="376651" y="160020"/>
                  </a:lnTo>
                  <a:lnTo>
                    <a:pt x="382035" y="163830"/>
                  </a:lnTo>
                  <a:lnTo>
                    <a:pt x="387419" y="168910"/>
                  </a:lnTo>
                  <a:lnTo>
                    <a:pt x="392645" y="173990"/>
                  </a:lnTo>
                  <a:lnTo>
                    <a:pt x="426696" y="201930"/>
                  </a:lnTo>
                  <a:lnTo>
                    <a:pt x="583717" y="356870"/>
                  </a:lnTo>
                  <a:lnTo>
                    <a:pt x="609600" y="391160"/>
                  </a:lnTo>
                  <a:lnTo>
                    <a:pt x="618094" y="419100"/>
                  </a:lnTo>
                  <a:lnTo>
                    <a:pt x="616691" y="426720"/>
                  </a:lnTo>
                  <a:lnTo>
                    <a:pt x="613232" y="433070"/>
                  </a:lnTo>
                  <a:lnTo>
                    <a:pt x="609777" y="440690"/>
                  </a:lnTo>
                  <a:lnTo>
                    <a:pt x="606120" y="445770"/>
                  </a:lnTo>
                  <a:lnTo>
                    <a:pt x="602034" y="452120"/>
                  </a:lnTo>
                  <a:lnTo>
                    <a:pt x="580657" y="474980"/>
                  </a:lnTo>
                  <a:lnTo>
                    <a:pt x="545614" y="510540"/>
                  </a:lnTo>
                  <a:lnTo>
                    <a:pt x="513384" y="537210"/>
                  </a:lnTo>
                  <a:lnTo>
                    <a:pt x="498817" y="546100"/>
                  </a:lnTo>
                  <a:lnTo>
                    <a:pt x="484434" y="553720"/>
                  </a:lnTo>
                  <a:lnTo>
                    <a:pt x="469782" y="556260"/>
                  </a:lnTo>
                  <a:lnTo>
                    <a:pt x="534616" y="556260"/>
                  </a:lnTo>
                  <a:lnTo>
                    <a:pt x="581706" y="511810"/>
                  </a:lnTo>
                  <a:lnTo>
                    <a:pt x="615581" y="476250"/>
                  </a:lnTo>
                  <a:lnTo>
                    <a:pt x="622209" y="469900"/>
                  </a:lnTo>
                  <a:lnTo>
                    <a:pt x="643540" y="433070"/>
                  </a:lnTo>
                  <a:lnTo>
                    <a:pt x="645775" y="421640"/>
                  </a:lnTo>
                  <a:lnTo>
                    <a:pt x="645010" y="408940"/>
                  </a:lnTo>
                  <a:lnTo>
                    <a:pt x="625413" y="365760"/>
                  </a:lnTo>
                  <a:lnTo>
                    <a:pt x="584790" y="318770"/>
                  </a:lnTo>
                  <a:lnTo>
                    <a:pt x="549489" y="281940"/>
                  </a:lnTo>
                  <a:lnTo>
                    <a:pt x="512899" y="246380"/>
                  </a:lnTo>
                  <a:lnTo>
                    <a:pt x="451386" y="190500"/>
                  </a:lnTo>
                  <a:lnTo>
                    <a:pt x="403641" y="148590"/>
                  </a:lnTo>
                  <a:lnTo>
                    <a:pt x="393816" y="139700"/>
                  </a:lnTo>
                  <a:close/>
                </a:path>
                <a:path w="645795" h="582929">
                  <a:moveTo>
                    <a:pt x="259795" y="0"/>
                  </a:moveTo>
                  <a:lnTo>
                    <a:pt x="244937" y="3810"/>
                  </a:lnTo>
                  <a:lnTo>
                    <a:pt x="228942" y="17780"/>
                  </a:lnTo>
                  <a:lnTo>
                    <a:pt x="221361" y="25400"/>
                  </a:lnTo>
                  <a:lnTo>
                    <a:pt x="202705" y="41910"/>
                  </a:lnTo>
                  <a:lnTo>
                    <a:pt x="165364" y="76200"/>
                  </a:lnTo>
                  <a:lnTo>
                    <a:pt x="146265" y="93980"/>
                  </a:lnTo>
                  <a:lnTo>
                    <a:pt x="113136" y="123190"/>
                  </a:lnTo>
                  <a:lnTo>
                    <a:pt x="80795" y="154940"/>
                  </a:lnTo>
                  <a:lnTo>
                    <a:pt x="49176" y="185420"/>
                  </a:lnTo>
                  <a:lnTo>
                    <a:pt x="18211" y="217170"/>
                  </a:lnTo>
                  <a:lnTo>
                    <a:pt x="12865" y="223520"/>
                  </a:lnTo>
                  <a:lnTo>
                    <a:pt x="8356" y="229870"/>
                  </a:lnTo>
                  <a:lnTo>
                    <a:pt x="4508" y="236220"/>
                  </a:lnTo>
                  <a:lnTo>
                    <a:pt x="1435" y="238760"/>
                  </a:lnTo>
                  <a:lnTo>
                    <a:pt x="0" y="243840"/>
                  </a:lnTo>
                  <a:lnTo>
                    <a:pt x="1435" y="246380"/>
                  </a:lnTo>
                  <a:lnTo>
                    <a:pt x="3994" y="257810"/>
                  </a:lnTo>
                  <a:lnTo>
                    <a:pt x="6242" y="267970"/>
                  </a:lnTo>
                  <a:lnTo>
                    <a:pt x="10461" y="279400"/>
                  </a:lnTo>
                  <a:lnTo>
                    <a:pt x="18935" y="289560"/>
                  </a:lnTo>
                  <a:lnTo>
                    <a:pt x="34717" y="304800"/>
                  </a:lnTo>
                  <a:lnTo>
                    <a:pt x="50285" y="320040"/>
                  </a:lnTo>
                  <a:lnTo>
                    <a:pt x="65720" y="336550"/>
                  </a:lnTo>
                  <a:lnTo>
                    <a:pt x="81102" y="351790"/>
                  </a:lnTo>
                  <a:lnTo>
                    <a:pt x="98113" y="367030"/>
                  </a:lnTo>
                  <a:lnTo>
                    <a:pt x="112725" y="372110"/>
                  </a:lnTo>
                  <a:lnTo>
                    <a:pt x="128193" y="369570"/>
                  </a:lnTo>
                  <a:lnTo>
                    <a:pt x="147777" y="358140"/>
                  </a:lnTo>
                  <a:lnTo>
                    <a:pt x="186168" y="358140"/>
                  </a:lnTo>
                  <a:lnTo>
                    <a:pt x="173570" y="345440"/>
                  </a:lnTo>
                  <a:lnTo>
                    <a:pt x="170393" y="341630"/>
                  </a:lnTo>
                  <a:lnTo>
                    <a:pt x="116687" y="341630"/>
                  </a:lnTo>
                  <a:lnTo>
                    <a:pt x="98708" y="327660"/>
                  </a:lnTo>
                  <a:lnTo>
                    <a:pt x="72745" y="303530"/>
                  </a:lnTo>
                  <a:lnTo>
                    <a:pt x="45067" y="276860"/>
                  </a:lnTo>
                  <a:lnTo>
                    <a:pt x="21945" y="251460"/>
                  </a:lnTo>
                  <a:lnTo>
                    <a:pt x="34998" y="237490"/>
                  </a:lnTo>
                  <a:lnTo>
                    <a:pt x="63627" y="210820"/>
                  </a:lnTo>
                  <a:lnTo>
                    <a:pt x="89342" y="193040"/>
                  </a:lnTo>
                  <a:lnTo>
                    <a:pt x="125673" y="193040"/>
                  </a:lnTo>
                  <a:lnTo>
                    <a:pt x="124266" y="191770"/>
                  </a:lnTo>
                  <a:lnTo>
                    <a:pt x="106108" y="172720"/>
                  </a:lnTo>
                  <a:lnTo>
                    <a:pt x="119068" y="156210"/>
                  </a:lnTo>
                  <a:lnTo>
                    <a:pt x="133515" y="142240"/>
                  </a:lnTo>
                  <a:lnTo>
                    <a:pt x="148656" y="129540"/>
                  </a:lnTo>
                  <a:lnTo>
                    <a:pt x="163702" y="115570"/>
                  </a:lnTo>
                  <a:lnTo>
                    <a:pt x="177850" y="102870"/>
                  </a:lnTo>
                  <a:lnTo>
                    <a:pt x="192627" y="91440"/>
                  </a:lnTo>
                  <a:lnTo>
                    <a:pt x="207537" y="78740"/>
                  </a:lnTo>
                  <a:lnTo>
                    <a:pt x="222084" y="64770"/>
                  </a:lnTo>
                  <a:lnTo>
                    <a:pt x="252105" y="64770"/>
                  </a:lnTo>
                  <a:lnTo>
                    <a:pt x="238023" y="49530"/>
                  </a:lnTo>
                  <a:lnTo>
                    <a:pt x="258457" y="29210"/>
                  </a:lnTo>
                  <a:lnTo>
                    <a:pt x="304390" y="29210"/>
                  </a:lnTo>
                  <a:lnTo>
                    <a:pt x="291820" y="16510"/>
                  </a:lnTo>
                  <a:lnTo>
                    <a:pt x="274946" y="3810"/>
                  </a:lnTo>
                  <a:lnTo>
                    <a:pt x="259795" y="0"/>
                  </a:lnTo>
                  <a:close/>
                </a:path>
                <a:path w="645795" h="582929">
                  <a:moveTo>
                    <a:pt x="65163" y="229870"/>
                  </a:moveTo>
                  <a:lnTo>
                    <a:pt x="60667" y="232410"/>
                  </a:lnTo>
                  <a:lnTo>
                    <a:pt x="55308" y="234950"/>
                  </a:lnTo>
                  <a:lnTo>
                    <a:pt x="54521" y="240030"/>
                  </a:lnTo>
                  <a:lnTo>
                    <a:pt x="57594" y="245110"/>
                  </a:lnTo>
                  <a:lnTo>
                    <a:pt x="62102" y="252730"/>
                  </a:lnTo>
                  <a:lnTo>
                    <a:pt x="65951" y="257810"/>
                  </a:lnTo>
                  <a:lnTo>
                    <a:pt x="71234" y="262890"/>
                  </a:lnTo>
                  <a:lnTo>
                    <a:pt x="86797" y="279400"/>
                  </a:lnTo>
                  <a:lnTo>
                    <a:pt x="103147" y="295910"/>
                  </a:lnTo>
                  <a:lnTo>
                    <a:pt x="120781" y="309880"/>
                  </a:lnTo>
                  <a:lnTo>
                    <a:pt x="140195" y="322580"/>
                  </a:lnTo>
                  <a:lnTo>
                    <a:pt x="134704" y="331470"/>
                  </a:lnTo>
                  <a:lnTo>
                    <a:pt x="128736" y="336550"/>
                  </a:lnTo>
                  <a:lnTo>
                    <a:pt x="122621" y="339090"/>
                  </a:lnTo>
                  <a:lnTo>
                    <a:pt x="116687" y="341630"/>
                  </a:lnTo>
                  <a:lnTo>
                    <a:pt x="170393" y="341630"/>
                  </a:lnTo>
                  <a:lnTo>
                    <a:pt x="168275" y="339090"/>
                  </a:lnTo>
                  <a:lnTo>
                    <a:pt x="162928" y="334010"/>
                  </a:lnTo>
                  <a:lnTo>
                    <a:pt x="174265" y="318770"/>
                  </a:lnTo>
                  <a:lnTo>
                    <a:pt x="185341" y="306070"/>
                  </a:lnTo>
                  <a:lnTo>
                    <a:pt x="157632" y="306070"/>
                  </a:lnTo>
                  <a:lnTo>
                    <a:pt x="146429" y="300990"/>
                  </a:lnTo>
                  <a:lnTo>
                    <a:pt x="105138" y="267970"/>
                  </a:lnTo>
                  <a:lnTo>
                    <a:pt x="83881" y="245110"/>
                  </a:lnTo>
                  <a:lnTo>
                    <a:pt x="73520" y="234950"/>
                  </a:lnTo>
                  <a:lnTo>
                    <a:pt x="69735" y="231140"/>
                  </a:lnTo>
                  <a:lnTo>
                    <a:pt x="65163" y="229870"/>
                  </a:lnTo>
                  <a:close/>
                </a:path>
                <a:path w="645795" h="582929">
                  <a:moveTo>
                    <a:pt x="125673" y="193040"/>
                  </a:moveTo>
                  <a:lnTo>
                    <a:pt x="89342" y="193040"/>
                  </a:lnTo>
                  <a:lnTo>
                    <a:pt x="95341" y="194310"/>
                  </a:lnTo>
                  <a:lnTo>
                    <a:pt x="101536" y="198120"/>
                  </a:lnTo>
                  <a:lnTo>
                    <a:pt x="141657" y="231140"/>
                  </a:lnTo>
                  <a:lnTo>
                    <a:pt x="161585" y="248920"/>
                  </a:lnTo>
                  <a:lnTo>
                    <a:pt x="181140" y="265430"/>
                  </a:lnTo>
                  <a:lnTo>
                    <a:pt x="183426" y="267970"/>
                  </a:lnTo>
                  <a:lnTo>
                    <a:pt x="184137" y="270510"/>
                  </a:lnTo>
                  <a:lnTo>
                    <a:pt x="186423" y="271780"/>
                  </a:lnTo>
                  <a:lnTo>
                    <a:pt x="180465" y="283210"/>
                  </a:lnTo>
                  <a:lnTo>
                    <a:pt x="175480" y="290830"/>
                  </a:lnTo>
                  <a:lnTo>
                    <a:pt x="168769" y="297180"/>
                  </a:lnTo>
                  <a:lnTo>
                    <a:pt x="157632" y="306070"/>
                  </a:lnTo>
                  <a:lnTo>
                    <a:pt x="185341" y="306070"/>
                  </a:lnTo>
                  <a:lnTo>
                    <a:pt x="186448" y="304800"/>
                  </a:lnTo>
                  <a:lnTo>
                    <a:pt x="199193" y="290830"/>
                  </a:lnTo>
                  <a:lnTo>
                    <a:pt x="212217" y="278130"/>
                  </a:lnTo>
                  <a:lnTo>
                    <a:pt x="241092" y="252730"/>
                  </a:lnTo>
                  <a:lnTo>
                    <a:pt x="203860" y="252730"/>
                  </a:lnTo>
                  <a:lnTo>
                    <a:pt x="177622" y="236220"/>
                  </a:lnTo>
                  <a:lnTo>
                    <a:pt x="149598" y="214630"/>
                  </a:lnTo>
                  <a:lnTo>
                    <a:pt x="125673" y="193040"/>
                  </a:lnTo>
                  <a:close/>
                </a:path>
                <a:path w="645795" h="582929">
                  <a:moveTo>
                    <a:pt x="173570" y="151130"/>
                  </a:moveTo>
                  <a:lnTo>
                    <a:pt x="169773" y="153670"/>
                  </a:lnTo>
                  <a:lnTo>
                    <a:pt x="166776" y="157480"/>
                  </a:lnTo>
                  <a:lnTo>
                    <a:pt x="165201" y="161290"/>
                  </a:lnTo>
                  <a:lnTo>
                    <a:pt x="165989" y="162560"/>
                  </a:lnTo>
                  <a:lnTo>
                    <a:pt x="171348" y="168910"/>
                  </a:lnTo>
                  <a:lnTo>
                    <a:pt x="227431" y="224790"/>
                  </a:lnTo>
                  <a:lnTo>
                    <a:pt x="222357" y="233680"/>
                  </a:lnTo>
                  <a:lnTo>
                    <a:pt x="217069" y="241300"/>
                  </a:lnTo>
                  <a:lnTo>
                    <a:pt x="211070" y="247650"/>
                  </a:lnTo>
                  <a:lnTo>
                    <a:pt x="203860" y="252730"/>
                  </a:lnTo>
                  <a:lnTo>
                    <a:pt x="241092" y="252730"/>
                  </a:lnTo>
                  <a:lnTo>
                    <a:pt x="242536" y="251460"/>
                  </a:lnTo>
                  <a:lnTo>
                    <a:pt x="257199" y="236220"/>
                  </a:lnTo>
                  <a:lnTo>
                    <a:pt x="270598" y="220980"/>
                  </a:lnTo>
                  <a:lnTo>
                    <a:pt x="282387" y="208280"/>
                  </a:lnTo>
                  <a:lnTo>
                    <a:pt x="244094" y="208280"/>
                  </a:lnTo>
                  <a:lnTo>
                    <a:pt x="239522" y="204470"/>
                  </a:lnTo>
                  <a:lnTo>
                    <a:pt x="234226" y="201930"/>
                  </a:lnTo>
                  <a:lnTo>
                    <a:pt x="228942" y="196850"/>
                  </a:lnTo>
                  <a:lnTo>
                    <a:pt x="218825" y="187960"/>
                  </a:lnTo>
                  <a:lnTo>
                    <a:pt x="198862" y="170180"/>
                  </a:lnTo>
                  <a:lnTo>
                    <a:pt x="188709" y="161290"/>
                  </a:lnTo>
                  <a:lnTo>
                    <a:pt x="184924" y="157480"/>
                  </a:lnTo>
                  <a:lnTo>
                    <a:pt x="180352" y="153670"/>
                  </a:lnTo>
                  <a:lnTo>
                    <a:pt x="174345" y="152400"/>
                  </a:lnTo>
                  <a:lnTo>
                    <a:pt x="173570" y="151130"/>
                  </a:lnTo>
                  <a:close/>
                </a:path>
                <a:path w="645795" h="582929">
                  <a:moveTo>
                    <a:pt x="206146" y="104140"/>
                  </a:moveTo>
                  <a:lnTo>
                    <a:pt x="204647" y="104140"/>
                  </a:lnTo>
                  <a:lnTo>
                    <a:pt x="200139" y="107950"/>
                  </a:lnTo>
                  <a:lnTo>
                    <a:pt x="199288" y="110490"/>
                  </a:lnTo>
                  <a:lnTo>
                    <a:pt x="200075" y="111760"/>
                  </a:lnTo>
                  <a:lnTo>
                    <a:pt x="203149" y="115570"/>
                  </a:lnTo>
                  <a:lnTo>
                    <a:pt x="206146" y="120650"/>
                  </a:lnTo>
                  <a:lnTo>
                    <a:pt x="209943" y="124460"/>
                  </a:lnTo>
                  <a:lnTo>
                    <a:pt x="220186" y="134620"/>
                  </a:lnTo>
                  <a:lnTo>
                    <a:pt x="230500" y="143510"/>
                  </a:lnTo>
                  <a:lnTo>
                    <a:pt x="240949" y="153670"/>
                  </a:lnTo>
                  <a:lnTo>
                    <a:pt x="251599" y="162560"/>
                  </a:lnTo>
                  <a:lnTo>
                    <a:pt x="257081" y="167640"/>
                  </a:lnTo>
                  <a:lnTo>
                    <a:pt x="267439" y="176530"/>
                  </a:lnTo>
                  <a:lnTo>
                    <a:pt x="272884" y="181610"/>
                  </a:lnTo>
                  <a:lnTo>
                    <a:pt x="268798" y="191770"/>
                  </a:lnTo>
                  <a:lnTo>
                    <a:pt x="261304" y="198120"/>
                  </a:lnTo>
                  <a:lnTo>
                    <a:pt x="252401" y="203200"/>
                  </a:lnTo>
                  <a:lnTo>
                    <a:pt x="244094" y="208280"/>
                  </a:lnTo>
                  <a:lnTo>
                    <a:pt x="282387" y="208280"/>
                  </a:lnTo>
                  <a:lnTo>
                    <a:pt x="296459" y="193040"/>
                  </a:lnTo>
                  <a:lnTo>
                    <a:pt x="309500" y="179070"/>
                  </a:lnTo>
                  <a:lnTo>
                    <a:pt x="322910" y="166370"/>
                  </a:lnTo>
                  <a:lnTo>
                    <a:pt x="324172" y="165100"/>
                  </a:lnTo>
                  <a:lnTo>
                    <a:pt x="292544" y="165100"/>
                  </a:lnTo>
                  <a:lnTo>
                    <a:pt x="282274" y="161290"/>
                  </a:lnTo>
                  <a:lnTo>
                    <a:pt x="272775" y="154940"/>
                  </a:lnTo>
                  <a:lnTo>
                    <a:pt x="254673" y="142240"/>
                  </a:lnTo>
                  <a:lnTo>
                    <a:pt x="245134" y="133350"/>
                  </a:lnTo>
                  <a:lnTo>
                    <a:pt x="216725" y="107950"/>
                  </a:lnTo>
                  <a:lnTo>
                    <a:pt x="213728" y="105410"/>
                  </a:lnTo>
                  <a:lnTo>
                    <a:pt x="209219" y="105410"/>
                  </a:lnTo>
                  <a:lnTo>
                    <a:pt x="206146" y="104140"/>
                  </a:lnTo>
                  <a:close/>
                </a:path>
                <a:path w="645795" h="582929">
                  <a:moveTo>
                    <a:pt x="252105" y="64770"/>
                  </a:moveTo>
                  <a:lnTo>
                    <a:pt x="222084" y="64770"/>
                  </a:lnTo>
                  <a:lnTo>
                    <a:pt x="239711" y="80010"/>
                  </a:lnTo>
                  <a:lnTo>
                    <a:pt x="264561" y="104140"/>
                  </a:lnTo>
                  <a:lnTo>
                    <a:pt x="288823" y="129540"/>
                  </a:lnTo>
                  <a:lnTo>
                    <a:pt x="304685" y="149860"/>
                  </a:lnTo>
                  <a:lnTo>
                    <a:pt x="304749" y="151130"/>
                  </a:lnTo>
                  <a:lnTo>
                    <a:pt x="303898" y="153670"/>
                  </a:lnTo>
                  <a:lnTo>
                    <a:pt x="292544" y="165100"/>
                  </a:lnTo>
                  <a:lnTo>
                    <a:pt x="324172" y="165100"/>
                  </a:lnTo>
                  <a:lnTo>
                    <a:pt x="349415" y="139700"/>
                  </a:lnTo>
                  <a:lnTo>
                    <a:pt x="393816" y="139700"/>
                  </a:lnTo>
                  <a:lnTo>
                    <a:pt x="383991" y="130810"/>
                  </a:lnTo>
                  <a:lnTo>
                    <a:pt x="322186" y="130810"/>
                  </a:lnTo>
                  <a:lnTo>
                    <a:pt x="304547" y="115570"/>
                  </a:lnTo>
                  <a:lnTo>
                    <a:pt x="280081" y="92710"/>
                  </a:lnTo>
                  <a:lnTo>
                    <a:pt x="255626" y="68580"/>
                  </a:lnTo>
                  <a:lnTo>
                    <a:pt x="252105" y="64770"/>
                  </a:lnTo>
                  <a:close/>
                </a:path>
                <a:path w="645795" h="582929">
                  <a:moveTo>
                    <a:pt x="304390" y="29210"/>
                  </a:moveTo>
                  <a:lnTo>
                    <a:pt x="258457" y="29210"/>
                  </a:lnTo>
                  <a:lnTo>
                    <a:pt x="263029" y="31750"/>
                  </a:lnTo>
                  <a:lnTo>
                    <a:pt x="267601" y="33020"/>
                  </a:lnTo>
                  <a:lnTo>
                    <a:pt x="331977" y="97790"/>
                  </a:lnTo>
                  <a:lnTo>
                    <a:pt x="336550" y="104140"/>
                  </a:lnTo>
                  <a:lnTo>
                    <a:pt x="336550" y="118110"/>
                  </a:lnTo>
                  <a:lnTo>
                    <a:pt x="334264" y="119380"/>
                  </a:lnTo>
                  <a:lnTo>
                    <a:pt x="322186" y="130810"/>
                  </a:lnTo>
                  <a:lnTo>
                    <a:pt x="383991" y="130810"/>
                  </a:lnTo>
                  <a:lnTo>
                    <a:pt x="379780" y="127000"/>
                  </a:lnTo>
                  <a:lnTo>
                    <a:pt x="374047" y="121920"/>
                  </a:lnTo>
                  <a:lnTo>
                    <a:pt x="368758" y="115570"/>
                  </a:lnTo>
                  <a:lnTo>
                    <a:pt x="364605" y="107950"/>
                  </a:lnTo>
                  <a:lnTo>
                    <a:pt x="362280" y="99060"/>
                  </a:lnTo>
                  <a:lnTo>
                    <a:pt x="360346" y="91440"/>
                  </a:lnTo>
                  <a:lnTo>
                    <a:pt x="356985" y="85090"/>
                  </a:lnTo>
                  <a:lnTo>
                    <a:pt x="352484" y="77470"/>
                  </a:lnTo>
                  <a:lnTo>
                    <a:pt x="347129" y="72390"/>
                  </a:lnTo>
                  <a:lnTo>
                    <a:pt x="304390" y="2921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1217" y="4171428"/>
              <a:ext cx="232895" cy="2081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454493" y="4543285"/>
              <a:ext cx="1648460" cy="600710"/>
            </a:xfrm>
            <a:custGeom>
              <a:avLst/>
              <a:gdLst/>
              <a:ahLst/>
              <a:cxnLst/>
              <a:rect l="l" t="t" r="r" b="b"/>
              <a:pathLst>
                <a:path w="1648459" h="600710">
                  <a:moveTo>
                    <a:pt x="392264" y="505663"/>
                  </a:moveTo>
                  <a:lnTo>
                    <a:pt x="364439" y="476529"/>
                  </a:lnTo>
                  <a:lnTo>
                    <a:pt x="354291" y="477520"/>
                  </a:lnTo>
                  <a:lnTo>
                    <a:pt x="344817" y="482587"/>
                  </a:lnTo>
                  <a:lnTo>
                    <a:pt x="337781" y="487502"/>
                  </a:lnTo>
                  <a:lnTo>
                    <a:pt x="336765" y="497332"/>
                  </a:lnTo>
                  <a:lnTo>
                    <a:pt x="342011" y="502907"/>
                  </a:lnTo>
                  <a:lnTo>
                    <a:pt x="347980" y="508342"/>
                  </a:lnTo>
                  <a:lnTo>
                    <a:pt x="354152" y="513524"/>
                  </a:lnTo>
                  <a:lnTo>
                    <a:pt x="367461" y="524344"/>
                  </a:lnTo>
                  <a:lnTo>
                    <a:pt x="375691" y="521322"/>
                  </a:lnTo>
                  <a:lnTo>
                    <a:pt x="382828" y="517817"/>
                  </a:lnTo>
                  <a:lnTo>
                    <a:pt x="388493" y="512902"/>
                  </a:lnTo>
                  <a:lnTo>
                    <a:pt x="392264" y="505663"/>
                  </a:lnTo>
                  <a:close/>
                </a:path>
                <a:path w="1648459" h="600710">
                  <a:moveTo>
                    <a:pt x="552462" y="391134"/>
                  </a:moveTo>
                  <a:lnTo>
                    <a:pt x="525284" y="362077"/>
                  </a:lnTo>
                  <a:lnTo>
                    <a:pt x="520788" y="365099"/>
                  </a:lnTo>
                  <a:lnTo>
                    <a:pt x="518490" y="371754"/>
                  </a:lnTo>
                  <a:lnTo>
                    <a:pt x="517804" y="380111"/>
                  </a:lnTo>
                  <a:lnTo>
                    <a:pt x="516369" y="383705"/>
                  </a:lnTo>
                  <a:lnTo>
                    <a:pt x="507784" y="388353"/>
                  </a:lnTo>
                  <a:lnTo>
                    <a:pt x="502818" y="390588"/>
                  </a:lnTo>
                  <a:lnTo>
                    <a:pt x="498805" y="395973"/>
                  </a:lnTo>
                  <a:lnTo>
                    <a:pt x="486473" y="404596"/>
                  </a:lnTo>
                  <a:lnTo>
                    <a:pt x="480606" y="407339"/>
                  </a:lnTo>
                  <a:lnTo>
                    <a:pt x="472516" y="405104"/>
                  </a:lnTo>
                  <a:lnTo>
                    <a:pt x="468071" y="404380"/>
                  </a:lnTo>
                  <a:lnTo>
                    <a:pt x="462407" y="405638"/>
                  </a:lnTo>
                  <a:lnTo>
                    <a:pt x="458012" y="408698"/>
                  </a:lnTo>
                  <a:lnTo>
                    <a:pt x="431673" y="424789"/>
                  </a:lnTo>
                  <a:lnTo>
                    <a:pt x="421919" y="430085"/>
                  </a:lnTo>
                  <a:lnTo>
                    <a:pt x="423024" y="438962"/>
                  </a:lnTo>
                  <a:lnTo>
                    <a:pt x="427278" y="446900"/>
                  </a:lnTo>
                  <a:lnTo>
                    <a:pt x="432587" y="454596"/>
                  </a:lnTo>
                  <a:lnTo>
                    <a:pt x="436880" y="462775"/>
                  </a:lnTo>
                  <a:lnTo>
                    <a:pt x="443496" y="464680"/>
                  </a:lnTo>
                  <a:lnTo>
                    <a:pt x="449414" y="465734"/>
                  </a:lnTo>
                  <a:lnTo>
                    <a:pt x="453288" y="465620"/>
                  </a:lnTo>
                  <a:lnTo>
                    <a:pt x="465137" y="463880"/>
                  </a:lnTo>
                  <a:lnTo>
                    <a:pt x="484835" y="422744"/>
                  </a:lnTo>
                  <a:lnTo>
                    <a:pt x="489419" y="418185"/>
                  </a:lnTo>
                  <a:lnTo>
                    <a:pt x="499008" y="420624"/>
                  </a:lnTo>
                  <a:lnTo>
                    <a:pt x="498525" y="440563"/>
                  </a:lnTo>
                  <a:lnTo>
                    <a:pt x="513245" y="437045"/>
                  </a:lnTo>
                  <a:lnTo>
                    <a:pt x="519176" y="427990"/>
                  </a:lnTo>
                  <a:lnTo>
                    <a:pt x="521373" y="416382"/>
                  </a:lnTo>
                  <a:lnTo>
                    <a:pt x="524878" y="405244"/>
                  </a:lnTo>
                  <a:lnTo>
                    <a:pt x="527202" y="404863"/>
                  </a:lnTo>
                  <a:lnTo>
                    <a:pt x="530491" y="403923"/>
                  </a:lnTo>
                  <a:lnTo>
                    <a:pt x="531977" y="404126"/>
                  </a:lnTo>
                  <a:lnTo>
                    <a:pt x="543572" y="402666"/>
                  </a:lnTo>
                  <a:lnTo>
                    <a:pt x="550519" y="398221"/>
                  </a:lnTo>
                  <a:lnTo>
                    <a:pt x="552462" y="391134"/>
                  </a:lnTo>
                  <a:close/>
                </a:path>
                <a:path w="1648459" h="600710">
                  <a:moveTo>
                    <a:pt x="603542" y="342519"/>
                  </a:moveTo>
                  <a:lnTo>
                    <a:pt x="601370" y="332930"/>
                  </a:lnTo>
                  <a:lnTo>
                    <a:pt x="591261" y="313042"/>
                  </a:lnTo>
                  <a:lnTo>
                    <a:pt x="588302" y="312508"/>
                  </a:lnTo>
                  <a:lnTo>
                    <a:pt x="585546" y="310502"/>
                  </a:lnTo>
                  <a:lnTo>
                    <a:pt x="580212" y="310286"/>
                  </a:lnTo>
                  <a:lnTo>
                    <a:pt x="577811" y="310718"/>
                  </a:lnTo>
                  <a:lnTo>
                    <a:pt x="574001" y="314617"/>
                  </a:lnTo>
                  <a:lnTo>
                    <a:pt x="573201" y="319112"/>
                  </a:lnTo>
                  <a:lnTo>
                    <a:pt x="571258" y="321830"/>
                  </a:lnTo>
                  <a:lnTo>
                    <a:pt x="580885" y="354304"/>
                  </a:lnTo>
                  <a:lnTo>
                    <a:pt x="580275" y="357314"/>
                  </a:lnTo>
                  <a:lnTo>
                    <a:pt x="585165" y="360438"/>
                  </a:lnTo>
                  <a:lnTo>
                    <a:pt x="588759" y="361873"/>
                  </a:lnTo>
                  <a:lnTo>
                    <a:pt x="595312" y="363829"/>
                  </a:lnTo>
                  <a:lnTo>
                    <a:pt x="601027" y="353301"/>
                  </a:lnTo>
                  <a:lnTo>
                    <a:pt x="603542" y="342519"/>
                  </a:lnTo>
                  <a:close/>
                </a:path>
                <a:path w="1648459" h="600710">
                  <a:moveTo>
                    <a:pt x="746531" y="308571"/>
                  </a:moveTo>
                  <a:lnTo>
                    <a:pt x="743508" y="287947"/>
                  </a:lnTo>
                  <a:lnTo>
                    <a:pt x="733323" y="267423"/>
                  </a:lnTo>
                  <a:lnTo>
                    <a:pt x="723379" y="253199"/>
                  </a:lnTo>
                  <a:lnTo>
                    <a:pt x="714921" y="241084"/>
                  </a:lnTo>
                  <a:lnTo>
                    <a:pt x="703834" y="230098"/>
                  </a:lnTo>
                  <a:lnTo>
                    <a:pt x="690791" y="222935"/>
                  </a:lnTo>
                  <a:lnTo>
                    <a:pt x="676402" y="220167"/>
                  </a:lnTo>
                  <a:lnTo>
                    <a:pt x="661276" y="222338"/>
                  </a:lnTo>
                  <a:lnTo>
                    <a:pt x="612635" y="239293"/>
                  </a:lnTo>
                  <a:lnTo>
                    <a:pt x="549732" y="277952"/>
                  </a:lnTo>
                  <a:lnTo>
                    <a:pt x="533450" y="289712"/>
                  </a:lnTo>
                  <a:lnTo>
                    <a:pt x="516953" y="301015"/>
                  </a:lnTo>
                  <a:lnTo>
                    <a:pt x="499351" y="310375"/>
                  </a:lnTo>
                  <a:lnTo>
                    <a:pt x="479412" y="316445"/>
                  </a:lnTo>
                  <a:lnTo>
                    <a:pt x="475919" y="316445"/>
                  </a:lnTo>
                  <a:lnTo>
                    <a:pt x="470420" y="321640"/>
                  </a:lnTo>
                  <a:lnTo>
                    <a:pt x="297281" y="442582"/>
                  </a:lnTo>
                  <a:lnTo>
                    <a:pt x="273227" y="468325"/>
                  </a:lnTo>
                  <a:lnTo>
                    <a:pt x="267195" y="474484"/>
                  </a:lnTo>
                  <a:lnTo>
                    <a:pt x="260591" y="479806"/>
                  </a:lnTo>
                  <a:lnTo>
                    <a:pt x="220929" y="508165"/>
                  </a:lnTo>
                  <a:lnTo>
                    <a:pt x="206146" y="521512"/>
                  </a:lnTo>
                  <a:lnTo>
                    <a:pt x="194094" y="538200"/>
                  </a:lnTo>
                  <a:lnTo>
                    <a:pt x="183870" y="545960"/>
                  </a:lnTo>
                  <a:lnTo>
                    <a:pt x="178574" y="556044"/>
                  </a:lnTo>
                  <a:lnTo>
                    <a:pt x="176491" y="567563"/>
                  </a:lnTo>
                  <a:lnTo>
                    <a:pt x="175933" y="579615"/>
                  </a:lnTo>
                  <a:lnTo>
                    <a:pt x="176517" y="591223"/>
                  </a:lnTo>
                  <a:lnTo>
                    <a:pt x="176555" y="591947"/>
                  </a:lnTo>
                  <a:lnTo>
                    <a:pt x="177685" y="600214"/>
                  </a:lnTo>
                  <a:lnTo>
                    <a:pt x="208838" y="600214"/>
                  </a:lnTo>
                  <a:lnTo>
                    <a:pt x="205854" y="591223"/>
                  </a:lnTo>
                  <a:lnTo>
                    <a:pt x="205346" y="581317"/>
                  </a:lnTo>
                  <a:lnTo>
                    <a:pt x="224624" y="544779"/>
                  </a:lnTo>
                  <a:lnTo>
                    <a:pt x="254330" y="517842"/>
                  </a:lnTo>
                  <a:lnTo>
                    <a:pt x="261048" y="513435"/>
                  </a:lnTo>
                  <a:lnTo>
                    <a:pt x="267716" y="508952"/>
                  </a:lnTo>
                  <a:lnTo>
                    <a:pt x="298602" y="484670"/>
                  </a:lnTo>
                  <a:lnTo>
                    <a:pt x="309054" y="467017"/>
                  </a:lnTo>
                  <a:lnTo>
                    <a:pt x="316725" y="463003"/>
                  </a:lnTo>
                  <a:lnTo>
                    <a:pt x="481088" y="348195"/>
                  </a:lnTo>
                  <a:lnTo>
                    <a:pt x="485762" y="343585"/>
                  </a:lnTo>
                  <a:lnTo>
                    <a:pt x="491998" y="343166"/>
                  </a:lnTo>
                  <a:lnTo>
                    <a:pt x="509879" y="337616"/>
                  </a:lnTo>
                  <a:lnTo>
                    <a:pt x="525957" y="328904"/>
                  </a:lnTo>
                  <a:lnTo>
                    <a:pt x="541058" y="318439"/>
                  </a:lnTo>
                  <a:lnTo>
                    <a:pt x="556018" y="307581"/>
                  </a:lnTo>
                  <a:lnTo>
                    <a:pt x="595604" y="279920"/>
                  </a:lnTo>
                  <a:lnTo>
                    <a:pt x="640930" y="260616"/>
                  </a:lnTo>
                  <a:lnTo>
                    <a:pt x="670966" y="253199"/>
                  </a:lnTo>
                  <a:lnTo>
                    <a:pt x="683006" y="255803"/>
                  </a:lnTo>
                  <a:lnTo>
                    <a:pt x="693686" y="262801"/>
                  </a:lnTo>
                  <a:lnTo>
                    <a:pt x="703694" y="273710"/>
                  </a:lnTo>
                  <a:lnTo>
                    <a:pt x="710730" y="287401"/>
                  </a:lnTo>
                  <a:lnTo>
                    <a:pt x="713397" y="301015"/>
                  </a:lnTo>
                  <a:lnTo>
                    <a:pt x="712978" y="314706"/>
                  </a:lnTo>
                  <a:lnTo>
                    <a:pt x="710806" y="328904"/>
                  </a:lnTo>
                  <a:lnTo>
                    <a:pt x="711352" y="335153"/>
                  </a:lnTo>
                  <a:lnTo>
                    <a:pt x="703986" y="341541"/>
                  </a:lnTo>
                  <a:lnTo>
                    <a:pt x="699325" y="346151"/>
                  </a:lnTo>
                  <a:lnTo>
                    <a:pt x="696150" y="350951"/>
                  </a:lnTo>
                  <a:lnTo>
                    <a:pt x="690537" y="352285"/>
                  </a:lnTo>
                  <a:lnTo>
                    <a:pt x="346379" y="595274"/>
                  </a:lnTo>
                  <a:lnTo>
                    <a:pt x="338734" y="600214"/>
                  </a:lnTo>
                  <a:lnTo>
                    <a:pt x="381685" y="600214"/>
                  </a:lnTo>
                  <a:lnTo>
                    <a:pt x="518718" y="504964"/>
                  </a:lnTo>
                  <a:lnTo>
                    <a:pt x="558342" y="478548"/>
                  </a:lnTo>
                  <a:lnTo>
                    <a:pt x="637298" y="424561"/>
                  </a:lnTo>
                  <a:lnTo>
                    <a:pt x="716775" y="369214"/>
                  </a:lnTo>
                  <a:lnTo>
                    <a:pt x="743915" y="329209"/>
                  </a:lnTo>
                  <a:lnTo>
                    <a:pt x="746531" y="308571"/>
                  </a:lnTo>
                  <a:close/>
                </a:path>
                <a:path w="1648459" h="600710">
                  <a:moveTo>
                    <a:pt x="1006754" y="60921"/>
                  </a:moveTo>
                  <a:lnTo>
                    <a:pt x="1005484" y="54292"/>
                  </a:lnTo>
                  <a:lnTo>
                    <a:pt x="1005420" y="53949"/>
                  </a:lnTo>
                  <a:lnTo>
                    <a:pt x="1001890" y="47155"/>
                  </a:lnTo>
                  <a:lnTo>
                    <a:pt x="997496" y="40640"/>
                  </a:lnTo>
                  <a:lnTo>
                    <a:pt x="993178" y="34036"/>
                  </a:lnTo>
                  <a:lnTo>
                    <a:pt x="989190" y="28244"/>
                  </a:lnTo>
                  <a:lnTo>
                    <a:pt x="984707" y="22555"/>
                  </a:lnTo>
                  <a:lnTo>
                    <a:pt x="973531" y="12141"/>
                  </a:lnTo>
                  <a:lnTo>
                    <a:pt x="964653" y="6337"/>
                  </a:lnTo>
                  <a:lnTo>
                    <a:pt x="964653" y="63563"/>
                  </a:lnTo>
                  <a:lnTo>
                    <a:pt x="964006" y="72161"/>
                  </a:lnTo>
                  <a:lnTo>
                    <a:pt x="961326" y="79971"/>
                  </a:lnTo>
                  <a:lnTo>
                    <a:pt x="956310" y="86893"/>
                  </a:lnTo>
                  <a:lnTo>
                    <a:pt x="950239" y="92240"/>
                  </a:lnTo>
                  <a:lnTo>
                    <a:pt x="944245" y="97688"/>
                  </a:lnTo>
                  <a:lnTo>
                    <a:pt x="938136" y="102984"/>
                  </a:lnTo>
                  <a:lnTo>
                    <a:pt x="931760" y="107861"/>
                  </a:lnTo>
                  <a:lnTo>
                    <a:pt x="897458" y="131826"/>
                  </a:lnTo>
                  <a:lnTo>
                    <a:pt x="887615" y="119227"/>
                  </a:lnTo>
                  <a:lnTo>
                    <a:pt x="879157" y="107861"/>
                  </a:lnTo>
                  <a:lnTo>
                    <a:pt x="872121" y="96558"/>
                  </a:lnTo>
                  <a:lnTo>
                    <a:pt x="872032" y="96405"/>
                  </a:lnTo>
                  <a:lnTo>
                    <a:pt x="871753" y="95961"/>
                  </a:lnTo>
                  <a:lnTo>
                    <a:pt x="897153" y="57378"/>
                  </a:lnTo>
                  <a:lnTo>
                    <a:pt x="931405" y="36245"/>
                  </a:lnTo>
                  <a:lnTo>
                    <a:pt x="941031" y="34036"/>
                  </a:lnTo>
                  <a:lnTo>
                    <a:pt x="950709" y="37160"/>
                  </a:lnTo>
                  <a:lnTo>
                    <a:pt x="958786" y="44335"/>
                  </a:lnTo>
                  <a:lnTo>
                    <a:pt x="963612" y="54292"/>
                  </a:lnTo>
                  <a:lnTo>
                    <a:pt x="964653" y="63563"/>
                  </a:lnTo>
                  <a:lnTo>
                    <a:pt x="964653" y="6337"/>
                  </a:lnTo>
                  <a:lnTo>
                    <a:pt x="961351" y="4165"/>
                  </a:lnTo>
                  <a:lnTo>
                    <a:pt x="947953" y="0"/>
                  </a:lnTo>
                  <a:lnTo>
                    <a:pt x="933069" y="1054"/>
                  </a:lnTo>
                  <a:lnTo>
                    <a:pt x="886510" y="20510"/>
                  </a:lnTo>
                  <a:lnTo>
                    <a:pt x="879081" y="26797"/>
                  </a:lnTo>
                  <a:lnTo>
                    <a:pt x="871105" y="32245"/>
                  </a:lnTo>
                  <a:lnTo>
                    <a:pt x="862926" y="37350"/>
                  </a:lnTo>
                  <a:lnTo>
                    <a:pt x="854862" y="42621"/>
                  </a:lnTo>
                  <a:lnTo>
                    <a:pt x="837857" y="55079"/>
                  </a:lnTo>
                  <a:lnTo>
                    <a:pt x="820597" y="67348"/>
                  </a:lnTo>
                  <a:lnTo>
                    <a:pt x="802259" y="77698"/>
                  </a:lnTo>
                  <a:lnTo>
                    <a:pt x="781989" y="84391"/>
                  </a:lnTo>
                  <a:lnTo>
                    <a:pt x="779614" y="84709"/>
                  </a:lnTo>
                  <a:lnTo>
                    <a:pt x="776058" y="87185"/>
                  </a:lnTo>
                  <a:lnTo>
                    <a:pt x="763854" y="95402"/>
                  </a:lnTo>
                  <a:lnTo>
                    <a:pt x="750671" y="100647"/>
                  </a:lnTo>
                  <a:lnTo>
                    <a:pt x="736828" y="103924"/>
                  </a:lnTo>
                  <a:lnTo>
                    <a:pt x="696963" y="110553"/>
                  </a:lnTo>
                  <a:lnTo>
                    <a:pt x="684352" y="112877"/>
                  </a:lnTo>
                  <a:lnTo>
                    <a:pt x="671741" y="115557"/>
                  </a:lnTo>
                  <a:lnTo>
                    <a:pt x="663359" y="117614"/>
                  </a:lnTo>
                  <a:lnTo>
                    <a:pt x="655091" y="119227"/>
                  </a:lnTo>
                  <a:lnTo>
                    <a:pt x="646747" y="119646"/>
                  </a:lnTo>
                  <a:lnTo>
                    <a:pt x="638187" y="118160"/>
                  </a:lnTo>
                  <a:lnTo>
                    <a:pt x="631990" y="117309"/>
                  </a:lnTo>
                  <a:lnTo>
                    <a:pt x="625665" y="118033"/>
                  </a:lnTo>
                  <a:lnTo>
                    <a:pt x="619379" y="120205"/>
                  </a:lnTo>
                  <a:lnTo>
                    <a:pt x="613321" y="123698"/>
                  </a:lnTo>
                  <a:lnTo>
                    <a:pt x="576605" y="149313"/>
                  </a:lnTo>
                  <a:lnTo>
                    <a:pt x="570928" y="152984"/>
                  </a:lnTo>
                  <a:lnTo>
                    <a:pt x="565048" y="156324"/>
                  </a:lnTo>
                  <a:lnTo>
                    <a:pt x="559346" y="158813"/>
                  </a:lnTo>
                  <a:lnTo>
                    <a:pt x="548144" y="161366"/>
                  </a:lnTo>
                  <a:lnTo>
                    <a:pt x="537908" y="165798"/>
                  </a:lnTo>
                  <a:lnTo>
                    <a:pt x="528307" y="171500"/>
                  </a:lnTo>
                  <a:lnTo>
                    <a:pt x="519023" y="177850"/>
                  </a:lnTo>
                  <a:lnTo>
                    <a:pt x="162560" y="427964"/>
                  </a:lnTo>
                  <a:lnTo>
                    <a:pt x="119240" y="458101"/>
                  </a:lnTo>
                  <a:lnTo>
                    <a:pt x="75222" y="487857"/>
                  </a:lnTo>
                  <a:lnTo>
                    <a:pt x="36004" y="522084"/>
                  </a:lnTo>
                  <a:lnTo>
                    <a:pt x="7137" y="562787"/>
                  </a:lnTo>
                  <a:lnTo>
                    <a:pt x="101" y="596493"/>
                  </a:lnTo>
                  <a:lnTo>
                    <a:pt x="0" y="597877"/>
                  </a:lnTo>
                  <a:lnTo>
                    <a:pt x="368" y="600214"/>
                  </a:lnTo>
                  <a:lnTo>
                    <a:pt x="30022" y="600214"/>
                  </a:lnTo>
                  <a:lnTo>
                    <a:pt x="29591" y="596493"/>
                  </a:lnTo>
                  <a:lnTo>
                    <a:pt x="31559" y="585025"/>
                  </a:lnTo>
                  <a:lnTo>
                    <a:pt x="57480" y="543052"/>
                  </a:lnTo>
                  <a:lnTo>
                    <a:pt x="86207" y="516788"/>
                  </a:lnTo>
                  <a:lnTo>
                    <a:pt x="530072" y="206743"/>
                  </a:lnTo>
                  <a:lnTo>
                    <a:pt x="566534" y="187807"/>
                  </a:lnTo>
                  <a:lnTo>
                    <a:pt x="576605" y="183730"/>
                  </a:lnTo>
                  <a:lnTo>
                    <a:pt x="585965" y="178447"/>
                  </a:lnTo>
                  <a:lnTo>
                    <a:pt x="594474" y="172300"/>
                  </a:lnTo>
                  <a:lnTo>
                    <a:pt x="602043" y="165595"/>
                  </a:lnTo>
                  <a:lnTo>
                    <a:pt x="620090" y="153187"/>
                  </a:lnTo>
                  <a:lnTo>
                    <a:pt x="639038" y="144183"/>
                  </a:lnTo>
                  <a:lnTo>
                    <a:pt x="658710" y="138341"/>
                  </a:lnTo>
                  <a:lnTo>
                    <a:pt x="678954" y="135420"/>
                  </a:lnTo>
                  <a:lnTo>
                    <a:pt x="701497" y="133388"/>
                  </a:lnTo>
                  <a:lnTo>
                    <a:pt x="723823" y="130543"/>
                  </a:lnTo>
                  <a:lnTo>
                    <a:pt x="746226" y="128155"/>
                  </a:lnTo>
                  <a:lnTo>
                    <a:pt x="768972" y="127520"/>
                  </a:lnTo>
                  <a:lnTo>
                    <a:pt x="775792" y="127927"/>
                  </a:lnTo>
                  <a:lnTo>
                    <a:pt x="776579" y="127520"/>
                  </a:lnTo>
                  <a:lnTo>
                    <a:pt x="783463" y="123926"/>
                  </a:lnTo>
                  <a:lnTo>
                    <a:pt x="789571" y="119646"/>
                  </a:lnTo>
                  <a:lnTo>
                    <a:pt x="797902" y="114973"/>
                  </a:lnTo>
                  <a:lnTo>
                    <a:pt x="813638" y="104305"/>
                  </a:lnTo>
                  <a:lnTo>
                    <a:pt x="822464" y="99275"/>
                  </a:lnTo>
                  <a:lnTo>
                    <a:pt x="829132" y="96558"/>
                  </a:lnTo>
                  <a:lnTo>
                    <a:pt x="835152" y="96405"/>
                  </a:lnTo>
                  <a:lnTo>
                    <a:pt x="840574" y="98907"/>
                  </a:lnTo>
                  <a:lnTo>
                    <a:pt x="845464" y="104152"/>
                  </a:lnTo>
                  <a:lnTo>
                    <a:pt x="878573" y="151549"/>
                  </a:lnTo>
                  <a:lnTo>
                    <a:pt x="868260" y="165214"/>
                  </a:lnTo>
                  <a:lnTo>
                    <a:pt x="857783" y="179349"/>
                  </a:lnTo>
                  <a:lnTo>
                    <a:pt x="846632" y="193205"/>
                  </a:lnTo>
                  <a:lnTo>
                    <a:pt x="834288" y="206032"/>
                  </a:lnTo>
                  <a:lnTo>
                    <a:pt x="826744" y="216890"/>
                  </a:lnTo>
                  <a:lnTo>
                    <a:pt x="822413" y="228434"/>
                  </a:lnTo>
                  <a:lnTo>
                    <a:pt x="820559" y="240690"/>
                  </a:lnTo>
                  <a:lnTo>
                    <a:pt x="820458" y="253644"/>
                  </a:lnTo>
                  <a:lnTo>
                    <a:pt x="820826" y="262661"/>
                  </a:lnTo>
                  <a:lnTo>
                    <a:pt x="821410" y="272110"/>
                  </a:lnTo>
                  <a:lnTo>
                    <a:pt x="821931" y="281838"/>
                  </a:lnTo>
                  <a:lnTo>
                    <a:pt x="822134" y="291680"/>
                  </a:lnTo>
                  <a:lnTo>
                    <a:pt x="822071" y="296202"/>
                  </a:lnTo>
                  <a:lnTo>
                    <a:pt x="821969" y="303555"/>
                  </a:lnTo>
                  <a:lnTo>
                    <a:pt x="819772" y="314769"/>
                  </a:lnTo>
                  <a:lnTo>
                    <a:pt x="815060" y="325526"/>
                  </a:lnTo>
                  <a:lnTo>
                    <a:pt x="807364" y="336016"/>
                  </a:lnTo>
                  <a:lnTo>
                    <a:pt x="802106" y="342468"/>
                  </a:lnTo>
                  <a:lnTo>
                    <a:pt x="797013" y="348805"/>
                  </a:lnTo>
                  <a:lnTo>
                    <a:pt x="792480" y="355231"/>
                  </a:lnTo>
                  <a:lnTo>
                    <a:pt x="788898" y="361975"/>
                  </a:lnTo>
                  <a:lnTo>
                    <a:pt x="782904" y="371132"/>
                  </a:lnTo>
                  <a:lnTo>
                    <a:pt x="776351" y="378929"/>
                  </a:lnTo>
                  <a:lnTo>
                    <a:pt x="768959" y="385851"/>
                  </a:lnTo>
                  <a:lnTo>
                    <a:pt x="760425" y="392341"/>
                  </a:lnTo>
                  <a:lnTo>
                    <a:pt x="750735" y="399110"/>
                  </a:lnTo>
                  <a:lnTo>
                    <a:pt x="747890" y="402450"/>
                  </a:lnTo>
                  <a:lnTo>
                    <a:pt x="737412" y="415925"/>
                  </a:lnTo>
                  <a:lnTo>
                    <a:pt x="724827" y="426834"/>
                  </a:lnTo>
                  <a:lnTo>
                    <a:pt x="711047" y="436384"/>
                  </a:lnTo>
                  <a:lnTo>
                    <a:pt x="697026" y="445757"/>
                  </a:lnTo>
                  <a:lnTo>
                    <a:pt x="647954" y="481050"/>
                  </a:lnTo>
                  <a:lnTo>
                    <a:pt x="624395" y="499478"/>
                  </a:lnTo>
                  <a:lnTo>
                    <a:pt x="602310" y="519798"/>
                  </a:lnTo>
                  <a:lnTo>
                    <a:pt x="596265" y="525513"/>
                  </a:lnTo>
                  <a:lnTo>
                    <a:pt x="589622" y="530923"/>
                  </a:lnTo>
                  <a:lnTo>
                    <a:pt x="582587" y="536117"/>
                  </a:lnTo>
                  <a:lnTo>
                    <a:pt x="490880" y="600214"/>
                  </a:lnTo>
                  <a:lnTo>
                    <a:pt x="541515" y="600214"/>
                  </a:lnTo>
                  <a:lnTo>
                    <a:pt x="589318" y="566839"/>
                  </a:lnTo>
                  <a:lnTo>
                    <a:pt x="625957" y="538657"/>
                  </a:lnTo>
                  <a:lnTo>
                    <a:pt x="643267" y="523087"/>
                  </a:lnTo>
                  <a:lnTo>
                    <a:pt x="660920" y="508304"/>
                  </a:lnTo>
                  <a:lnTo>
                    <a:pt x="679043" y="494169"/>
                  </a:lnTo>
                  <a:lnTo>
                    <a:pt x="697814" y="480580"/>
                  </a:lnTo>
                  <a:lnTo>
                    <a:pt x="720852" y="465226"/>
                  </a:lnTo>
                  <a:lnTo>
                    <a:pt x="744054" y="449414"/>
                  </a:lnTo>
                  <a:lnTo>
                    <a:pt x="765733" y="431457"/>
                  </a:lnTo>
                  <a:lnTo>
                    <a:pt x="784263" y="409702"/>
                  </a:lnTo>
                  <a:lnTo>
                    <a:pt x="797191" y="401345"/>
                  </a:lnTo>
                  <a:lnTo>
                    <a:pt x="807224" y="390385"/>
                  </a:lnTo>
                  <a:lnTo>
                    <a:pt x="816178" y="378218"/>
                  </a:lnTo>
                  <a:lnTo>
                    <a:pt x="825881" y="366229"/>
                  </a:lnTo>
                  <a:lnTo>
                    <a:pt x="842238" y="344563"/>
                  </a:lnTo>
                  <a:lnTo>
                    <a:pt x="853198" y="321322"/>
                  </a:lnTo>
                  <a:lnTo>
                    <a:pt x="857681" y="296202"/>
                  </a:lnTo>
                  <a:lnTo>
                    <a:pt x="854684" y="268935"/>
                  </a:lnTo>
                  <a:lnTo>
                    <a:pt x="854100" y="268109"/>
                  </a:lnTo>
                  <a:lnTo>
                    <a:pt x="854938" y="267525"/>
                  </a:lnTo>
                  <a:lnTo>
                    <a:pt x="853719" y="265785"/>
                  </a:lnTo>
                  <a:lnTo>
                    <a:pt x="854252" y="249262"/>
                  </a:lnTo>
                  <a:lnTo>
                    <a:pt x="858164" y="233705"/>
                  </a:lnTo>
                  <a:lnTo>
                    <a:pt x="865759" y="219227"/>
                  </a:lnTo>
                  <a:lnTo>
                    <a:pt x="877366" y="206032"/>
                  </a:lnTo>
                  <a:lnTo>
                    <a:pt x="881481" y="200545"/>
                  </a:lnTo>
                  <a:lnTo>
                    <a:pt x="887234" y="193941"/>
                  </a:lnTo>
                  <a:lnTo>
                    <a:pt x="891895" y="189331"/>
                  </a:lnTo>
                  <a:lnTo>
                    <a:pt x="906729" y="173177"/>
                  </a:lnTo>
                  <a:lnTo>
                    <a:pt x="921143" y="156972"/>
                  </a:lnTo>
                  <a:lnTo>
                    <a:pt x="936510" y="141795"/>
                  </a:lnTo>
                  <a:lnTo>
                    <a:pt x="950074" y="131826"/>
                  </a:lnTo>
                  <a:lnTo>
                    <a:pt x="954239" y="128765"/>
                  </a:lnTo>
                  <a:lnTo>
                    <a:pt x="968921" y="117106"/>
                  </a:lnTo>
                  <a:lnTo>
                    <a:pt x="981151" y="103479"/>
                  </a:lnTo>
                  <a:lnTo>
                    <a:pt x="991971" y="88861"/>
                  </a:lnTo>
                  <a:lnTo>
                    <a:pt x="1002449" y="74256"/>
                  </a:lnTo>
                  <a:lnTo>
                    <a:pt x="1005789" y="67792"/>
                  </a:lnTo>
                  <a:lnTo>
                    <a:pt x="1006754" y="60921"/>
                  </a:lnTo>
                  <a:close/>
                </a:path>
                <a:path w="1648459" h="600710">
                  <a:moveTo>
                    <a:pt x="1648282" y="384314"/>
                  </a:moveTo>
                  <a:lnTo>
                    <a:pt x="1648155" y="379234"/>
                  </a:lnTo>
                  <a:lnTo>
                    <a:pt x="1648028" y="374154"/>
                  </a:lnTo>
                  <a:lnTo>
                    <a:pt x="1647901" y="369074"/>
                  </a:lnTo>
                  <a:lnTo>
                    <a:pt x="1647786" y="363994"/>
                  </a:lnTo>
                  <a:lnTo>
                    <a:pt x="1647659" y="358914"/>
                  </a:lnTo>
                  <a:lnTo>
                    <a:pt x="1647532" y="353834"/>
                  </a:lnTo>
                  <a:lnTo>
                    <a:pt x="1645424" y="322084"/>
                  </a:lnTo>
                  <a:lnTo>
                    <a:pt x="1635785" y="261124"/>
                  </a:lnTo>
                  <a:lnTo>
                    <a:pt x="1611591" y="225729"/>
                  </a:lnTo>
                  <a:lnTo>
                    <a:pt x="1611591" y="344944"/>
                  </a:lnTo>
                  <a:lnTo>
                    <a:pt x="1611566" y="374154"/>
                  </a:lnTo>
                  <a:lnTo>
                    <a:pt x="1611452" y="380504"/>
                  </a:lnTo>
                  <a:lnTo>
                    <a:pt x="1609737" y="391934"/>
                  </a:lnTo>
                  <a:lnTo>
                    <a:pt x="1606765" y="403364"/>
                  </a:lnTo>
                  <a:lnTo>
                    <a:pt x="1602943" y="416064"/>
                  </a:lnTo>
                  <a:lnTo>
                    <a:pt x="1598726" y="431304"/>
                  </a:lnTo>
                  <a:lnTo>
                    <a:pt x="1590344" y="426224"/>
                  </a:lnTo>
                  <a:lnTo>
                    <a:pt x="1583093" y="421144"/>
                  </a:lnTo>
                  <a:lnTo>
                    <a:pt x="1576654" y="414794"/>
                  </a:lnTo>
                  <a:lnTo>
                    <a:pt x="1570723" y="409714"/>
                  </a:lnTo>
                  <a:lnTo>
                    <a:pt x="1570609" y="466864"/>
                  </a:lnTo>
                  <a:lnTo>
                    <a:pt x="1566633" y="479564"/>
                  </a:lnTo>
                  <a:lnTo>
                    <a:pt x="1565160" y="482104"/>
                  </a:lnTo>
                  <a:lnTo>
                    <a:pt x="1564957" y="485914"/>
                  </a:lnTo>
                  <a:lnTo>
                    <a:pt x="1563484" y="488454"/>
                  </a:lnTo>
                  <a:lnTo>
                    <a:pt x="1554187" y="492264"/>
                  </a:lnTo>
                  <a:lnTo>
                    <a:pt x="1551292" y="485914"/>
                  </a:lnTo>
                  <a:lnTo>
                    <a:pt x="1545412" y="483374"/>
                  </a:lnTo>
                  <a:lnTo>
                    <a:pt x="1538097" y="478066"/>
                  </a:lnTo>
                  <a:lnTo>
                    <a:pt x="1538097" y="516394"/>
                  </a:lnTo>
                  <a:lnTo>
                    <a:pt x="1517891" y="527824"/>
                  </a:lnTo>
                  <a:lnTo>
                    <a:pt x="1499311" y="537984"/>
                  </a:lnTo>
                  <a:lnTo>
                    <a:pt x="1481670" y="546874"/>
                  </a:lnTo>
                  <a:lnTo>
                    <a:pt x="1464348" y="554494"/>
                  </a:lnTo>
                  <a:lnTo>
                    <a:pt x="1450797" y="557034"/>
                  </a:lnTo>
                  <a:lnTo>
                    <a:pt x="1444142" y="557034"/>
                  </a:lnTo>
                  <a:lnTo>
                    <a:pt x="1437855" y="558304"/>
                  </a:lnTo>
                  <a:lnTo>
                    <a:pt x="1415084" y="558304"/>
                  </a:lnTo>
                  <a:lnTo>
                    <a:pt x="1392720" y="557034"/>
                  </a:lnTo>
                  <a:lnTo>
                    <a:pt x="1370711" y="553224"/>
                  </a:lnTo>
                  <a:lnTo>
                    <a:pt x="1349006" y="546874"/>
                  </a:lnTo>
                  <a:lnTo>
                    <a:pt x="1319390" y="539254"/>
                  </a:lnTo>
                  <a:lnTo>
                    <a:pt x="1288186" y="529094"/>
                  </a:lnTo>
                  <a:lnTo>
                    <a:pt x="1269631" y="521474"/>
                  </a:lnTo>
                  <a:lnTo>
                    <a:pt x="1252385" y="510044"/>
                  </a:lnTo>
                  <a:lnTo>
                    <a:pt x="1235621" y="497344"/>
                  </a:lnTo>
                  <a:lnTo>
                    <a:pt x="1218577" y="485914"/>
                  </a:lnTo>
                  <a:lnTo>
                    <a:pt x="1215478" y="483374"/>
                  </a:lnTo>
                  <a:lnTo>
                    <a:pt x="1214628" y="478294"/>
                  </a:lnTo>
                  <a:lnTo>
                    <a:pt x="1211326" y="474484"/>
                  </a:lnTo>
                  <a:lnTo>
                    <a:pt x="1188135" y="408444"/>
                  </a:lnTo>
                  <a:lnTo>
                    <a:pt x="1178839" y="339864"/>
                  </a:lnTo>
                  <a:lnTo>
                    <a:pt x="1178661" y="334784"/>
                  </a:lnTo>
                  <a:lnTo>
                    <a:pt x="1178572" y="332244"/>
                  </a:lnTo>
                  <a:lnTo>
                    <a:pt x="1178712" y="330974"/>
                  </a:lnTo>
                  <a:lnTo>
                    <a:pt x="1179385" y="324624"/>
                  </a:lnTo>
                  <a:lnTo>
                    <a:pt x="1180490" y="317004"/>
                  </a:lnTo>
                  <a:lnTo>
                    <a:pt x="1180922" y="310654"/>
                  </a:lnTo>
                  <a:lnTo>
                    <a:pt x="1181011" y="309384"/>
                  </a:lnTo>
                  <a:lnTo>
                    <a:pt x="1181100" y="308114"/>
                  </a:lnTo>
                  <a:lnTo>
                    <a:pt x="1218196" y="320814"/>
                  </a:lnTo>
                  <a:lnTo>
                    <a:pt x="1246581" y="338594"/>
                  </a:lnTo>
                  <a:lnTo>
                    <a:pt x="1256512" y="342404"/>
                  </a:lnTo>
                  <a:lnTo>
                    <a:pt x="1267117" y="347484"/>
                  </a:lnTo>
                  <a:lnTo>
                    <a:pt x="1274089" y="350024"/>
                  </a:lnTo>
                  <a:lnTo>
                    <a:pt x="1280833" y="352564"/>
                  </a:lnTo>
                  <a:lnTo>
                    <a:pt x="1287170" y="357644"/>
                  </a:lnTo>
                  <a:lnTo>
                    <a:pt x="1292948" y="361454"/>
                  </a:lnTo>
                  <a:lnTo>
                    <a:pt x="1309395" y="374154"/>
                  </a:lnTo>
                  <a:lnTo>
                    <a:pt x="1325613" y="385584"/>
                  </a:lnTo>
                  <a:lnTo>
                    <a:pt x="1342555" y="395744"/>
                  </a:lnTo>
                  <a:lnTo>
                    <a:pt x="1361224" y="403364"/>
                  </a:lnTo>
                  <a:lnTo>
                    <a:pt x="1372539" y="408444"/>
                  </a:lnTo>
                  <a:lnTo>
                    <a:pt x="1383487" y="417334"/>
                  </a:lnTo>
                  <a:lnTo>
                    <a:pt x="1407642" y="433844"/>
                  </a:lnTo>
                  <a:lnTo>
                    <a:pt x="1420647" y="440194"/>
                  </a:lnTo>
                  <a:lnTo>
                    <a:pt x="1435125" y="445274"/>
                  </a:lnTo>
                  <a:lnTo>
                    <a:pt x="1438630" y="445274"/>
                  </a:lnTo>
                  <a:lnTo>
                    <a:pt x="1538097" y="516394"/>
                  </a:lnTo>
                  <a:lnTo>
                    <a:pt x="1538097" y="478066"/>
                  </a:lnTo>
                  <a:lnTo>
                    <a:pt x="1468462" y="427494"/>
                  </a:lnTo>
                  <a:lnTo>
                    <a:pt x="1460106" y="421144"/>
                  </a:lnTo>
                  <a:lnTo>
                    <a:pt x="1451698" y="416064"/>
                  </a:lnTo>
                  <a:lnTo>
                    <a:pt x="1442796" y="412254"/>
                  </a:lnTo>
                  <a:lnTo>
                    <a:pt x="1432966" y="409714"/>
                  </a:lnTo>
                  <a:lnTo>
                    <a:pt x="1425714" y="407174"/>
                  </a:lnTo>
                  <a:lnTo>
                    <a:pt x="1418983" y="404634"/>
                  </a:lnTo>
                  <a:lnTo>
                    <a:pt x="1412621" y="400824"/>
                  </a:lnTo>
                  <a:lnTo>
                    <a:pt x="1406436" y="397014"/>
                  </a:lnTo>
                  <a:lnTo>
                    <a:pt x="1379651" y="379234"/>
                  </a:lnTo>
                  <a:lnTo>
                    <a:pt x="1365935" y="370344"/>
                  </a:lnTo>
                  <a:lnTo>
                    <a:pt x="1351407" y="363994"/>
                  </a:lnTo>
                  <a:lnTo>
                    <a:pt x="1341272" y="360184"/>
                  </a:lnTo>
                  <a:lnTo>
                    <a:pt x="1331899" y="353834"/>
                  </a:lnTo>
                  <a:lnTo>
                    <a:pt x="1313802" y="338594"/>
                  </a:lnTo>
                  <a:lnTo>
                    <a:pt x="1302321" y="332244"/>
                  </a:lnTo>
                  <a:lnTo>
                    <a:pt x="1291145" y="324624"/>
                  </a:lnTo>
                  <a:lnTo>
                    <a:pt x="1279499" y="319544"/>
                  </a:lnTo>
                  <a:lnTo>
                    <a:pt x="1266583" y="315734"/>
                  </a:lnTo>
                  <a:lnTo>
                    <a:pt x="1260957" y="314464"/>
                  </a:lnTo>
                  <a:lnTo>
                    <a:pt x="1256538" y="309384"/>
                  </a:lnTo>
                  <a:lnTo>
                    <a:pt x="1251775" y="308114"/>
                  </a:lnTo>
                  <a:lnTo>
                    <a:pt x="1239697" y="301764"/>
                  </a:lnTo>
                  <a:lnTo>
                    <a:pt x="1228178" y="296684"/>
                  </a:lnTo>
                  <a:lnTo>
                    <a:pt x="1216837" y="290334"/>
                  </a:lnTo>
                  <a:lnTo>
                    <a:pt x="1205255" y="283984"/>
                  </a:lnTo>
                  <a:lnTo>
                    <a:pt x="1193939" y="275094"/>
                  </a:lnTo>
                  <a:lnTo>
                    <a:pt x="1195324" y="267474"/>
                  </a:lnTo>
                  <a:lnTo>
                    <a:pt x="1197000" y="261124"/>
                  </a:lnTo>
                  <a:lnTo>
                    <a:pt x="1200708" y="256044"/>
                  </a:lnTo>
                  <a:lnTo>
                    <a:pt x="1214437" y="257314"/>
                  </a:lnTo>
                  <a:lnTo>
                    <a:pt x="1274064" y="270014"/>
                  </a:lnTo>
                  <a:lnTo>
                    <a:pt x="1324356" y="291604"/>
                  </a:lnTo>
                  <a:lnTo>
                    <a:pt x="1334338" y="297954"/>
                  </a:lnTo>
                  <a:lnTo>
                    <a:pt x="1338199" y="299224"/>
                  </a:lnTo>
                  <a:lnTo>
                    <a:pt x="1374114" y="317004"/>
                  </a:lnTo>
                  <a:lnTo>
                    <a:pt x="1394104" y="332244"/>
                  </a:lnTo>
                  <a:lnTo>
                    <a:pt x="1404213" y="338594"/>
                  </a:lnTo>
                  <a:lnTo>
                    <a:pt x="1415148" y="344944"/>
                  </a:lnTo>
                  <a:lnTo>
                    <a:pt x="1426819" y="348754"/>
                  </a:lnTo>
                  <a:lnTo>
                    <a:pt x="1433131" y="351294"/>
                  </a:lnTo>
                  <a:lnTo>
                    <a:pt x="1439087" y="355104"/>
                  </a:lnTo>
                  <a:lnTo>
                    <a:pt x="1444955" y="358914"/>
                  </a:lnTo>
                  <a:lnTo>
                    <a:pt x="1450962" y="362724"/>
                  </a:lnTo>
                  <a:lnTo>
                    <a:pt x="1475600" y="380504"/>
                  </a:lnTo>
                  <a:lnTo>
                    <a:pt x="1500365" y="399554"/>
                  </a:lnTo>
                  <a:lnTo>
                    <a:pt x="1550428" y="435114"/>
                  </a:lnTo>
                  <a:lnTo>
                    <a:pt x="1562595" y="444004"/>
                  </a:lnTo>
                  <a:lnTo>
                    <a:pt x="1569300" y="454164"/>
                  </a:lnTo>
                  <a:lnTo>
                    <a:pt x="1570609" y="466864"/>
                  </a:lnTo>
                  <a:lnTo>
                    <a:pt x="1570609" y="409638"/>
                  </a:lnTo>
                  <a:lnTo>
                    <a:pt x="1490687" y="351294"/>
                  </a:lnTo>
                  <a:lnTo>
                    <a:pt x="1475511" y="339864"/>
                  </a:lnTo>
                  <a:lnTo>
                    <a:pt x="1460207" y="329704"/>
                  </a:lnTo>
                  <a:lnTo>
                    <a:pt x="1443990" y="320814"/>
                  </a:lnTo>
                  <a:lnTo>
                    <a:pt x="1422273" y="314464"/>
                  </a:lnTo>
                  <a:lnTo>
                    <a:pt x="1418120" y="310654"/>
                  </a:lnTo>
                  <a:lnTo>
                    <a:pt x="1395755" y="295414"/>
                  </a:lnTo>
                  <a:lnTo>
                    <a:pt x="1371765" y="281444"/>
                  </a:lnTo>
                  <a:lnTo>
                    <a:pt x="1347330" y="267474"/>
                  </a:lnTo>
                  <a:lnTo>
                    <a:pt x="1327950" y="256044"/>
                  </a:lnTo>
                  <a:lnTo>
                    <a:pt x="1288643" y="242074"/>
                  </a:lnTo>
                  <a:lnTo>
                    <a:pt x="1276388" y="240804"/>
                  </a:lnTo>
                  <a:lnTo>
                    <a:pt x="1262405" y="240804"/>
                  </a:lnTo>
                  <a:lnTo>
                    <a:pt x="1248752" y="238264"/>
                  </a:lnTo>
                  <a:lnTo>
                    <a:pt x="1235075" y="234454"/>
                  </a:lnTo>
                  <a:lnTo>
                    <a:pt x="1221066" y="229374"/>
                  </a:lnTo>
                  <a:lnTo>
                    <a:pt x="1225067" y="215404"/>
                  </a:lnTo>
                  <a:lnTo>
                    <a:pt x="1252461" y="188734"/>
                  </a:lnTo>
                  <a:lnTo>
                    <a:pt x="1295755" y="168414"/>
                  </a:lnTo>
                  <a:lnTo>
                    <a:pt x="1329677" y="160794"/>
                  </a:lnTo>
                  <a:lnTo>
                    <a:pt x="1348562" y="156984"/>
                  </a:lnTo>
                  <a:lnTo>
                    <a:pt x="1367561" y="154444"/>
                  </a:lnTo>
                  <a:lnTo>
                    <a:pt x="1386586" y="154444"/>
                  </a:lnTo>
                  <a:lnTo>
                    <a:pt x="1432153" y="159524"/>
                  </a:lnTo>
                  <a:lnTo>
                    <a:pt x="1475028" y="174764"/>
                  </a:lnTo>
                  <a:lnTo>
                    <a:pt x="1533588" y="206514"/>
                  </a:lnTo>
                  <a:lnTo>
                    <a:pt x="1560283" y="226834"/>
                  </a:lnTo>
                  <a:lnTo>
                    <a:pt x="1587182" y="245884"/>
                  </a:lnTo>
                  <a:lnTo>
                    <a:pt x="1607451" y="297954"/>
                  </a:lnTo>
                  <a:lnTo>
                    <a:pt x="1611591" y="344944"/>
                  </a:lnTo>
                  <a:lnTo>
                    <a:pt x="1611591" y="225729"/>
                  </a:lnTo>
                  <a:lnTo>
                    <a:pt x="1595247" y="214134"/>
                  </a:lnTo>
                  <a:lnTo>
                    <a:pt x="1569720" y="195084"/>
                  </a:lnTo>
                  <a:lnTo>
                    <a:pt x="1543850" y="177304"/>
                  </a:lnTo>
                  <a:lnTo>
                    <a:pt x="1517764" y="158254"/>
                  </a:lnTo>
                  <a:lnTo>
                    <a:pt x="1501241" y="154444"/>
                  </a:lnTo>
                  <a:lnTo>
                    <a:pt x="1485811" y="149364"/>
                  </a:lnTo>
                  <a:lnTo>
                    <a:pt x="1455115" y="135394"/>
                  </a:lnTo>
                  <a:lnTo>
                    <a:pt x="1444193" y="130314"/>
                  </a:lnTo>
                  <a:lnTo>
                    <a:pt x="1432509" y="127774"/>
                  </a:lnTo>
                  <a:lnTo>
                    <a:pt x="1420787" y="127774"/>
                  </a:lnTo>
                  <a:lnTo>
                    <a:pt x="1409687" y="129044"/>
                  </a:lnTo>
                  <a:lnTo>
                    <a:pt x="1391539" y="130314"/>
                  </a:lnTo>
                  <a:lnTo>
                    <a:pt x="1373225" y="132854"/>
                  </a:lnTo>
                  <a:lnTo>
                    <a:pt x="1336357" y="135394"/>
                  </a:lnTo>
                  <a:lnTo>
                    <a:pt x="1310970" y="136664"/>
                  </a:lnTo>
                  <a:lnTo>
                    <a:pt x="1287437" y="141744"/>
                  </a:lnTo>
                  <a:lnTo>
                    <a:pt x="1242326" y="159524"/>
                  </a:lnTo>
                  <a:lnTo>
                    <a:pt x="1206131" y="187464"/>
                  </a:lnTo>
                  <a:lnTo>
                    <a:pt x="1198918" y="198894"/>
                  </a:lnTo>
                  <a:lnTo>
                    <a:pt x="1193952" y="202704"/>
                  </a:lnTo>
                  <a:lnTo>
                    <a:pt x="1179461" y="209054"/>
                  </a:lnTo>
                  <a:lnTo>
                    <a:pt x="1168958" y="219214"/>
                  </a:lnTo>
                  <a:lnTo>
                    <a:pt x="1161580" y="230644"/>
                  </a:lnTo>
                  <a:lnTo>
                    <a:pt x="1156462" y="245884"/>
                  </a:lnTo>
                  <a:lnTo>
                    <a:pt x="1153718" y="250964"/>
                  </a:lnTo>
                  <a:lnTo>
                    <a:pt x="1148346" y="256044"/>
                  </a:lnTo>
                  <a:lnTo>
                    <a:pt x="1141628" y="266204"/>
                  </a:lnTo>
                  <a:lnTo>
                    <a:pt x="1136865" y="270014"/>
                  </a:lnTo>
                  <a:lnTo>
                    <a:pt x="1116596" y="313194"/>
                  </a:lnTo>
                  <a:lnTo>
                    <a:pt x="1111237" y="324624"/>
                  </a:lnTo>
                  <a:lnTo>
                    <a:pt x="1106411" y="334784"/>
                  </a:lnTo>
                  <a:lnTo>
                    <a:pt x="1102042" y="346214"/>
                  </a:lnTo>
                  <a:lnTo>
                    <a:pt x="1098105" y="356374"/>
                  </a:lnTo>
                  <a:lnTo>
                    <a:pt x="1093812" y="366534"/>
                  </a:lnTo>
                  <a:lnTo>
                    <a:pt x="1091158" y="376694"/>
                  </a:lnTo>
                  <a:lnTo>
                    <a:pt x="1090066" y="388124"/>
                  </a:lnTo>
                  <a:lnTo>
                    <a:pt x="1090193" y="391934"/>
                  </a:lnTo>
                  <a:lnTo>
                    <a:pt x="1090282" y="394474"/>
                  </a:lnTo>
                  <a:lnTo>
                    <a:pt x="1090371" y="397014"/>
                  </a:lnTo>
                  <a:lnTo>
                    <a:pt x="1096111" y="450354"/>
                  </a:lnTo>
                  <a:lnTo>
                    <a:pt x="1118260" y="498614"/>
                  </a:lnTo>
                  <a:lnTo>
                    <a:pt x="1119886" y="503694"/>
                  </a:lnTo>
                  <a:lnTo>
                    <a:pt x="1123264" y="507504"/>
                  </a:lnTo>
                  <a:lnTo>
                    <a:pt x="1125093" y="512584"/>
                  </a:lnTo>
                  <a:lnTo>
                    <a:pt x="1135189" y="530364"/>
                  </a:lnTo>
                  <a:lnTo>
                    <a:pt x="1146556" y="544334"/>
                  </a:lnTo>
                  <a:lnTo>
                    <a:pt x="1159725" y="558304"/>
                  </a:lnTo>
                  <a:lnTo>
                    <a:pt x="1175258" y="571004"/>
                  </a:lnTo>
                  <a:lnTo>
                    <a:pt x="1216088" y="600214"/>
                  </a:lnTo>
                  <a:lnTo>
                    <a:pt x="1265770" y="600214"/>
                  </a:lnTo>
                  <a:lnTo>
                    <a:pt x="1176947" y="536714"/>
                  </a:lnTo>
                  <a:lnTo>
                    <a:pt x="1158290" y="510044"/>
                  </a:lnTo>
                  <a:lnTo>
                    <a:pt x="1141920" y="482104"/>
                  </a:lnTo>
                  <a:lnTo>
                    <a:pt x="1129322" y="452894"/>
                  </a:lnTo>
                  <a:lnTo>
                    <a:pt x="1121994" y="419874"/>
                  </a:lnTo>
                  <a:lnTo>
                    <a:pt x="1121397" y="409714"/>
                  </a:lnTo>
                  <a:lnTo>
                    <a:pt x="1121524" y="400824"/>
                  </a:lnTo>
                  <a:lnTo>
                    <a:pt x="1121575" y="399554"/>
                  </a:lnTo>
                  <a:lnTo>
                    <a:pt x="1121676" y="397014"/>
                  </a:lnTo>
                  <a:lnTo>
                    <a:pt x="1121791" y="394474"/>
                  </a:lnTo>
                  <a:lnTo>
                    <a:pt x="1121841" y="393204"/>
                  </a:lnTo>
                  <a:lnTo>
                    <a:pt x="1123289" y="380504"/>
                  </a:lnTo>
                  <a:lnTo>
                    <a:pt x="1125131" y="366534"/>
                  </a:lnTo>
                  <a:lnTo>
                    <a:pt x="1125601" y="363994"/>
                  </a:lnTo>
                  <a:lnTo>
                    <a:pt x="1128534" y="358914"/>
                  </a:lnTo>
                  <a:lnTo>
                    <a:pt x="1130503" y="355104"/>
                  </a:lnTo>
                  <a:lnTo>
                    <a:pt x="1132446" y="350024"/>
                  </a:lnTo>
                  <a:lnTo>
                    <a:pt x="1131887" y="346214"/>
                  </a:lnTo>
                  <a:lnTo>
                    <a:pt x="1133830" y="341134"/>
                  </a:lnTo>
                  <a:lnTo>
                    <a:pt x="1135303" y="339864"/>
                  </a:lnTo>
                  <a:lnTo>
                    <a:pt x="1133475" y="333514"/>
                  </a:lnTo>
                  <a:lnTo>
                    <a:pt x="1141247" y="330974"/>
                  </a:lnTo>
                  <a:lnTo>
                    <a:pt x="1144917" y="350024"/>
                  </a:lnTo>
                  <a:lnTo>
                    <a:pt x="1148359" y="369074"/>
                  </a:lnTo>
                  <a:lnTo>
                    <a:pt x="1151255" y="388124"/>
                  </a:lnTo>
                  <a:lnTo>
                    <a:pt x="1153375" y="407174"/>
                  </a:lnTo>
                  <a:lnTo>
                    <a:pt x="1157935" y="430034"/>
                  </a:lnTo>
                  <a:lnTo>
                    <a:pt x="1164983" y="451624"/>
                  </a:lnTo>
                  <a:lnTo>
                    <a:pt x="1173848" y="473214"/>
                  </a:lnTo>
                  <a:lnTo>
                    <a:pt x="1183817" y="494804"/>
                  </a:lnTo>
                  <a:lnTo>
                    <a:pt x="1185938" y="502424"/>
                  </a:lnTo>
                  <a:lnTo>
                    <a:pt x="1249540" y="548144"/>
                  </a:lnTo>
                  <a:lnTo>
                    <a:pt x="1264005" y="557034"/>
                  </a:lnTo>
                  <a:lnTo>
                    <a:pt x="1279436" y="563384"/>
                  </a:lnTo>
                  <a:lnTo>
                    <a:pt x="1311186" y="571004"/>
                  </a:lnTo>
                  <a:lnTo>
                    <a:pt x="1323149" y="574814"/>
                  </a:lnTo>
                  <a:lnTo>
                    <a:pt x="1334617" y="578624"/>
                  </a:lnTo>
                  <a:lnTo>
                    <a:pt x="1345552" y="581164"/>
                  </a:lnTo>
                  <a:lnTo>
                    <a:pt x="1355940" y="584974"/>
                  </a:lnTo>
                  <a:lnTo>
                    <a:pt x="1370965" y="588784"/>
                  </a:lnTo>
                  <a:lnTo>
                    <a:pt x="1385900" y="590054"/>
                  </a:lnTo>
                  <a:lnTo>
                    <a:pt x="1400822" y="590054"/>
                  </a:lnTo>
                  <a:lnTo>
                    <a:pt x="1415808" y="591324"/>
                  </a:lnTo>
                  <a:lnTo>
                    <a:pt x="1438071" y="591324"/>
                  </a:lnTo>
                  <a:lnTo>
                    <a:pt x="1449171" y="590054"/>
                  </a:lnTo>
                  <a:lnTo>
                    <a:pt x="1460119" y="590054"/>
                  </a:lnTo>
                  <a:lnTo>
                    <a:pt x="1462646" y="588784"/>
                  </a:lnTo>
                  <a:lnTo>
                    <a:pt x="1465732" y="591324"/>
                  </a:lnTo>
                  <a:lnTo>
                    <a:pt x="1472336" y="592594"/>
                  </a:lnTo>
                  <a:lnTo>
                    <a:pt x="1457375" y="600214"/>
                  </a:lnTo>
                  <a:lnTo>
                    <a:pt x="1516138" y="600214"/>
                  </a:lnTo>
                  <a:lnTo>
                    <a:pt x="1555089" y="558304"/>
                  </a:lnTo>
                  <a:lnTo>
                    <a:pt x="1561211" y="546874"/>
                  </a:lnTo>
                  <a:lnTo>
                    <a:pt x="1565897" y="543064"/>
                  </a:lnTo>
                  <a:lnTo>
                    <a:pt x="1594027" y="515124"/>
                  </a:lnTo>
                  <a:lnTo>
                    <a:pt x="1628203" y="457974"/>
                  </a:lnTo>
                  <a:lnTo>
                    <a:pt x="1637753" y="431304"/>
                  </a:lnTo>
                  <a:lnTo>
                    <a:pt x="1639582" y="426224"/>
                  </a:lnTo>
                  <a:lnTo>
                    <a:pt x="1642275" y="416064"/>
                  </a:lnTo>
                  <a:lnTo>
                    <a:pt x="1644980" y="404634"/>
                  </a:lnTo>
                  <a:lnTo>
                    <a:pt x="1647151" y="394474"/>
                  </a:lnTo>
                  <a:lnTo>
                    <a:pt x="1648282" y="384314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03190" y="1318259"/>
            <a:ext cx="6917690" cy="307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" panose="020B0604020202090204"/>
              <a:buChar char="•"/>
              <a:tabLst>
                <a:tab pos="354965" algn="l"/>
              </a:tabLst>
            </a:pP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BMI: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measurement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00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person's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Body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75" dirty="0">
                <a:solidFill>
                  <a:srgbClr val="0A1533"/>
                </a:solidFill>
                <a:latin typeface="+mn-lt"/>
                <a:cs typeface="+mn-lt"/>
              </a:rPr>
              <a:t>Mass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Index,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measured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in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kg/m</a:t>
            </a:r>
            <a:r>
              <a:rPr sz="1800" spc="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squared.</a:t>
            </a:r>
            <a:endParaRPr sz="1800">
              <a:latin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0A1533"/>
              </a:buClr>
              <a:buFont typeface="Arial" panose="020B0604020202090204"/>
              <a:buChar char="•"/>
            </a:pPr>
            <a:endParaRPr sz="1800">
              <a:latin typeface="+mn-lt"/>
              <a:cs typeface="+mn-lt"/>
            </a:endParaRPr>
          </a:p>
          <a:p>
            <a:pPr marL="354965" marR="361950" indent="-342900">
              <a:lnSpc>
                <a:spcPct val="100000"/>
              </a:lnSpc>
              <a:buFont typeface="Arial" panose="020B0604020202090204"/>
              <a:buChar char="•"/>
              <a:tabLst>
                <a:tab pos="354965" algn="l"/>
              </a:tabLst>
            </a:pP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was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originally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00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numerical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variable,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but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we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recoded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it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into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"BMIlevels",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which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70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00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categorical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variable.</a:t>
            </a:r>
            <a:endParaRPr sz="1800">
              <a:latin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0A1533"/>
              </a:buClr>
              <a:buFont typeface="Arial" panose="020B0604020202090204"/>
              <a:buChar char="•"/>
            </a:pPr>
            <a:endParaRPr sz="1800">
              <a:latin typeface="+mn-lt"/>
              <a:cs typeface="+mn-lt"/>
            </a:endParaRPr>
          </a:p>
          <a:p>
            <a:pPr marL="354965" indent="-342265">
              <a:lnSpc>
                <a:spcPct val="100000"/>
              </a:lnSpc>
              <a:buFont typeface="Arial" panose="020B0604020202090204"/>
              <a:buChar char="•"/>
              <a:tabLst>
                <a:tab pos="354965" algn="l"/>
              </a:tabLst>
            </a:pPr>
            <a:r>
              <a:rPr sz="1800" spc="-175" dirty="0">
                <a:solidFill>
                  <a:srgbClr val="0A1533"/>
                </a:solidFill>
                <a:latin typeface="+mn-lt"/>
                <a:cs typeface="+mn-lt"/>
              </a:rPr>
              <a:t>New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Categories:</a:t>
            </a:r>
            <a:endParaRPr sz="1800">
              <a:latin typeface="+mn-lt"/>
              <a:cs typeface="+mn-lt"/>
            </a:endParaRPr>
          </a:p>
          <a:p>
            <a:pPr marL="812165" lvl="1" indent="-317500">
              <a:lnSpc>
                <a:spcPct val="100000"/>
              </a:lnSpc>
              <a:buFont typeface="Arial" panose="020B0604020202090204"/>
              <a:buChar char="•"/>
              <a:tabLst>
                <a:tab pos="812165" algn="l"/>
              </a:tabLst>
            </a:pP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Underweight: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below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18.5</a:t>
            </a:r>
            <a:endParaRPr sz="1800">
              <a:latin typeface="+mn-lt"/>
              <a:cs typeface="+mn-lt"/>
            </a:endParaRPr>
          </a:p>
          <a:p>
            <a:pPr marL="812165" lvl="1" indent="-317500">
              <a:lnSpc>
                <a:spcPct val="100000"/>
              </a:lnSpc>
              <a:buFont typeface="Arial" panose="020B0604020202090204"/>
              <a:buChar char="•"/>
              <a:tabLst>
                <a:tab pos="812165" algn="l"/>
              </a:tabLst>
            </a:pP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Healthy: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greater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than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50" dirty="0">
                <a:solidFill>
                  <a:srgbClr val="0A1533"/>
                </a:solidFill>
                <a:latin typeface="+mn-lt"/>
                <a:cs typeface="+mn-lt"/>
              </a:rPr>
              <a:t>or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equal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18.5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but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0" dirty="0">
                <a:solidFill>
                  <a:srgbClr val="0A1533"/>
                </a:solidFill>
                <a:latin typeface="+mn-lt"/>
                <a:cs typeface="+mn-lt"/>
              </a:rPr>
              <a:t>less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than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25</a:t>
            </a:r>
            <a:endParaRPr sz="1800">
              <a:latin typeface="+mn-lt"/>
              <a:cs typeface="+mn-lt"/>
            </a:endParaRPr>
          </a:p>
          <a:p>
            <a:pPr marL="812165" lvl="1" indent="-317500">
              <a:lnSpc>
                <a:spcPct val="100000"/>
              </a:lnSpc>
              <a:buFont typeface="Arial" panose="020B0604020202090204"/>
              <a:buChar char="•"/>
              <a:tabLst>
                <a:tab pos="812165" algn="l"/>
              </a:tabLst>
            </a:pP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Overweight: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greater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than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50" dirty="0">
                <a:solidFill>
                  <a:srgbClr val="0A1533"/>
                </a:solidFill>
                <a:latin typeface="+mn-lt"/>
                <a:cs typeface="+mn-lt"/>
              </a:rPr>
              <a:t>or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equal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to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25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but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0" dirty="0">
                <a:solidFill>
                  <a:srgbClr val="0A1533"/>
                </a:solidFill>
                <a:latin typeface="+mn-lt"/>
                <a:cs typeface="+mn-lt"/>
              </a:rPr>
              <a:t>less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than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30</a:t>
            </a:r>
            <a:endParaRPr sz="1800">
              <a:latin typeface="+mn-lt"/>
              <a:cs typeface="+mn-lt"/>
            </a:endParaRPr>
          </a:p>
          <a:p>
            <a:pPr marL="812165" lvl="1" indent="-317500">
              <a:lnSpc>
                <a:spcPct val="100000"/>
              </a:lnSpc>
              <a:buFont typeface="Arial" panose="020B0604020202090204"/>
              <a:buChar char="•"/>
              <a:tabLst>
                <a:tab pos="812165" algn="l"/>
              </a:tabLst>
            </a:pP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Obese: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greater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than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50" dirty="0">
                <a:solidFill>
                  <a:srgbClr val="0A1533"/>
                </a:solidFill>
                <a:latin typeface="+mn-lt"/>
                <a:cs typeface="+mn-lt"/>
              </a:rPr>
              <a:t>or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equal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30.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9" name="Title 8"/>
          <p:cNvSpPr/>
          <p:nvPr>
            <p:ph type="title"/>
          </p:nvPr>
        </p:nvSpPr>
        <p:spPr>
          <a:xfrm>
            <a:off x="2076818" y="475995"/>
            <a:ext cx="6311163" cy="553720"/>
          </a:xfrm>
        </p:spPr>
        <p:txBody>
          <a:bodyPr/>
          <a:p>
            <a:r>
              <a:rPr lang="en-US" sz="3600">
                <a:latin typeface="+mj-lt"/>
                <a:cs typeface="+mj-lt"/>
              </a:rPr>
              <a:t>Recoding Procedures</a:t>
            </a:r>
            <a:endParaRPr lang="en-US" sz="36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219"/>
            <a:ext cx="1988021" cy="180613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454503" y="3921119"/>
            <a:ext cx="1648460" cy="1222375"/>
            <a:chOff x="7454503" y="3921119"/>
            <a:chExt cx="1648460" cy="1222375"/>
          </a:xfrm>
        </p:grpSpPr>
        <p:sp>
          <p:nvSpPr>
            <p:cNvPr id="4" name="object 4"/>
            <p:cNvSpPr/>
            <p:nvPr/>
          </p:nvSpPr>
          <p:spPr>
            <a:xfrm>
              <a:off x="8387689" y="3921119"/>
              <a:ext cx="645795" cy="582930"/>
            </a:xfrm>
            <a:custGeom>
              <a:avLst/>
              <a:gdLst/>
              <a:ahLst/>
              <a:cxnLst/>
              <a:rect l="l" t="t" r="r" b="b"/>
              <a:pathLst>
                <a:path w="645795" h="582929">
                  <a:moveTo>
                    <a:pt x="186168" y="358140"/>
                  </a:moveTo>
                  <a:lnTo>
                    <a:pt x="147777" y="358140"/>
                  </a:lnTo>
                  <a:lnTo>
                    <a:pt x="151561" y="360680"/>
                  </a:lnTo>
                  <a:lnTo>
                    <a:pt x="152336" y="360680"/>
                  </a:lnTo>
                  <a:lnTo>
                    <a:pt x="164490" y="373380"/>
                  </a:lnTo>
                  <a:lnTo>
                    <a:pt x="198240" y="407670"/>
                  </a:lnTo>
                  <a:lnTo>
                    <a:pt x="233791" y="439420"/>
                  </a:lnTo>
                  <a:lnTo>
                    <a:pt x="270731" y="471170"/>
                  </a:lnTo>
                  <a:lnTo>
                    <a:pt x="308648" y="500380"/>
                  </a:lnTo>
                  <a:lnTo>
                    <a:pt x="347129" y="529590"/>
                  </a:lnTo>
                  <a:lnTo>
                    <a:pt x="389601" y="556260"/>
                  </a:lnTo>
                  <a:lnTo>
                    <a:pt x="434378" y="576580"/>
                  </a:lnTo>
                  <a:lnTo>
                    <a:pt x="466955" y="582930"/>
                  </a:lnTo>
                  <a:lnTo>
                    <a:pt x="483168" y="581660"/>
                  </a:lnTo>
                  <a:lnTo>
                    <a:pt x="499541" y="576580"/>
                  </a:lnTo>
                  <a:lnTo>
                    <a:pt x="512447" y="570230"/>
                  </a:lnTo>
                  <a:lnTo>
                    <a:pt x="524862" y="562610"/>
                  </a:lnTo>
                  <a:lnTo>
                    <a:pt x="534616" y="556260"/>
                  </a:lnTo>
                  <a:lnTo>
                    <a:pt x="469782" y="556260"/>
                  </a:lnTo>
                  <a:lnTo>
                    <a:pt x="454858" y="554990"/>
                  </a:lnTo>
                  <a:lnTo>
                    <a:pt x="415616" y="537210"/>
                  </a:lnTo>
                  <a:lnTo>
                    <a:pt x="369488" y="510540"/>
                  </a:lnTo>
                  <a:lnTo>
                    <a:pt x="302938" y="462280"/>
                  </a:lnTo>
                  <a:lnTo>
                    <a:pt x="259524" y="426720"/>
                  </a:lnTo>
                  <a:lnTo>
                    <a:pt x="217662" y="389890"/>
                  </a:lnTo>
                  <a:lnTo>
                    <a:pt x="186168" y="358140"/>
                  </a:lnTo>
                  <a:close/>
                </a:path>
                <a:path w="645795" h="582929">
                  <a:moveTo>
                    <a:pt x="393816" y="139700"/>
                  </a:moveTo>
                  <a:lnTo>
                    <a:pt x="349415" y="139700"/>
                  </a:lnTo>
                  <a:lnTo>
                    <a:pt x="355647" y="142240"/>
                  </a:lnTo>
                  <a:lnTo>
                    <a:pt x="361010" y="146050"/>
                  </a:lnTo>
                  <a:lnTo>
                    <a:pt x="366077" y="151130"/>
                  </a:lnTo>
                  <a:lnTo>
                    <a:pt x="371424" y="154940"/>
                  </a:lnTo>
                  <a:lnTo>
                    <a:pt x="376651" y="160020"/>
                  </a:lnTo>
                  <a:lnTo>
                    <a:pt x="382035" y="163830"/>
                  </a:lnTo>
                  <a:lnTo>
                    <a:pt x="387419" y="168910"/>
                  </a:lnTo>
                  <a:lnTo>
                    <a:pt x="392645" y="173990"/>
                  </a:lnTo>
                  <a:lnTo>
                    <a:pt x="426696" y="201930"/>
                  </a:lnTo>
                  <a:lnTo>
                    <a:pt x="583717" y="356870"/>
                  </a:lnTo>
                  <a:lnTo>
                    <a:pt x="609600" y="391160"/>
                  </a:lnTo>
                  <a:lnTo>
                    <a:pt x="618094" y="419100"/>
                  </a:lnTo>
                  <a:lnTo>
                    <a:pt x="616691" y="426720"/>
                  </a:lnTo>
                  <a:lnTo>
                    <a:pt x="613232" y="433070"/>
                  </a:lnTo>
                  <a:lnTo>
                    <a:pt x="609777" y="440690"/>
                  </a:lnTo>
                  <a:lnTo>
                    <a:pt x="606120" y="445770"/>
                  </a:lnTo>
                  <a:lnTo>
                    <a:pt x="602034" y="452120"/>
                  </a:lnTo>
                  <a:lnTo>
                    <a:pt x="580657" y="474980"/>
                  </a:lnTo>
                  <a:lnTo>
                    <a:pt x="545614" y="510540"/>
                  </a:lnTo>
                  <a:lnTo>
                    <a:pt x="513384" y="537210"/>
                  </a:lnTo>
                  <a:lnTo>
                    <a:pt x="498817" y="546100"/>
                  </a:lnTo>
                  <a:lnTo>
                    <a:pt x="484434" y="553720"/>
                  </a:lnTo>
                  <a:lnTo>
                    <a:pt x="469782" y="556260"/>
                  </a:lnTo>
                  <a:lnTo>
                    <a:pt x="534616" y="556260"/>
                  </a:lnTo>
                  <a:lnTo>
                    <a:pt x="581706" y="511810"/>
                  </a:lnTo>
                  <a:lnTo>
                    <a:pt x="615581" y="476250"/>
                  </a:lnTo>
                  <a:lnTo>
                    <a:pt x="622209" y="469900"/>
                  </a:lnTo>
                  <a:lnTo>
                    <a:pt x="643540" y="433070"/>
                  </a:lnTo>
                  <a:lnTo>
                    <a:pt x="645775" y="421640"/>
                  </a:lnTo>
                  <a:lnTo>
                    <a:pt x="645010" y="408940"/>
                  </a:lnTo>
                  <a:lnTo>
                    <a:pt x="625413" y="365760"/>
                  </a:lnTo>
                  <a:lnTo>
                    <a:pt x="584790" y="318770"/>
                  </a:lnTo>
                  <a:lnTo>
                    <a:pt x="549489" y="281940"/>
                  </a:lnTo>
                  <a:lnTo>
                    <a:pt x="512899" y="246380"/>
                  </a:lnTo>
                  <a:lnTo>
                    <a:pt x="451386" y="190500"/>
                  </a:lnTo>
                  <a:lnTo>
                    <a:pt x="403641" y="148590"/>
                  </a:lnTo>
                  <a:lnTo>
                    <a:pt x="393816" y="139700"/>
                  </a:lnTo>
                  <a:close/>
                </a:path>
                <a:path w="645795" h="582929">
                  <a:moveTo>
                    <a:pt x="259795" y="0"/>
                  </a:moveTo>
                  <a:lnTo>
                    <a:pt x="244937" y="3810"/>
                  </a:lnTo>
                  <a:lnTo>
                    <a:pt x="228942" y="17780"/>
                  </a:lnTo>
                  <a:lnTo>
                    <a:pt x="221361" y="25400"/>
                  </a:lnTo>
                  <a:lnTo>
                    <a:pt x="202705" y="41910"/>
                  </a:lnTo>
                  <a:lnTo>
                    <a:pt x="165364" y="76200"/>
                  </a:lnTo>
                  <a:lnTo>
                    <a:pt x="146265" y="93980"/>
                  </a:lnTo>
                  <a:lnTo>
                    <a:pt x="113136" y="123190"/>
                  </a:lnTo>
                  <a:lnTo>
                    <a:pt x="80795" y="154940"/>
                  </a:lnTo>
                  <a:lnTo>
                    <a:pt x="49176" y="185420"/>
                  </a:lnTo>
                  <a:lnTo>
                    <a:pt x="18211" y="217170"/>
                  </a:lnTo>
                  <a:lnTo>
                    <a:pt x="12865" y="223520"/>
                  </a:lnTo>
                  <a:lnTo>
                    <a:pt x="8356" y="229870"/>
                  </a:lnTo>
                  <a:lnTo>
                    <a:pt x="4508" y="236220"/>
                  </a:lnTo>
                  <a:lnTo>
                    <a:pt x="1435" y="238760"/>
                  </a:lnTo>
                  <a:lnTo>
                    <a:pt x="0" y="243840"/>
                  </a:lnTo>
                  <a:lnTo>
                    <a:pt x="1435" y="246380"/>
                  </a:lnTo>
                  <a:lnTo>
                    <a:pt x="3994" y="257810"/>
                  </a:lnTo>
                  <a:lnTo>
                    <a:pt x="6242" y="267970"/>
                  </a:lnTo>
                  <a:lnTo>
                    <a:pt x="10461" y="279400"/>
                  </a:lnTo>
                  <a:lnTo>
                    <a:pt x="18935" y="289560"/>
                  </a:lnTo>
                  <a:lnTo>
                    <a:pt x="34717" y="304800"/>
                  </a:lnTo>
                  <a:lnTo>
                    <a:pt x="50285" y="320040"/>
                  </a:lnTo>
                  <a:lnTo>
                    <a:pt x="65720" y="336550"/>
                  </a:lnTo>
                  <a:lnTo>
                    <a:pt x="81102" y="351790"/>
                  </a:lnTo>
                  <a:lnTo>
                    <a:pt x="98113" y="367030"/>
                  </a:lnTo>
                  <a:lnTo>
                    <a:pt x="112725" y="372110"/>
                  </a:lnTo>
                  <a:lnTo>
                    <a:pt x="128193" y="369570"/>
                  </a:lnTo>
                  <a:lnTo>
                    <a:pt x="147777" y="358140"/>
                  </a:lnTo>
                  <a:lnTo>
                    <a:pt x="186168" y="358140"/>
                  </a:lnTo>
                  <a:lnTo>
                    <a:pt x="173570" y="345440"/>
                  </a:lnTo>
                  <a:lnTo>
                    <a:pt x="170393" y="341630"/>
                  </a:lnTo>
                  <a:lnTo>
                    <a:pt x="116687" y="341630"/>
                  </a:lnTo>
                  <a:lnTo>
                    <a:pt x="98708" y="327660"/>
                  </a:lnTo>
                  <a:lnTo>
                    <a:pt x="72745" y="303530"/>
                  </a:lnTo>
                  <a:lnTo>
                    <a:pt x="45067" y="276860"/>
                  </a:lnTo>
                  <a:lnTo>
                    <a:pt x="21945" y="251460"/>
                  </a:lnTo>
                  <a:lnTo>
                    <a:pt x="34998" y="237490"/>
                  </a:lnTo>
                  <a:lnTo>
                    <a:pt x="63627" y="210820"/>
                  </a:lnTo>
                  <a:lnTo>
                    <a:pt x="89342" y="193040"/>
                  </a:lnTo>
                  <a:lnTo>
                    <a:pt x="125673" y="193040"/>
                  </a:lnTo>
                  <a:lnTo>
                    <a:pt x="124266" y="191770"/>
                  </a:lnTo>
                  <a:lnTo>
                    <a:pt x="106108" y="172720"/>
                  </a:lnTo>
                  <a:lnTo>
                    <a:pt x="119068" y="156210"/>
                  </a:lnTo>
                  <a:lnTo>
                    <a:pt x="133515" y="142240"/>
                  </a:lnTo>
                  <a:lnTo>
                    <a:pt x="148656" y="129540"/>
                  </a:lnTo>
                  <a:lnTo>
                    <a:pt x="163702" y="115570"/>
                  </a:lnTo>
                  <a:lnTo>
                    <a:pt x="177850" y="102870"/>
                  </a:lnTo>
                  <a:lnTo>
                    <a:pt x="192627" y="91440"/>
                  </a:lnTo>
                  <a:lnTo>
                    <a:pt x="207537" y="78740"/>
                  </a:lnTo>
                  <a:lnTo>
                    <a:pt x="222084" y="64770"/>
                  </a:lnTo>
                  <a:lnTo>
                    <a:pt x="252105" y="64770"/>
                  </a:lnTo>
                  <a:lnTo>
                    <a:pt x="238023" y="49530"/>
                  </a:lnTo>
                  <a:lnTo>
                    <a:pt x="258457" y="29210"/>
                  </a:lnTo>
                  <a:lnTo>
                    <a:pt x="304390" y="29210"/>
                  </a:lnTo>
                  <a:lnTo>
                    <a:pt x="291820" y="16510"/>
                  </a:lnTo>
                  <a:lnTo>
                    <a:pt x="274946" y="3810"/>
                  </a:lnTo>
                  <a:lnTo>
                    <a:pt x="259795" y="0"/>
                  </a:lnTo>
                  <a:close/>
                </a:path>
                <a:path w="645795" h="582929">
                  <a:moveTo>
                    <a:pt x="65163" y="229870"/>
                  </a:moveTo>
                  <a:lnTo>
                    <a:pt x="60667" y="232410"/>
                  </a:lnTo>
                  <a:lnTo>
                    <a:pt x="55308" y="234950"/>
                  </a:lnTo>
                  <a:lnTo>
                    <a:pt x="54521" y="240030"/>
                  </a:lnTo>
                  <a:lnTo>
                    <a:pt x="57594" y="245110"/>
                  </a:lnTo>
                  <a:lnTo>
                    <a:pt x="62102" y="252730"/>
                  </a:lnTo>
                  <a:lnTo>
                    <a:pt x="65951" y="257810"/>
                  </a:lnTo>
                  <a:lnTo>
                    <a:pt x="71234" y="262890"/>
                  </a:lnTo>
                  <a:lnTo>
                    <a:pt x="86797" y="279400"/>
                  </a:lnTo>
                  <a:lnTo>
                    <a:pt x="103147" y="295910"/>
                  </a:lnTo>
                  <a:lnTo>
                    <a:pt x="120781" y="309880"/>
                  </a:lnTo>
                  <a:lnTo>
                    <a:pt x="140195" y="322580"/>
                  </a:lnTo>
                  <a:lnTo>
                    <a:pt x="134704" y="331470"/>
                  </a:lnTo>
                  <a:lnTo>
                    <a:pt x="128736" y="336550"/>
                  </a:lnTo>
                  <a:lnTo>
                    <a:pt x="122621" y="339090"/>
                  </a:lnTo>
                  <a:lnTo>
                    <a:pt x="116687" y="341630"/>
                  </a:lnTo>
                  <a:lnTo>
                    <a:pt x="170393" y="341630"/>
                  </a:lnTo>
                  <a:lnTo>
                    <a:pt x="168275" y="339090"/>
                  </a:lnTo>
                  <a:lnTo>
                    <a:pt x="162928" y="334010"/>
                  </a:lnTo>
                  <a:lnTo>
                    <a:pt x="174265" y="318770"/>
                  </a:lnTo>
                  <a:lnTo>
                    <a:pt x="185341" y="306070"/>
                  </a:lnTo>
                  <a:lnTo>
                    <a:pt x="157632" y="306070"/>
                  </a:lnTo>
                  <a:lnTo>
                    <a:pt x="146429" y="300990"/>
                  </a:lnTo>
                  <a:lnTo>
                    <a:pt x="105138" y="267970"/>
                  </a:lnTo>
                  <a:lnTo>
                    <a:pt x="83881" y="245110"/>
                  </a:lnTo>
                  <a:lnTo>
                    <a:pt x="73520" y="234950"/>
                  </a:lnTo>
                  <a:lnTo>
                    <a:pt x="69735" y="231140"/>
                  </a:lnTo>
                  <a:lnTo>
                    <a:pt x="65163" y="229870"/>
                  </a:lnTo>
                  <a:close/>
                </a:path>
                <a:path w="645795" h="582929">
                  <a:moveTo>
                    <a:pt x="125673" y="193040"/>
                  </a:moveTo>
                  <a:lnTo>
                    <a:pt x="89342" y="193040"/>
                  </a:lnTo>
                  <a:lnTo>
                    <a:pt x="95341" y="194310"/>
                  </a:lnTo>
                  <a:lnTo>
                    <a:pt x="101536" y="198120"/>
                  </a:lnTo>
                  <a:lnTo>
                    <a:pt x="141657" y="231140"/>
                  </a:lnTo>
                  <a:lnTo>
                    <a:pt x="161585" y="248920"/>
                  </a:lnTo>
                  <a:lnTo>
                    <a:pt x="181140" y="265430"/>
                  </a:lnTo>
                  <a:lnTo>
                    <a:pt x="183426" y="267970"/>
                  </a:lnTo>
                  <a:lnTo>
                    <a:pt x="184137" y="270510"/>
                  </a:lnTo>
                  <a:lnTo>
                    <a:pt x="186423" y="271780"/>
                  </a:lnTo>
                  <a:lnTo>
                    <a:pt x="180465" y="283210"/>
                  </a:lnTo>
                  <a:lnTo>
                    <a:pt x="175480" y="290830"/>
                  </a:lnTo>
                  <a:lnTo>
                    <a:pt x="168769" y="297180"/>
                  </a:lnTo>
                  <a:lnTo>
                    <a:pt x="157632" y="306070"/>
                  </a:lnTo>
                  <a:lnTo>
                    <a:pt x="185341" y="306070"/>
                  </a:lnTo>
                  <a:lnTo>
                    <a:pt x="186448" y="304800"/>
                  </a:lnTo>
                  <a:lnTo>
                    <a:pt x="199193" y="290830"/>
                  </a:lnTo>
                  <a:lnTo>
                    <a:pt x="212217" y="278130"/>
                  </a:lnTo>
                  <a:lnTo>
                    <a:pt x="241092" y="252730"/>
                  </a:lnTo>
                  <a:lnTo>
                    <a:pt x="203860" y="252730"/>
                  </a:lnTo>
                  <a:lnTo>
                    <a:pt x="177622" y="236220"/>
                  </a:lnTo>
                  <a:lnTo>
                    <a:pt x="149598" y="214630"/>
                  </a:lnTo>
                  <a:lnTo>
                    <a:pt x="125673" y="193040"/>
                  </a:lnTo>
                  <a:close/>
                </a:path>
                <a:path w="645795" h="582929">
                  <a:moveTo>
                    <a:pt x="173570" y="151130"/>
                  </a:moveTo>
                  <a:lnTo>
                    <a:pt x="169773" y="153670"/>
                  </a:lnTo>
                  <a:lnTo>
                    <a:pt x="166776" y="157480"/>
                  </a:lnTo>
                  <a:lnTo>
                    <a:pt x="165201" y="161290"/>
                  </a:lnTo>
                  <a:lnTo>
                    <a:pt x="165989" y="162560"/>
                  </a:lnTo>
                  <a:lnTo>
                    <a:pt x="171348" y="168910"/>
                  </a:lnTo>
                  <a:lnTo>
                    <a:pt x="227431" y="224790"/>
                  </a:lnTo>
                  <a:lnTo>
                    <a:pt x="222357" y="233680"/>
                  </a:lnTo>
                  <a:lnTo>
                    <a:pt x="217069" y="241300"/>
                  </a:lnTo>
                  <a:lnTo>
                    <a:pt x="211070" y="247650"/>
                  </a:lnTo>
                  <a:lnTo>
                    <a:pt x="203860" y="252730"/>
                  </a:lnTo>
                  <a:lnTo>
                    <a:pt x="241092" y="252730"/>
                  </a:lnTo>
                  <a:lnTo>
                    <a:pt x="242536" y="251460"/>
                  </a:lnTo>
                  <a:lnTo>
                    <a:pt x="257199" y="236220"/>
                  </a:lnTo>
                  <a:lnTo>
                    <a:pt x="270598" y="220980"/>
                  </a:lnTo>
                  <a:lnTo>
                    <a:pt x="282387" y="208280"/>
                  </a:lnTo>
                  <a:lnTo>
                    <a:pt x="244094" y="208280"/>
                  </a:lnTo>
                  <a:lnTo>
                    <a:pt x="239522" y="204470"/>
                  </a:lnTo>
                  <a:lnTo>
                    <a:pt x="234226" y="201930"/>
                  </a:lnTo>
                  <a:lnTo>
                    <a:pt x="228942" y="196850"/>
                  </a:lnTo>
                  <a:lnTo>
                    <a:pt x="218825" y="187960"/>
                  </a:lnTo>
                  <a:lnTo>
                    <a:pt x="198862" y="170180"/>
                  </a:lnTo>
                  <a:lnTo>
                    <a:pt x="188709" y="161290"/>
                  </a:lnTo>
                  <a:lnTo>
                    <a:pt x="184924" y="157480"/>
                  </a:lnTo>
                  <a:lnTo>
                    <a:pt x="180352" y="153670"/>
                  </a:lnTo>
                  <a:lnTo>
                    <a:pt x="174345" y="152400"/>
                  </a:lnTo>
                  <a:lnTo>
                    <a:pt x="173570" y="151130"/>
                  </a:lnTo>
                  <a:close/>
                </a:path>
                <a:path w="645795" h="582929">
                  <a:moveTo>
                    <a:pt x="206146" y="104140"/>
                  </a:moveTo>
                  <a:lnTo>
                    <a:pt x="204647" y="104140"/>
                  </a:lnTo>
                  <a:lnTo>
                    <a:pt x="200139" y="107950"/>
                  </a:lnTo>
                  <a:lnTo>
                    <a:pt x="199288" y="110490"/>
                  </a:lnTo>
                  <a:lnTo>
                    <a:pt x="200075" y="111760"/>
                  </a:lnTo>
                  <a:lnTo>
                    <a:pt x="203149" y="115570"/>
                  </a:lnTo>
                  <a:lnTo>
                    <a:pt x="206146" y="120650"/>
                  </a:lnTo>
                  <a:lnTo>
                    <a:pt x="209943" y="124460"/>
                  </a:lnTo>
                  <a:lnTo>
                    <a:pt x="220186" y="134620"/>
                  </a:lnTo>
                  <a:lnTo>
                    <a:pt x="230500" y="143510"/>
                  </a:lnTo>
                  <a:lnTo>
                    <a:pt x="240949" y="153670"/>
                  </a:lnTo>
                  <a:lnTo>
                    <a:pt x="251599" y="162560"/>
                  </a:lnTo>
                  <a:lnTo>
                    <a:pt x="257081" y="167640"/>
                  </a:lnTo>
                  <a:lnTo>
                    <a:pt x="267439" y="176530"/>
                  </a:lnTo>
                  <a:lnTo>
                    <a:pt x="272884" y="181610"/>
                  </a:lnTo>
                  <a:lnTo>
                    <a:pt x="268798" y="191770"/>
                  </a:lnTo>
                  <a:lnTo>
                    <a:pt x="261304" y="198120"/>
                  </a:lnTo>
                  <a:lnTo>
                    <a:pt x="252401" y="203200"/>
                  </a:lnTo>
                  <a:lnTo>
                    <a:pt x="244094" y="208280"/>
                  </a:lnTo>
                  <a:lnTo>
                    <a:pt x="282387" y="208280"/>
                  </a:lnTo>
                  <a:lnTo>
                    <a:pt x="296459" y="193040"/>
                  </a:lnTo>
                  <a:lnTo>
                    <a:pt x="309500" y="179070"/>
                  </a:lnTo>
                  <a:lnTo>
                    <a:pt x="322910" y="166370"/>
                  </a:lnTo>
                  <a:lnTo>
                    <a:pt x="324172" y="165100"/>
                  </a:lnTo>
                  <a:lnTo>
                    <a:pt x="292544" y="165100"/>
                  </a:lnTo>
                  <a:lnTo>
                    <a:pt x="282274" y="161290"/>
                  </a:lnTo>
                  <a:lnTo>
                    <a:pt x="272775" y="154940"/>
                  </a:lnTo>
                  <a:lnTo>
                    <a:pt x="254673" y="142240"/>
                  </a:lnTo>
                  <a:lnTo>
                    <a:pt x="245134" y="133350"/>
                  </a:lnTo>
                  <a:lnTo>
                    <a:pt x="216725" y="107950"/>
                  </a:lnTo>
                  <a:lnTo>
                    <a:pt x="213728" y="105410"/>
                  </a:lnTo>
                  <a:lnTo>
                    <a:pt x="209219" y="105410"/>
                  </a:lnTo>
                  <a:lnTo>
                    <a:pt x="206146" y="104140"/>
                  </a:lnTo>
                  <a:close/>
                </a:path>
                <a:path w="645795" h="582929">
                  <a:moveTo>
                    <a:pt x="252105" y="64770"/>
                  </a:moveTo>
                  <a:lnTo>
                    <a:pt x="222084" y="64770"/>
                  </a:lnTo>
                  <a:lnTo>
                    <a:pt x="239711" y="80010"/>
                  </a:lnTo>
                  <a:lnTo>
                    <a:pt x="264561" y="104140"/>
                  </a:lnTo>
                  <a:lnTo>
                    <a:pt x="288823" y="129540"/>
                  </a:lnTo>
                  <a:lnTo>
                    <a:pt x="304685" y="149860"/>
                  </a:lnTo>
                  <a:lnTo>
                    <a:pt x="304749" y="151130"/>
                  </a:lnTo>
                  <a:lnTo>
                    <a:pt x="303898" y="153670"/>
                  </a:lnTo>
                  <a:lnTo>
                    <a:pt x="292544" y="165100"/>
                  </a:lnTo>
                  <a:lnTo>
                    <a:pt x="324172" y="165100"/>
                  </a:lnTo>
                  <a:lnTo>
                    <a:pt x="349415" y="139700"/>
                  </a:lnTo>
                  <a:lnTo>
                    <a:pt x="393816" y="139700"/>
                  </a:lnTo>
                  <a:lnTo>
                    <a:pt x="383991" y="130810"/>
                  </a:lnTo>
                  <a:lnTo>
                    <a:pt x="322186" y="130810"/>
                  </a:lnTo>
                  <a:lnTo>
                    <a:pt x="304547" y="115570"/>
                  </a:lnTo>
                  <a:lnTo>
                    <a:pt x="280081" y="92710"/>
                  </a:lnTo>
                  <a:lnTo>
                    <a:pt x="255626" y="68580"/>
                  </a:lnTo>
                  <a:lnTo>
                    <a:pt x="252105" y="64770"/>
                  </a:lnTo>
                  <a:close/>
                </a:path>
                <a:path w="645795" h="582929">
                  <a:moveTo>
                    <a:pt x="304390" y="29210"/>
                  </a:moveTo>
                  <a:lnTo>
                    <a:pt x="258457" y="29210"/>
                  </a:lnTo>
                  <a:lnTo>
                    <a:pt x="263029" y="31750"/>
                  </a:lnTo>
                  <a:lnTo>
                    <a:pt x="267601" y="33020"/>
                  </a:lnTo>
                  <a:lnTo>
                    <a:pt x="331977" y="97790"/>
                  </a:lnTo>
                  <a:lnTo>
                    <a:pt x="336550" y="104140"/>
                  </a:lnTo>
                  <a:lnTo>
                    <a:pt x="336550" y="118110"/>
                  </a:lnTo>
                  <a:lnTo>
                    <a:pt x="334264" y="119380"/>
                  </a:lnTo>
                  <a:lnTo>
                    <a:pt x="322186" y="130810"/>
                  </a:lnTo>
                  <a:lnTo>
                    <a:pt x="383991" y="130810"/>
                  </a:lnTo>
                  <a:lnTo>
                    <a:pt x="379780" y="127000"/>
                  </a:lnTo>
                  <a:lnTo>
                    <a:pt x="374047" y="121920"/>
                  </a:lnTo>
                  <a:lnTo>
                    <a:pt x="368758" y="115570"/>
                  </a:lnTo>
                  <a:lnTo>
                    <a:pt x="364605" y="107950"/>
                  </a:lnTo>
                  <a:lnTo>
                    <a:pt x="362280" y="99060"/>
                  </a:lnTo>
                  <a:lnTo>
                    <a:pt x="360346" y="91440"/>
                  </a:lnTo>
                  <a:lnTo>
                    <a:pt x="356985" y="85090"/>
                  </a:lnTo>
                  <a:lnTo>
                    <a:pt x="352484" y="77470"/>
                  </a:lnTo>
                  <a:lnTo>
                    <a:pt x="347129" y="72390"/>
                  </a:lnTo>
                  <a:lnTo>
                    <a:pt x="304390" y="2921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1217" y="4171428"/>
              <a:ext cx="232895" cy="2081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454493" y="4543285"/>
              <a:ext cx="1648460" cy="600710"/>
            </a:xfrm>
            <a:custGeom>
              <a:avLst/>
              <a:gdLst/>
              <a:ahLst/>
              <a:cxnLst/>
              <a:rect l="l" t="t" r="r" b="b"/>
              <a:pathLst>
                <a:path w="1648459" h="600710">
                  <a:moveTo>
                    <a:pt x="392264" y="505663"/>
                  </a:moveTo>
                  <a:lnTo>
                    <a:pt x="364439" y="476529"/>
                  </a:lnTo>
                  <a:lnTo>
                    <a:pt x="354291" y="477520"/>
                  </a:lnTo>
                  <a:lnTo>
                    <a:pt x="344817" y="482587"/>
                  </a:lnTo>
                  <a:lnTo>
                    <a:pt x="337781" y="487502"/>
                  </a:lnTo>
                  <a:lnTo>
                    <a:pt x="336765" y="497332"/>
                  </a:lnTo>
                  <a:lnTo>
                    <a:pt x="342011" y="502907"/>
                  </a:lnTo>
                  <a:lnTo>
                    <a:pt x="347980" y="508342"/>
                  </a:lnTo>
                  <a:lnTo>
                    <a:pt x="354152" y="513524"/>
                  </a:lnTo>
                  <a:lnTo>
                    <a:pt x="367461" y="524344"/>
                  </a:lnTo>
                  <a:lnTo>
                    <a:pt x="375691" y="521322"/>
                  </a:lnTo>
                  <a:lnTo>
                    <a:pt x="382828" y="517817"/>
                  </a:lnTo>
                  <a:lnTo>
                    <a:pt x="388493" y="512902"/>
                  </a:lnTo>
                  <a:lnTo>
                    <a:pt x="392264" y="505663"/>
                  </a:lnTo>
                  <a:close/>
                </a:path>
                <a:path w="1648459" h="600710">
                  <a:moveTo>
                    <a:pt x="552462" y="391134"/>
                  </a:moveTo>
                  <a:lnTo>
                    <a:pt x="525284" y="362077"/>
                  </a:lnTo>
                  <a:lnTo>
                    <a:pt x="520788" y="365099"/>
                  </a:lnTo>
                  <a:lnTo>
                    <a:pt x="518490" y="371754"/>
                  </a:lnTo>
                  <a:lnTo>
                    <a:pt x="517804" y="380111"/>
                  </a:lnTo>
                  <a:lnTo>
                    <a:pt x="516369" y="383705"/>
                  </a:lnTo>
                  <a:lnTo>
                    <a:pt x="507784" y="388353"/>
                  </a:lnTo>
                  <a:lnTo>
                    <a:pt x="502818" y="390588"/>
                  </a:lnTo>
                  <a:lnTo>
                    <a:pt x="498805" y="395973"/>
                  </a:lnTo>
                  <a:lnTo>
                    <a:pt x="486473" y="404596"/>
                  </a:lnTo>
                  <a:lnTo>
                    <a:pt x="480606" y="407339"/>
                  </a:lnTo>
                  <a:lnTo>
                    <a:pt x="472516" y="405104"/>
                  </a:lnTo>
                  <a:lnTo>
                    <a:pt x="468071" y="404380"/>
                  </a:lnTo>
                  <a:lnTo>
                    <a:pt x="462407" y="405638"/>
                  </a:lnTo>
                  <a:lnTo>
                    <a:pt x="458012" y="408698"/>
                  </a:lnTo>
                  <a:lnTo>
                    <a:pt x="431673" y="424789"/>
                  </a:lnTo>
                  <a:lnTo>
                    <a:pt x="421919" y="430085"/>
                  </a:lnTo>
                  <a:lnTo>
                    <a:pt x="423024" y="438962"/>
                  </a:lnTo>
                  <a:lnTo>
                    <a:pt x="427278" y="446900"/>
                  </a:lnTo>
                  <a:lnTo>
                    <a:pt x="432587" y="454596"/>
                  </a:lnTo>
                  <a:lnTo>
                    <a:pt x="436880" y="462775"/>
                  </a:lnTo>
                  <a:lnTo>
                    <a:pt x="443496" y="464680"/>
                  </a:lnTo>
                  <a:lnTo>
                    <a:pt x="449414" y="465734"/>
                  </a:lnTo>
                  <a:lnTo>
                    <a:pt x="453288" y="465620"/>
                  </a:lnTo>
                  <a:lnTo>
                    <a:pt x="465137" y="463880"/>
                  </a:lnTo>
                  <a:lnTo>
                    <a:pt x="484835" y="422744"/>
                  </a:lnTo>
                  <a:lnTo>
                    <a:pt x="489419" y="418185"/>
                  </a:lnTo>
                  <a:lnTo>
                    <a:pt x="499008" y="420624"/>
                  </a:lnTo>
                  <a:lnTo>
                    <a:pt x="498525" y="440563"/>
                  </a:lnTo>
                  <a:lnTo>
                    <a:pt x="513245" y="437045"/>
                  </a:lnTo>
                  <a:lnTo>
                    <a:pt x="519176" y="427990"/>
                  </a:lnTo>
                  <a:lnTo>
                    <a:pt x="521373" y="416382"/>
                  </a:lnTo>
                  <a:lnTo>
                    <a:pt x="524878" y="405244"/>
                  </a:lnTo>
                  <a:lnTo>
                    <a:pt x="527202" y="404863"/>
                  </a:lnTo>
                  <a:lnTo>
                    <a:pt x="530491" y="403923"/>
                  </a:lnTo>
                  <a:lnTo>
                    <a:pt x="531977" y="404126"/>
                  </a:lnTo>
                  <a:lnTo>
                    <a:pt x="543572" y="402666"/>
                  </a:lnTo>
                  <a:lnTo>
                    <a:pt x="550519" y="398221"/>
                  </a:lnTo>
                  <a:lnTo>
                    <a:pt x="552462" y="391134"/>
                  </a:lnTo>
                  <a:close/>
                </a:path>
                <a:path w="1648459" h="600710">
                  <a:moveTo>
                    <a:pt x="603542" y="342519"/>
                  </a:moveTo>
                  <a:lnTo>
                    <a:pt x="601370" y="332930"/>
                  </a:lnTo>
                  <a:lnTo>
                    <a:pt x="591261" y="313042"/>
                  </a:lnTo>
                  <a:lnTo>
                    <a:pt x="588302" y="312508"/>
                  </a:lnTo>
                  <a:lnTo>
                    <a:pt x="585546" y="310502"/>
                  </a:lnTo>
                  <a:lnTo>
                    <a:pt x="580212" y="310286"/>
                  </a:lnTo>
                  <a:lnTo>
                    <a:pt x="577811" y="310718"/>
                  </a:lnTo>
                  <a:lnTo>
                    <a:pt x="574001" y="314617"/>
                  </a:lnTo>
                  <a:lnTo>
                    <a:pt x="573201" y="319112"/>
                  </a:lnTo>
                  <a:lnTo>
                    <a:pt x="571258" y="321830"/>
                  </a:lnTo>
                  <a:lnTo>
                    <a:pt x="580885" y="354304"/>
                  </a:lnTo>
                  <a:lnTo>
                    <a:pt x="580275" y="357314"/>
                  </a:lnTo>
                  <a:lnTo>
                    <a:pt x="585165" y="360438"/>
                  </a:lnTo>
                  <a:lnTo>
                    <a:pt x="588759" y="361873"/>
                  </a:lnTo>
                  <a:lnTo>
                    <a:pt x="595312" y="363829"/>
                  </a:lnTo>
                  <a:lnTo>
                    <a:pt x="601027" y="353301"/>
                  </a:lnTo>
                  <a:lnTo>
                    <a:pt x="603542" y="342519"/>
                  </a:lnTo>
                  <a:close/>
                </a:path>
                <a:path w="1648459" h="600710">
                  <a:moveTo>
                    <a:pt x="746531" y="308571"/>
                  </a:moveTo>
                  <a:lnTo>
                    <a:pt x="743508" y="287947"/>
                  </a:lnTo>
                  <a:lnTo>
                    <a:pt x="733323" y="267423"/>
                  </a:lnTo>
                  <a:lnTo>
                    <a:pt x="723379" y="253199"/>
                  </a:lnTo>
                  <a:lnTo>
                    <a:pt x="714921" y="241084"/>
                  </a:lnTo>
                  <a:lnTo>
                    <a:pt x="703834" y="230098"/>
                  </a:lnTo>
                  <a:lnTo>
                    <a:pt x="690791" y="222935"/>
                  </a:lnTo>
                  <a:lnTo>
                    <a:pt x="676402" y="220167"/>
                  </a:lnTo>
                  <a:lnTo>
                    <a:pt x="661276" y="222338"/>
                  </a:lnTo>
                  <a:lnTo>
                    <a:pt x="612635" y="239293"/>
                  </a:lnTo>
                  <a:lnTo>
                    <a:pt x="549732" y="277952"/>
                  </a:lnTo>
                  <a:lnTo>
                    <a:pt x="533450" y="289712"/>
                  </a:lnTo>
                  <a:lnTo>
                    <a:pt x="516953" y="301015"/>
                  </a:lnTo>
                  <a:lnTo>
                    <a:pt x="499351" y="310375"/>
                  </a:lnTo>
                  <a:lnTo>
                    <a:pt x="479412" y="316445"/>
                  </a:lnTo>
                  <a:lnTo>
                    <a:pt x="475919" y="316445"/>
                  </a:lnTo>
                  <a:lnTo>
                    <a:pt x="470420" y="321640"/>
                  </a:lnTo>
                  <a:lnTo>
                    <a:pt x="297281" y="442582"/>
                  </a:lnTo>
                  <a:lnTo>
                    <a:pt x="273227" y="468325"/>
                  </a:lnTo>
                  <a:lnTo>
                    <a:pt x="267195" y="474484"/>
                  </a:lnTo>
                  <a:lnTo>
                    <a:pt x="260591" y="479806"/>
                  </a:lnTo>
                  <a:lnTo>
                    <a:pt x="220929" y="508165"/>
                  </a:lnTo>
                  <a:lnTo>
                    <a:pt x="206146" y="521512"/>
                  </a:lnTo>
                  <a:lnTo>
                    <a:pt x="194094" y="538200"/>
                  </a:lnTo>
                  <a:lnTo>
                    <a:pt x="183870" y="545960"/>
                  </a:lnTo>
                  <a:lnTo>
                    <a:pt x="178574" y="556044"/>
                  </a:lnTo>
                  <a:lnTo>
                    <a:pt x="176491" y="567563"/>
                  </a:lnTo>
                  <a:lnTo>
                    <a:pt x="175933" y="579615"/>
                  </a:lnTo>
                  <a:lnTo>
                    <a:pt x="176517" y="591223"/>
                  </a:lnTo>
                  <a:lnTo>
                    <a:pt x="176555" y="591947"/>
                  </a:lnTo>
                  <a:lnTo>
                    <a:pt x="177685" y="600214"/>
                  </a:lnTo>
                  <a:lnTo>
                    <a:pt x="208838" y="600214"/>
                  </a:lnTo>
                  <a:lnTo>
                    <a:pt x="205854" y="591223"/>
                  </a:lnTo>
                  <a:lnTo>
                    <a:pt x="205346" y="581317"/>
                  </a:lnTo>
                  <a:lnTo>
                    <a:pt x="224624" y="544779"/>
                  </a:lnTo>
                  <a:lnTo>
                    <a:pt x="254330" y="517842"/>
                  </a:lnTo>
                  <a:lnTo>
                    <a:pt x="261048" y="513435"/>
                  </a:lnTo>
                  <a:lnTo>
                    <a:pt x="267716" y="508952"/>
                  </a:lnTo>
                  <a:lnTo>
                    <a:pt x="298602" y="484670"/>
                  </a:lnTo>
                  <a:lnTo>
                    <a:pt x="309054" y="467017"/>
                  </a:lnTo>
                  <a:lnTo>
                    <a:pt x="316725" y="463003"/>
                  </a:lnTo>
                  <a:lnTo>
                    <a:pt x="481088" y="348195"/>
                  </a:lnTo>
                  <a:lnTo>
                    <a:pt x="485762" y="343585"/>
                  </a:lnTo>
                  <a:lnTo>
                    <a:pt x="491998" y="343166"/>
                  </a:lnTo>
                  <a:lnTo>
                    <a:pt x="509879" y="337616"/>
                  </a:lnTo>
                  <a:lnTo>
                    <a:pt x="525957" y="328904"/>
                  </a:lnTo>
                  <a:lnTo>
                    <a:pt x="541058" y="318439"/>
                  </a:lnTo>
                  <a:lnTo>
                    <a:pt x="556018" y="307581"/>
                  </a:lnTo>
                  <a:lnTo>
                    <a:pt x="595604" y="279920"/>
                  </a:lnTo>
                  <a:lnTo>
                    <a:pt x="640930" y="260616"/>
                  </a:lnTo>
                  <a:lnTo>
                    <a:pt x="670966" y="253199"/>
                  </a:lnTo>
                  <a:lnTo>
                    <a:pt x="683006" y="255803"/>
                  </a:lnTo>
                  <a:lnTo>
                    <a:pt x="693686" y="262801"/>
                  </a:lnTo>
                  <a:lnTo>
                    <a:pt x="703694" y="273710"/>
                  </a:lnTo>
                  <a:lnTo>
                    <a:pt x="710730" y="287401"/>
                  </a:lnTo>
                  <a:lnTo>
                    <a:pt x="713397" y="301015"/>
                  </a:lnTo>
                  <a:lnTo>
                    <a:pt x="712978" y="314706"/>
                  </a:lnTo>
                  <a:lnTo>
                    <a:pt x="710806" y="328904"/>
                  </a:lnTo>
                  <a:lnTo>
                    <a:pt x="711352" y="335153"/>
                  </a:lnTo>
                  <a:lnTo>
                    <a:pt x="703986" y="341541"/>
                  </a:lnTo>
                  <a:lnTo>
                    <a:pt x="699325" y="346151"/>
                  </a:lnTo>
                  <a:lnTo>
                    <a:pt x="696150" y="350951"/>
                  </a:lnTo>
                  <a:lnTo>
                    <a:pt x="690537" y="352285"/>
                  </a:lnTo>
                  <a:lnTo>
                    <a:pt x="346379" y="595274"/>
                  </a:lnTo>
                  <a:lnTo>
                    <a:pt x="338734" y="600214"/>
                  </a:lnTo>
                  <a:lnTo>
                    <a:pt x="381685" y="600214"/>
                  </a:lnTo>
                  <a:lnTo>
                    <a:pt x="518718" y="504964"/>
                  </a:lnTo>
                  <a:lnTo>
                    <a:pt x="558342" y="478548"/>
                  </a:lnTo>
                  <a:lnTo>
                    <a:pt x="637298" y="424561"/>
                  </a:lnTo>
                  <a:lnTo>
                    <a:pt x="716775" y="369214"/>
                  </a:lnTo>
                  <a:lnTo>
                    <a:pt x="743915" y="329209"/>
                  </a:lnTo>
                  <a:lnTo>
                    <a:pt x="746531" y="308571"/>
                  </a:lnTo>
                  <a:close/>
                </a:path>
                <a:path w="1648459" h="600710">
                  <a:moveTo>
                    <a:pt x="1006754" y="60921"/>
                  </a:moveTo>
                  <a:lnTo>
                    <a:pt x="1005484" y="54292"/>
                  </a:lnTo>
                  <a:lnTo>
                    <a:pt x="1005420" y="53949"/>
                  </a:lnTo>
                  <a:lnTo>
                    <a:pt x="1001890" y="47155"/>
                  </a:lnTo>
                  <a:lnTo>
                    <a:pt x="997496" y="40640"/>
                  </a:lnTo>
                  <a:lnTo>
                    <a:pt x="993178" y="34036"/>
                  </a:lnTo>
                  <a:lnTo>
                    <a:pt x="989190" y="28244"/>
                  </a:lnTo>
                  <a:lnTo>
                    <a:pt x="984707" y="22555"/>
                  </a:lnTo>
                  <a:lnTo>
                    <a:pt x="973531" y="12141"/>
                  </a:lnTo>
                  <a:lnTo>
                    <a:pt x="964653" y="6337"/>
                  </a:lnTo>
                  <a:lnTo>
                    <a:pt x="964653" y="63563"/>
                  </a:lnTo>
                  <a:lnTo>
                    <a:pt x="964006" y="72161"/>
                  </a:lnTo>
                  <a:lnTo>
                    <a:pt x="961326" y="79971"/>
                  </a:lnTo>
                  <a:lnTo>
                    <a:pt x="956310" y="86893"/>
                  </a:lnTo>
                  <a:lnTo>
                    <a:pt x="950239" y="92240"/>
                  </a:lnTo>
                  <a:lnTo>
                    <a:pt x="944245" y="97688"/>
                  </a:lnTo>
                  <a:lnTo>
                    <a:pt x="938136" y="102984"/>
                  </a:lnTo>
                  <a:lnTo>
                    <a:pt x="931760" y="107861"/>
                  </a:lnTo>
                  <a:lnTo>
                    <a:pt x="897458" y="131826"/>
                  </a:lnTo>
                  <a:lnTo>
                    <a:pt x="887615" y="119227"/>
                  </a:lnTo>
                  <a:lnTo>
                    <a:pt x="879157" y="107861"/>
                  </a:lnTo>
                  <a:lnTo>
                    <a:pt x="872121" y="96558"/>
                  </a:lnTo>
                  <a:lnTo>
                    <a:pt x="872032" y="96405"/>
                  </a:lnTo>
                  <a:lnTo>
                    <a:pt x="871753" y="95961"/>
                  </a:lnTo>
                  <a:lnTo>
                    <a:pt x="897153" y="57378"/>
                  </a:lnTo>
                  <a:lnTo>
                    <a:pt x="931405" y="36245"/>
                  </a:lnTo>
                  <a:lnTo>
                    <a:pt x="941031" y="34036"/>
                  </a:lnTo>
                  <a:lnTo>
                    <a:pt x="950709" y="37160"/>
                  </a:lnTo>
                  <a:lnTo>
                    <a:pt x="958786" y="44335"/>
                  </a:lnTo>
                  <a:lnTo>
                    <a:pt x="963612" y="54292"/>
                  </a:lnTo>
                  <a:lnTo>
                    <a:pt x="964653" y="63563"/>
                  </a:lnTo>
                  <a:lnTo>
                    <a:pt x="964653" y="6337"/>
                  </a:lnTo>
                  <a:lnTo>
                    <a:pt x="961351" y="4165"/>
                  </a:lnTo>
                  <a:lnTo>
                    <a:pt x="947953" y="0"/>
                  </a:lnTo>
                  <a:lnTo>
                    <a:pt x="933069" y="1054"/>
                  </a:lnTo>
                  <a:lnTo>
                    <a:pt x="886510" y="20510"/>
                  </a:lnTo>
                  <a:lnTo>
                    <a:pt x="879081" y="26797"/>
                  </a:lnTo>
                  <a:lnTo>
                    <a:pt x="871105" y="32245"/>
                  </a:lnTo>
                  <a:lnTo>
                    <a:pt x="862926" y="37350"/>
                  </a:lnTo>
                  <a:lnTo>
                    <a:pt x="854862" y="42621"/>
                  </a:lnTo>
                  <a:lnTo>
                    <a:pt x="837857" y="55079"/>
                  </a:lnTo>
                  <a:lnTo>
                    <a:pt x="820597" y="67348"/>
                  </a:lnTo>
                  <a:lnTo>
                    <a:pt x="802259" y="77698"/>
                  </a:lnTo>
                  <a:lnTo>
                    <a:pt x="781989" y="84391"/>
                  </a:lnTo>
                  <a:lnTo>
                    <a:pt x="779614" y="84709"/>
                  </a:lnTo>
                  <a:lnTo>
                    <a:pt x="776058" y="87185"/>
                  </a:lnTo>
                  <a:lnTo>
                    <a:pt x="763854" y="95402"/>
                  </a:lnTo>
                  <a:lnTo>
                    <a:pt x="750671" y="100647"/>
                  </a:lnTo>
                  <a:lnTo>
                    <a:pt x="736828" y="103924"/>
                  </a:lnTo>
                  <a:lnTo>
                    <a:pt x="696963" y="110553"/>
                  </a:lnTo>
                  <a:lnTo>
                    <a:pt x="684352" y="112877"/>
                  </a:lnTo>
                  <a:lnTo>
                    <a:pt x="671741" y="115557"/>
                  </a:lnTo>
                  <a:lnTo>
                    <a:pt x="663359" y="117614"/>
                  </a:lnTo>
                  <a:lnTo>
                    <a:pt x="655091" y="119227"/>
                  </a:lnTo>
                  <a:lnTo>
                    <a:pt x="646747" y="119646"/>
                  </a:lnTo>
                  <a:lnTo>
                    <a:pt x="638187" y="118160"/>
                  </a:lnTo>
                  <a:lnTo>
                    <a:pt x="631990" y="117309"/>
                  </a:lnTo>
                  <a:lnTo>
                    <a:pt x="625665" y="118033"/>
                  </a:lnTo>
                  <a:lnTo>
                    <a:pt x="619379" y="120205"/>
                  </a:lnTo>
                  <a:lnTo>
                    <a:pt x="613321" y="123698"/>
                  </a:lnTo>
                  <a:lnTo>
                    <a:pt x="576605" y="149313"/>
                  </a:lnTo>
                  <a:lnTo>
                    <a:pt x="570928" y="152984"/>
                  </a:lnTo>
                  <a:lnTo>
                    <a:pt x="565048" y="156324"/>
                  </a:lnTo>
                  <a:lnTo>
                    <a:pt x="559346" y="158813"/>
                  </a:lnTo>
                  <a:lnTo>
                    <a:pt x="548144" y="161366"/>
                  </a:lnTo>
                  <a:lnTo>
                    <a:pt x="537908" y="165798"/>
                  </a:lnTo>
                  <a:lnTo>
                    <a:pt x="528307" y="171500"/>
                  </a:lnTo>
                  <a:lnTo>
                    <a:pt x="519023" y="177850"/>
                  </a:lnTo>
                  <a:lnTo>
                    <a:pt x="162560" y="427964"/>
                  </a:lnTo>
                  <a:lnTo>
                    <a:pt x="119240" y="458101"/>
                  </a:lnTo>
                  <a:lnTo>
                    <a:pt x="75222" y="487857"/>
                  </a:lnTo>
                  <a:lnTo>
                    <a:pt x="36004" y="522084"/>
                  </a:lnTo>
                  <a:lnTo>
                    <a:pt x="7137" y="562787"/>
                  </a:lnTo>
                  <a:lnTo>
                    <a:pt x="101" y="596493"/>
                  </a:lnTo>
                  <a:lnTo>
                    <a:pt x="0" y="597877"/>
                  </a:lnTo>
                  <a:lnTo>
                    <a:pt x="368" y="600214"/>
                  </a:lnTo>
                  <a:lnTo>
                    <a:pt x="30022" y="600214"/>
                  </a:lnTo>
                  <a:lnTo>
                    <a:pt x="29591" y="596493"/>
                  </a:lnTo>
                  <a:lnTo>
                    <a:pt x="31559" y="585025"/>
                  </a:lnTo>
                  <a:lnTo>
                    <a:pt x="57480" y="543052"/>
                  </a:lnTo>
                  <a:lnTo>
                    <a:pt x="86207" y="516788"/>
                  </a:lnTo>
                  <a:lnTo>
                    <a:pt x="530072" y="206743"/>
                  </a:lnTo>
                  <a:lnTo>
                    <a:pt x="566534" y="187807"/>
                  </a:lnTo>
                  <a:lnTo>
                    <a:pt x="576605" y="183730"/>
                  </a:lnTo>
                  <a:lnTo>
                    <a:pt x="585965" y="178447"/>
                  </a:lnTo>
                  <a:lnTo>
                    <a:pt x="594474" y="172300"/>
                  </a:lnTo>
                  <a:lnTo>
                    <a:pt x="602043" y="165595"/>
                  </a:lnTo>
                  <a:lnTo>
                    <a:pt x="620090" y="153187"/>
                  </a:lnTo>
                  <a:lnTo>
                    <a:pt x="639038" y="144183"/>
                  </a:lnTo>
                  <a:lnTo>
                    <a:pt x="658710" y="138341"/>
                  </a:lnTo>
                  <a:lnTo>
                    <a:pt x="678954" y="135420"/>
                  </a:lnTo>
                  <a:lnTo>
                    <a:pt x="701497" y="133388"/>
                  </a:lnTo>
                  <a:lnTo>
                    <a:pt x="723823" y="130543"/>
                  </a:lnTo>
                  <a:lnTo>
                    <a:pt x="746226" y="128155"/>
                  </a:lnTo>
                  <a:lnTo>
                    <a:pt x="768972" y="127520"/>
                  </a:lnTo>
                  <a:lnTo>
                    <a:pt x="775792" y="127927"/>
                  </a:lnTo>
                  <a:lnTo>
                    <a:pt x="776579" y="127520"/>
                  </a:lnTo>
                  <a:lnTo>
                    <a:pt x="783463" y="123926"/>
                  </a:lnTo>
                  <a:lnTo>
                    <a:pt x="789571" y="119646"/>
                  </a:lnTo>
                  <a:lnTo>
                    <a:pt x="797902" y="114973"/>
                  </a:lnTo>
                  <a:lnTo>
                    <a:pt x="813638" y="104305"/>
                  </a:lnTo>
                  <a:lnTo>
                    <a:pt x="822464" y="99275"/>
                  </a:lnTo>
                  <a:lnTo>
                    <a:pt x="829132" y="96558"/>
                  </a:lnTo>
                  <a:lnTo>
                    <a:pt x="835152" y="96405"/>
                  </a:lnTo>
                  <a:lnTo>
                    <a:pt x="840574" y="98907"/>
                  </a:lnTo>
                  <a:lnTo>
                    <a:pt x="845464" y="104152"/>
                  </a:lnTo>
                  <a:lnTo>
                    <a:pt x="878573" y="151549"/>
                  </a:lnTo>
                  <a:lnTo>
                    <a:pt x="868260" y="165214"/>
                  </a:lnTo>
                  <a:lnTo>
                    <a:pt x="857783" y="179349"/>
                  </a:lnTo>
                  <a:lnTo>
                    <a:pt x="846632" y="193205"/>
                  </a:lnTo>
                  <a:lnTo>
                    <a:pt x="834288" y="206032"/>
                  </a:lnTo>
                  <a:lnTo>
                    <a:pt x="826744" y="216890"/>
                  </a:lnTo>
                  <a:lnTo>
                    <a:pt x="822413" y="228434"/>
                  </a:lnTo>
                  <a:lnTo>
                    <a:pt x="820559" y="240690"/>
                  </a:lnTo>
                  <a:lnTo>
                    <a:pt x="820458" y="253644"/>
                  </a:lnTo>
                  <a:lnTo>
                    <a:pt x="820826" y="262661"/>
                  </a:lnTo>
                  <a:lnTo>
                    <a:pt x="821410" y="272110"/>
                  </a:lnTo>
                  <a:lnTo>
                    <a:pt x="821931" y="281838"/>
                  </a:lnTo>
                  <a:lnTo>
                    <a:pt x="822134" y="291680"/>
                  </a:lnTo>
                  <a:lnTo>
                    <a:pt x="822071" y="296202"/>
                  </a:lnTo>
                  <a:lnTo>
                    <a:pt x="821969" y="303555"/>
                  </a:lnTo>
                  <a:lnTo>
                    <a:pt x="819772" y="314769"/>
                  </a:lnTo>
                  <a:lnTo>
                    <a:pt x="815060" y="325526"/>
                  </a:lnTo>
                  <a:lnTo>
                    <a:pt x="807364" y="336016"/>
                  </a:lnTo>
                  <a:lnTo>
                    <a:pt x="802106" y="342468"/>
                  </a:lnTo>
                  <a:lnTo>
                    <a:pt x="797013" y="348805"/>
                  </a:lnTo>
                  <a:lnTo>
                    <a:pt x="792480" y="355231"/>
                  </a:lnTo>
                  <a:lnTo>
                    <a:pt x="788898" y="361975"/>
                  </a:lnTo>
                  <a:lnTo>
                    <a:pt x="782904" y="371132"/>
                  </a:lnTo>
                  <a:lnTo>
                    <a:pt x="776351" y="378929"/>
                  </a:lnTo>
                  <a:lnTo>
                    <a:pt x="768959" y="385851"/>
                  </a:lnTo>
                  <a:lnTo>
                    <a:pt x="760425" y="392341"/>
                  </a:lnTo>
                  <a:lnTo>
                    <a:pt x="750735" y="399110"/>
                  </a:lnTo>
                  <a:lnTo>
                    <a:pt x="747890" y="402450"/>
                  </a:lnTo>
                  <a:lnTo>
                    <a:pt x="737412" y="415925"/>
                  </a:lnTo>
                  <a:lnTo>
                    <a:pt x="724827" y="426834"/>
                  </a:lnTo>
                  <a:lnTo>
                    <a:pt x="711047" y="436384"/>
                  </a:lnTo>
                  <a:lnTo>
                    <a:pt x="697026" y="445757"/>
                  </a:lnTo>
                  <a:lnTo>
                    <a:pt x="647954" y="481050"/>
                  </a:lnTo>
                  <a:lnTo>
                    <a:pt x="624395" y="499478"/>
                  </a:lnTo>
                  <a:lnTo>
                    <a:pt x="602310" y="519798"/>
                  </a:lnTo>
                  <a:lnTo>
                    <a:pt x="596265" y="525513"/>
                  </a:lnTo>
                  <a:lnTo>
                    <a:pt x="589622" y="530923"/>
                  </a:lnTo>
                  <a:lnTo>
                    <a:pt x="582587" y="536117"/>
                  </a:lnTo>
                  <a:lnTo>
                    <a:pt x="490880" y="600214"/>
                  </a:lnTo>
                  <a:lnTo>
                    <a:pt x="541515" y="600214"/>
                  </a:lnTo>
                  <a:lnTo>
                    <a:pt x="589318" y="566839"/>
                  </a:lnTo>
                  <a:lnTo>
                    <a:pt x="625957" y="538657"/>
                  </a:lnTo>
                  <a:lnTo>
                    <a:pt x="643267" y="523087"/>
                  </a:lnTo>
                  <a:lnTo>
                    <a:pt x="660920" y="508304"/>
                  </a:lnTo>
                  <a:lnTo>
                    <a:pt x="679043" y="494169"/>
                  </a:lnTo>
                  <a:lnTo>
                    <a:pt x="697814" y="480580"/>
                  </a:lnTo>
                  <a:lnTo>
                    <a:pt x="720852" y="465226"/>
                  </a:lnTo>
                  <a:lnTo>
                    <a:pt x="744054" y="449414"/>
                  </a:lnTo>
                  <a:lnTo>
                    <a:pt x="765733" y="431457"/>
                  </a:lnTo>
                  <a:lnTo>
                    <a:pt x="784263" y="409702"/>
                  </a:lnTo>
                  <a:lnTo>
                    <a:pt x="797191" y="401345"/>
                  </a:lnTo>
                  <a:lnTo>
                    <a:pt x="807224" y="390385"/>
                  </a:lnTo>
                  <a:lnTo>
                    <a:pt x="816178" y="378218"/>
                  </a:lnTo>
                  <a:lnTo>
                    <a:pt x="825881" y="366229"/>
                  </a:lnTo>
                  <a:lnTo>
                    <a:pt x="842238" y="344563"/>
                  </a:lnTo>
                  <a:lnTo>
                    <a:pt x="853198" y="321322"/>
                  </a:lnTo>
                  <a:lnTo>
                    <a:pt x="857681" y="296202"/>
                  </a:lnTo>
                  <a:lnTo>
                    <a:pt x="854684" y="268935"/>
                  </a:lnTo>
                  <a:lnTo>
                    <a:pt x="854100" y="268109"/>
                  </a:lnTo>
                  <a:lnTo>
                    <a:pt x="854938" y="267525"/>
                  </a:lnTo>
                  <a:lnTo>
                    <a:pt x="853719" y="265785"/>
                  </a:lnTo>
                  <a:lnTo>
                    <a:pt x="854252" y="249262"/>
                  </a:lnTo>
                  <a:lnTo>
                    <a:pt x="858164" y="233705"/>
                  </a:lnTo>
                  <a:lnTo>
                    <a:pt x="865759" y="219227"/>
                  </a:lnTo>
                  <a:lnTo>
                    <a:pt x="877366" y="206032"/>
                  </a:lnTo>
                  <a:lnTo>
                    <a:pt x="881481" y="200545"/>
                  </a:lnTo>
                  <a:lnTo>
                    <a:pt x="887234" y="193941"/>
                  </a:lnTo>
                  <a:lnTo>
                    <a:pt x="891895" y="189331"/>
                  </a:lnTo>
                  <a:lnTo>
                    <a:pt x="906729" y="173177"/>
                  </a:lnTo>
                  <a:lnTo>
                    <a:pt x="921143" y="156972"/>
                  </a:lnTo>
                  <a:lnTo>
                    <a:pt x="936510" y="141795"/>
                  </a:lnTo>
                  <a:lnTo>
                    <a:pt x="950074" y="131826"/>
                  </a:lnTo>
                  <a:lnTo>
                    <a:pt x="954239" y="128765"/>
                  </a:lnTo>
                  <a:lnTo>
                    <a:pt x="968921" y="117106"/>
                  </a:lnTo>
                  <a:lnTo>
                    <a:pt x="981151" y="103479"/>
                  </a:lnTo>
                  <a:lnTo>
                    <a:pt x="991971" y="88861"/>
                  </a:lnTo>
                  <a:lnTo>
                    <a:pt x="1002449" y="74256"/>
                  </a:lnTo>
                  <a:lnTo>
                    <a:pt x="1005789" y="67792"/>
                  </a:lnTo>
                  <a:lnTo>
                    <a:pt x="1006754" y="60921"/>
                  </a:lnTo>
                  <a:close/>
                </a:path>
                <a:path w="1648459" h="600710">
                  <a:moveTo>
                    <a:pt x="1648282" y="384314"/>
                  </a:moveTo>
                  <a:lnTo>
                    <a:pt x="1648155" y="379234"/>
                  </a:lnTo>
                  <a:lnTo>
                    <a:pt x="1648028" y="374154"/>
                  </a:lnTo>
                  <a:lnTo>
                    <a:pt x="1647901" y="369074"/>
                  </a:lnTo>
                  <a:lnTo>
                    <a:pt x="1647786" y="363994"/>
                  </a:lnTo>
                  <a:lnTo>
                    <a:pt x="1647659" y="358914"/>
                  </a:lnTo>
                  <a:lnTo>
                    <a:pt x="1647532" y="353834"/>
                  </a:lnTo>
                  <a:lnTo>
                    <a:pt x="1645424" y="322084"/>
                  </a:lnTo>
                  <a:lnTo>
                    <a:pt x="1635785" y="261124"/>
                  </a:lnTo>
                  <a:lnTo>
                    <a:pt x="1611591" y="225729"/>
                  </a:lnTo>
                  <a:lnTo>
                    <a:pt x="1611591" y="344944"/>
                  </a:lnTo>
                  <a:lnTo>
                    <a:pt x="1611566" y="374154"/>
                  </a:lnTo>
                  <a:lnTo>
                    <a:pt x="1611452" y="380504"/>
                  </a:lnTo>
                  <a:lnTo>
                    <a:pt x="1609737" y="391934"/>
                  </a:lnTo>
                  <a:lnTo>
                    <a:pt x="1606765" y="403364"/>
                  </a:lnTo>
                  <a:lnTo>
                    <a:pt x="1602943" y="416064"/>
                  </a:lnTo>
                  <a:lnTo>
                    <a:pt x="1598726" y="431304"/>
                  </a:lnTo>
                  <a:lnTo>
                    <a:pt x="1590344" y="426224"/>
                  </a:lnTo>
                  <a:lnTo>
                    <a:pt x="1583093" y="421144"/>
                  </a:lnTo>
                  <a:lnTo>
                    <a:pt x="1576654" y="414794"/>
                  </a:lnTo>
                  <a:lnTo>
                    <a:pt x="1570723" y="409714"/>
                  </a:lnTo>
                  <a:lnTo>
                    <a:pt x="1570609" y="466864"/>
                  </a:lnTo>
                  <a:lnTo>
                    <a:pt x="1566633" y="479564"/>
                  </a:lnTo>
                  <a:lnTo>
                    <a:pt x="1565160" y="482104"/>
                  </a:lnTo>
                  <a:lnTo>
                    <a:pt x="1564957" y="485914"/>
                  </a:lnTo>
                  <a:lnTo>
                    <a:pt x="1563484" y="488454"/>
                  </a:lnTo>
                  <a:lnTo>
                    <a:pt x="1554187" y="492264"/>
                  </a:lnTo>
                  <a:lnTo>
                    <a:pt x="1551292" y="485914"/>
                  </a:lnTo>
                  <a:lnTo>
                    <a:pt x="1545412" y="483374"/>
                  </a:lnTo>
                  <a:lnTo>
                    <a:pt x="1538097" y="478066"/>
                  </a:lnTo>
                  <a:lnTo>
                    <a:pt x="1538097" y="516394"/>
                  </a:lnTo>
                  <a:lnTo>
                    <a:pt x="1517891" y="527824"/>
                  </a:lnTo>
                  <a:lnTo>
                    <a:pt x="1499311" y="537984"/>
                  </a:lnTo>
                  <a:lnTo>
                    <a:pt x="1481670" y="546874"/>
                  </a:lnTo>
                  <a:lnTo>
                    <a:pt x="1464348" y="554494"/>
                  </a:lnTo>
                  <a:lnTo>
                    <a:pt x="1450797" y="557034"/>
                  </a:lnTo>
                  <a:lnTo>
                    <a:pt x="1444142" y="557034"/>
                  </a:lnTo>
                  <a:lnTo>
                    <a:pt x="1437855" y="558304"/>
                  </a:lnTo>
                  <a:lnTo>
                    <a:pt x="1415084" y="558304"/>
                  </a:lnTo>
                  <a:lnTo>
                    <a:pt x="1392720" y="557034"/>
                  </a:lnTo>
                  <a:lnTo>
                    <a:pt x="1370711" y="553224"/>
                  </a:lnTo>
                  <a:lnTo>
                    <a:pt x="1349006" y="546874"/>
                  </a:lnTo>
                  <a:lnTo>
                    <a:pt x="1319390" y="539254"/>
                  </a:lnTo>
                  <a:lnTo>
                    <a:pt x="1288186" y="529094"/>
                  </a:lnTo>
                  <a:lnTo>
                    <a:pt x="1269631" y="521474"/>
                  </a:lnTo>
                  <a:lnTo>
                    <a:pt x="1252385" y="510044"/>
                  </a:lnTo>
                  <a:lnTo>
                    <a:pt x="1235621" y="497344"/>
                  </a:lnTo>
                  <a:lnTo>
                    <a:pt x="1218577" y="485914"/>
                  </a:lnTo>
                  <a:lnTo>
                    <a:pt x="1215478" y="483374"/>
                  </a:lnTo>
                  <a:lnTo>
                    <a:pt x="1214628" y="478294"/>
                  </a:lnTo>
                  <a:lnTo>
                    <a:pt x="1211326" y="474484"/>
                  </a:lnTo>
                  <a:lnTo>
                    <a:pt x="1188135" y="408444"/>
                  </a:lnTo>
                  <a:lnTo>
                    <a:pt x="1178839" y="339864"/>
                  </a:lnTo>
                  <a:lnTo>
                    <a:pt x="1178661" y="334784"/>
                  </a:lnTo>
                  <a:lnTo>
                    <a:pt x="1178572" y="332244"/>
                  </a:lnTo>
                  <a:lnTo>
                    <a:pt x="1178712" y="330974"/>
                  </a:lnTo>
                  <a:lnTo>
                    <a:pt x="1179385" y="324624"/>
                  </a:lnTo>
                  <a:lnTo>
                    <a:pt x="1180490" y="317004"/>
                  </a:lnTo>
                  <a:lnTo>
                    <a:pt x="1180922" y="310654"/>
                  </a:lnTo>
                  <a:lnTo>
                    <a:pt x="1181011" y="309384"/>
                  </a:lnTo>
                  <a:lnTo>
                    <a:pt x="1181100" y="308114"/>
                  </a:lnTo>
                  <a:lnTo>
                    <a:pt x="1218196" y="320814"/>
                  </a:lnTo>
                  <a:lnTo>
                    <a:pt x="1246581" y="338594"/>
                  </a:lnTo>
                  <a:lnTo>
                    <a:pt x="1256512" y="342404"/>
                  </a:lnTo>
                  <a:lnTo>
                    <a:pt x="1267117" y="347484"/>
                  </a:lnTo>
                  <a:lnTo>
                    <a:pt x="1274089" y="350024"/>
                  </a:lnTo>
                  <a:lnTo>
                    <a:pt x="1280833" y="352564"/>
                  </a:lnTo>
                  <a:lnTo>
                    <a:pt x="1287170" y="357644"/>
                  </a:lnTo>
                  <a:lnTo>
                    <a:pt x="1292948" y="361454"/>
                  </a:lnTo>
                  <a:lnTo>
                    <a:pt x="1309395" y="374154"/>
                  </a:lnTo>
                  <a:lnTo>
                    <a:pt x="1325613" y="385584"/>
                  </a:lnTo>
                  <a:lnTo>
                    <a:pt x="1342555" y="395744"/>
                  </a:lnTo>
                  <a:lnTo>
                    <a:pt x="1361224" y="403364"/>
                  </a:lnTo>
                  <a:lnTo>
                    <a:pt x="1372539" y="408444"/>
                  </a:lnTo>
                  <a:lnTo>
                    <a:pt x="1383487" y="417334"/>
                  </a:lnTo>
                  <a:lnTo>
                    <a:pt x="1407642" y="433844"/>
                  </a:lnTo>
                  <a:lnTo>
                    <a:pt x="1420647" y="440194"/>
                  </a:lnTo>
                  <a:lnTo>
                    <a:pt x="1435125" y="445274"/>
                  </a:lnTo>
                  <a:lnTo>
                    <a:pt x="1438630" y="445274"/>
                  </a:lnTo>
                  <a:lnTo>
                    <a:pt x="1538097" y="516394"/>
                  </a:lnTo>
                  <a:lnTo>
                    <a:pt x="1538097" y="478066"/>
                  </a:lnTo>
                  <a:lnTo>
                    <a:pt x="1468462" y="427494"/>
                  </a:lnTo>
                  <a:lnTo>
                    <a:pt x="1460106" y="421144"/>
                  </a:lnTo>
                  <a:lnTo>
                    <a:pt x="1451698" y="416064"/>
                  </a:lnTo>
                  <a:lnTo>
                    <a:pt x="1442796" y="412254"/>
                  </a:lnTo>
                  <a:lnTo>
                    <a:pt x="1432966" y="409714"/>
                  </a:lnTo>
                  <a:lnTo>
                    <a:pt x="1425714" y="407174"/>
                  </a:lnTo>
                  <a:lnTo>
                    <a:pt x="1418983" y="404634"/>
                  </a:lnTo>
                  <a:lnTo>
                    <a:pt x="1412621" y="400824"/>
                  </a:lnTo>
                  <a:lnTo>
                    <a:pt x="1406436" y="397014"/>
                  </a:lnTo>
                  <a:lnTo>
                    <a:pt x="1379651" y="379234"/>
                  </a:lnTo>
                  <a:lnTo>
                    <a:pt x="1365935" y="370344"/>
                  </a:lnTo>
                  <a:lnTo>
                    <a:pt x="1351407" y="363994"/>
                  </a:lnTo>
                  <a:lnTo>
                    <a:pt x="1341272" y="360184"/>
                  </a:lnTo>
                  <a:lnTo>
                    <a:pt x="1331899" y="353834"/>
                  </a:lnTo>
                  <a:lnTo>
                    <a:pt x="1313802" y="338594"/>
                  </a:lnTo>
                  <a:lnTo>
                    <a:pt x="1302321" y="332244"/>
                  </a:lnTo>
                  <a:lnTo>
                    <a:pt x="1291145" y="324624"/>
                  </a:lnTo>
                  <a:lnTo>
                    <a:pt x="1279499" y="319544"/>
                  </a:lnTo>
                  <a:lnTo>
                    <a:pt x="1266583" y="315734"/>
                  </a:lnTo>
                  <a:lnTo>
                    <a:pt x="1260957" y="314464"/>
                  </a:lnTo>
                  <a:lnTo>
                    <a:pt x="1256538" y="309384"/>
                  </a:lnTo>
                  <a:lnTo>
                    <a:pt x="1251775" y="308114"/>
                  </a:lnTo>
                  <a:lnTo>
                    <a:pt x="1239697" y="301764"/>
                  </a:lnTo>
                  <a:lnTo>
                    <a:pt x="1228178" y="296684"/>
                  </a:lnTo>
                  <a:lnTo>
                    <a:pt x="1216837" y="290334"/>
                  </a:lnTo>
                  <a:lnTo>
                    <a:pt x="1205255" y="283984"/>
                  </a:lnTo>
                  <a:lnTo>
                    <a:pt x="1193939" y="275094"/>
                  </a:lnTo>
                  <a:lnTo>
                    <a:pt x="1195324" y="267474"/>
                  </a:lnTo>
                  <a:lnTo>
                    <a:pt x="1197000" y="261124"/>
                  </a:lnTo>
                  <a:lnTo>
                    <a:pt x="1200708" y="256044"/>
                  </a:lnTo>
                  <a:lnTo>
                    <a:pt x="1214437" y="257314"/>
                  </a:lnTo>
                  <a:lnTo>
                    <a:pt x="1274064" y="270014"/>
                  </a:lnTo>
                  <a:lnTo>
                    <a:pt x="1324356" y="291604"/>
                  </a:lnTo>
                  <a:lnTo>
                    <a:pt x="1334338" y="297954"/>
                  </a:lnTo>
                  <a:lnTo>
                    <a:pt x="1338199" y="299224"/>
                  </a:lnTo>
                  <a:lnTo>
                    <a:pt x="1374114" y="317004"/>
                  </a:lnTo>
                  <a:lnTo>
                    <a:pt x="1394104" y="332244"/>
                  </a:lnTo>
                  <a:lnTo>
                    <a:pt x="1404213" y="338594"/>
                  </a:lnTo>
                  <a:lnTo>
                    <a:pt x="1415148" y="344944"/>
                  </a:lnTo>
                  <a:lnTo>
                    <a:pt x="1426819" y="348754"/>
                  </a:lnTo>
                  <a:lnTo>
                    <a:pt x="1433131" y="351294"/>
                  </a:lnTo>
                  <a:lnTo>
                    <a:pt x="1439087" y="355104"/>
                  </a:lnTo>
                  <a:lnTo>
                    <a:pt x="1444955" y="358914"/>
                  </a:lnTo>
                  <a:lnTo>
                    <a:pt x="1450962" y="362724"/>
                  </a:lnTo>
                  <a:lnTo>
                    <a:pt x="1475600" y="380504"/>
                  </a:lnTo>
                  <a:lnTo>
                    <a:pt x="1500365" y="399554"/>
                  </a:lnTo>
                  <a:lnTo>
                    <a:pt x="1550428" y="435114"/>
                  </a:lnTo>
                  <a:lnTo>
                    <a:pt x="1562595" y="444004"/>
                  </a:lnTo>
                  <a:lnTo>
                    <a:pt x="1569300" y="454164"/>
                  </a:lnTo>
                  <a:lnTo>
                    <a:pt x="1570609" y="466864"/>
                  </a:lnTo>
                  <a:lnTo>
                    <a:pt x="1570609" y="409638"/>
                  </a:lnTo>
                  <a:lnTo>
                    <a:pt x="1490687" y="351294"/>
                  </a:lnTo>
                  <a:lnTo>
                    <a:pt x="1475511" y="339864"/>
                  </a:lnTo>
                  <a:lnTo>
                    <a:pt x="1460207" y="329704"/>
                  </a:lnTo>
                  <a:lnTo>
                    <a:pt x="1443990" y="320814"/>
                  </a:lnTo>
                  <a:lnTo>
                    <a:pt x="1422273" y="314464"/>
                  </a:lnTo>
                  <a:lnTo>
                    <a:pt x="1418120" y="310654"/>
                  </a:lnTo>
                  <a:lnTo>
                    <a:pt x="1395755" y="295414"/>
                  </a:lnTo>
                  <a:lnTo>
                    <a:pt x="1371765" y="281444"/>
                  </a:lnTo>
                  <a:lnTo>
                    <a:pt x="1347330" y="267474"/>
                  </a:lnTo>
                  <a:lnTo>
                    <a:pt x="1327950" y="256044"/>
                  </a:lnTo>
                  <a:lnTo>
                    <a:pt x="1288643" y="242074"/>
                  </a:lnTo>
                  <a:lnTo>
                    <a:pt x="1276388" y="240804"/>
                  </a:lnTo>
                  <a:lnTo>
                    <a:pt x="1262405" y="240804"/>
                  </a:lnTo>
                  <a:lnTo>
                    <a:pt x="1248752" y="238264"/>
                  </a:lnTo>
                  <a:lnTo>
                    <a:pt x="1235075" y="234454"/>
                  </a:lnTo>
                  <a:lnTo>
                    <a:pt x="1221066" y="229374"/>
                  </a:lnTo>
                  <a:lnTo>
                    <a:pt x="1225067" y="215404"/>
                  </a:lnTo>
                  <a:lnTo>
                    <a:pt x="1252461" y="188734"/>
                  </a:lnTo>
                  <a:lnTo>
                    <a:pt x="1295755" y="168414"/>
                  </a:lnTo>
                  <a:lnTo>
                    <a:pt x="1329677" y="160794"/>
                  </a:lnTo>
                  <a:lnTo>
                    <a:pt x="1348562" y="156984"/>
                  </a:lnTo>
                  <a:lnTo>
                    <a:pt x="1367561" y="154444"/>
                  </a:lnTo>
                  <a:lnTo>
                    <a:pt x="1386586" y="154444"/>
                  </a:lnTo>
                  <a:lnTo>
                    <a:pt x="1432153" y="159524"/>
                  </a:lnTo>
                  <a:lnTo>
                    <a:pt x="1475028" y="174764"/>
                  </a:lnTo>
                  <a:lnTo>
                    <a:pt x="1533588" y="206514"/>
                  </a:lnTo>
                  <a:lnTo>
                    <a:pt x="1560283" y="226834"/>
                  </a:lnTo>
                  <a:lnTo>
                    <a:pt x="1587182" y="245884"/>
                  </a:lnTo>
                  <a:lnTo>
                    <a:pt x="1607451" y="297954"/>
                  </a:lnTo>
                  <a:lnTo>
                    <a:pt x="1611591" y="344944"/>
                  </a:lnTo>
                  <a:lnTo>
                    <a:pt x="1611591" y="225729"/>
                  </a:lnTo>
                  <a:lnTo>
                    <a:pt x="1595247" y="214134"/>
                  </a:lnTo>
                  <a:lnTo>
                    <a:pt x="1569720" y="195084"/>
                  </a:lnTo>
                  <a:lnTo>
                    <a:pt x="1543850" y="177304"/>
                  </a:lnTo>
                  <a:lnTo>
                    <a:pt x="1517764" y="158254"/>
                  </a:lnTo>
                  <a:lnTo>
                    <a:pt x="1501241" y="154444"/>
                  </a:lnTo>
                  <a:lnTo>
                    <a:pt x="1485811" y="149364"/>
                  </a:lnTo>
                  <a:lnTo>
                    <a:pt x="1455115" y="135394"/>
                  </a:lnTo>
                  <a:lnTo>
                    <a:pt x="1444193" y="130314"/>
                  </a:lnTo>
                  <a:lnTo>
                    <a:pt x="1432509" y="127774"/>
                  </a:lnTo>
                  <a:lnTo>
                    <a:pt x="1420787" y="127774"/>
                  </a:lnTo>
                  <a:lnTo>
                    <a:pt x="1409687" y="129044"/>
                  </a:lnTo>
                  <a:lnTo>
                    <a:pt x="1391539" y="130314"/>
                  </a:lnTo>
                  <a:lnTo>
                    <a:pt x="1373225" y="132854"/>
                  </a:lnTo>
                  <a:lnTo>
                    <a:pt x="1336357" y="135394"/>
                  </a:lnTo>
                  <a:lnTo>
                    <a:pt x="1310970" y="136664"/>
                  </a:lnTo>
                  <a:lnTo>
                    <a:pt x="1287437" y="141744"/>
                  </a:lnTo>
                  <a:lnTo>
                    <a:pt x="1242326" y="159524"/>
                  </a:lnTo>
                  <a:lnTo>
                    <a:pt x="1206131" y="187464"/>
                  </a:lnTo>
                  <a:lnTo>
                    <a:pt x="1198918" y="198894"/>
                  </a:lnTo>
                  <a:lnTo>
                    <a:pt x="1193952" y="202704"/>
                  </a:lnTo>
                  <a:lnTo>
                    <a:pt x="1179461" y="209054"/>
                  </a:lnTo>
                  <a:lnTo>
                    <a:pt x="1168958" y="219214"/>
                  </a:lnTo>
                  <a:lnTo>
                    <a:pt x="1161580" y="230644"/>
                  </a:lnTo>
                  <a:lnTo>
                    <a:pt x="1156462" y="245884"/>
                  </a:lnTo>
                  <a:lnTo>
                    <a:pt x="1153718" y="250964"/>
                  </a:lnTo>
                  <a:lnTo>
                    <a:pt x="1148346" y="256044"/>
                  </a:lnTo>
                  <a:lnTo>
                    <a:pt x="1141628" y="266204"/>
                  </a:lnTo>
                  <a:lnTo>
                    <a:pt x="1136865" y="270014"/>
                  </a:lnTo>
                  <a:lnTo>
                    <a:pt x="1116596" y="313194"/>
                  </a:lnTo>
                  <a:lnTo>
                    <a:pt x="1111237" y="324624"/>
                  </a:lnTo>
                  <a:lnTo>
                    <a:pt x="1106411" y="334784"/>
                  </a:lnTo>
                  <a:lnTo>
                    <a:pt x="1102042" y="346214"/>
                  </a:lnTo>
                  <a:lnTo>
                    <a:pt x="1098105" y="356374"/>
                  </a:lnTo>
                  <a:lnTo>
                    <a:pt x="1093812" y="366534"/>
                  </a:lnTo>
                  <a:lnTo>
                    <a:pt x="1091158" y="376694"/>
                  </a:lnTo>
                  <a:lnTo>
                    <a:pt x="1090066" y="388124"/>
                  </a:lnTo>
                  <a:lnTo>
                    <a:pt x="1090193" y="391934"/>
                  </a:lnTo>
                  <a:lnTo>
                    <a:pt x="1090282" y="394474"/>
                  </a:lnTo>
                  <a:lnTo>
                    <a:pt x="1090371" y="397014"/>
                  </a:lnTo>
                  <a:lnTo>
                    <a:pt x="1096111" y="450354"/>
                  </a:lnTo>
                  <a:lnTo>
                    <a:pt x="1118260" y="498614"/>
                  </a:lnTo>
                  <a:lnTo>
                    <a:pt x="1119886" y="503694"/>
                  </a:lnTo>
                  <a:lnTo>
                    <a:pt x="1123264" y="507504"/>
                  </a:lnTo>
                  <a:lnTo>
                    <a:pt x="1125093" y="512584"/>
                  </a:lnTo>
                  <a:lnTo>
                    <a:pt x="1135189" y="530364"/>
                  </a:lnTo>
                  <a:lnTo>
                    <a:pt x="1146556" y="544334"/>
                  </a:lnTo>
                  <a:lnTo>
                    <a:pt x="1159725" y="558304"/>
                  </a:lnTo>
                  <a:lnTo>
                    <a:pt x="1175258" y="571004"/>
                  </a:lnTo>
                  <a:lnTo>
                    <a:pt x="1216088" y="600214"/>
                  </a:lnTo>
                  <a:lnTo>
                    <a:pt x="1265770" y="600214"/>
                  </a:lnTo>
                  <a:lnTo>
                    <a:pt x="1176947" y="536714"/>
                  </a:lnTo>
                  <a:lnTo>
                    <a:pt x="1158290" y="510044"/>
                  </a:lnTo>
                  <a:lnTo>
                    <a:pt x="1141920" y="482104"/>
                  </a:lnTo>
                  <a:lnTo>
                    <a:pt x="1129322" y="452894"/>
                  </a:lnTo>
                  <a:lnTo>
                    <a:pt x="1121994" y="419874"/>
                  </a:lnTo>
                  <a:lnTo>
                    <a:pt x="1121397" y="409714"/>
                  </a:lnTo>
                  <a:lnTo>
                    <a:pt x="1121524" y="400824"/>
                  </a:lnTo>
                  <a:lnTo>
                    <a:pt x="1121575" y="399554"/>
                  </a:lnTo>
                  <a:lnTo>
                    <a:pt x="1121676" y="397014"/>
                  </a:lnTo>
                  <a:lnTo>
                    <a:pt x="1121791" y="394474"/>
                  </a:lnTo>
                  <a:lnTo>
                    <a:pt x="1121841" y="393204"/>
                  </a:lnTo>
                  <a:lnTo>
                    <a:pt x="1123289" y="380504"/>
                  </a:lnTo>
                  <a:lnTo>
                    <a:pt x="1125131" y="366534"/>
                  </a:lnTo>
                  <a:lnTo>
                    <a:pt x="1125601" y="363994"/>
                  </a:lnTo>
                  <a:lnTo>
                    <a:pt x="1128534" y="358914"/>
                  </a:lnTo>
                  <a:lnTo>
                    <a:pt x="1130503" y="355104"/>
                  </a:lnTo>
                  <a:lnTo>
                    <a:pt x="1132446" y="350024"/>
                  </a:lnTo>
                  <a:lnTo>
                    <a:pt x="1131887" y="346214"/>
                  </a:lnTo>
                  <a:lnTo>
                    <a:pt x="1133830" y="341134"/>
                  </a:lnTo>
                  <a:lnTo>
                    <a:pt x="1135303" y="339864"/>
                  </a:lnTo>
                  <a:lnTo>
                    <a:pt x="1133475" y="333514"/>
                  </a:lnTo>
                  <a:lnTo>
                    <a:pt x="1141247" y="330974"/>
                  </a:lnTo>
                  <a:lnTo>
                    <a:pt x="1144917" y="350024"/>
                  </a:lnTo>
                  <a:lnTo>
                    <a:pt x="1148359" y="369074"/>
                  </a:lnTo>
                  <a:lnTo>
                    <a:pt x="1151255" y="388124"/>
                  </a:lnTo>
                  <a:lnTo>
                    <a:pt x="1153375" y="407174"/>
                  </a:lnTo>
                  <a:lnTo>
                    <a:pt x="1157935" y="430034"/>
                  </a:lnTo>
                  <a:lnTo>
                    <a:pt x="1164983" y="451624"/>
                  </a:lnTo>
                  <a:lnTo>
                    <a:pt x="1173848" y="473214"/>
                  </a:lnTo>
                  <a:lnTo>
                    <a:pt x="1183817" y="494804"/>
                  </a:lnTo>
                  <a:lnTo>
                    <a:pt x="1185938" y="502424"/>
                  </a:lnTo>
                  <a:lnTo>
                    <a:pt x="1249540" y="548144"/>
                  </a:lnTo>
                  <a:lnTo>
                    <a:pt x="1264005" y="557034"/>
                  </a:lnTo>
                  <a:lnTo>
                    <a:pt x="1279436" y="563384"/>
                  </a:lnTo>
                  <a:lnTo>
                    <a:pt x="1311186" y="571004"/>
                  </a:lnTo>
                  <a:lnTo>
                    <a:pt x="1323149" y="574814"/>
                  </a:lnTo>
                  <a:lnTo>
                    <a:pt x="1334617" y="578624"/>
                  </a:lnTo>
                  <a:lnTo>
                    <a:pt x="1345552" y="581164"/>
                  </a:lnTo>
                  <a:lnTo>
                    <a:pt x="1355940" y="584974"/>
                  </a:lnTo>
                  <a:lnTo>
                    <a:pt x="1370965" y="588784"/>
                  </a:lnTo>
                  <a:lnTo>
                    <a:pt x="1385900" y="590054"/>
                  </a:lnTo>
                  <a:lnTo>
                    <a:pt x="1400822" y="590054"/>
                  </a:lnTo>
                  <a:lnTo>
                    <a:pt x="1415808" y="591324"/>
                  </a:lnTo>
                  <a:lnTo>
                    <a:pt x="1438071" y="591324"/>
                  </a:lnTo>
                  <a:lnTo>
                    <a:pt x="1449171" y="590054"/>
                  </a:lnTo>
                  <a:lnTo>
                    <a:pt x="1460119" y="590054"/>
                  </a:lnTo>
                  <a:lnTo>
                    <a:pt x="1462646" y="588784"/>
                  </a:lnTo>
                  <a:lnTo>
                    <a:pt x="1465732" y="591324"/>
                  </a:lnTo>
                  <a:lnTo>
                    <a:pt x="1472336" y="592594"/>
                  </a:lnTo>
                  <a:lnTo>
                    <a:pt x="1457375" y="600214"/>
                  </a:lnTo>
                  <a:lnTo>
                    <a:pt x="1516138" y="600214"/>
                  </a:lnTo>
                  <a:lnTo>
                    <a:pt x="1555089" y="558304"/>
                  </a:lnTo>
                  <a:lnTo>
                    <a:pt x="1561211" y="546874"/>
                  </a:lnTo>
                  <a:lnTo>
                    <a:pt x="1565897" y="543064"/>
                  </a:lnTo>
                  <a:lnTo>
                    <a:pt x="1594027" y="515124"/>
                  </a:lnTo>
                  <a:lnTo>
                    <a:pt x="1628203" y="457974"/>
                  </a:lnTo>
                  <a:lnTo>
                    <a:pt x="1637753" y="431304"/>
                  </a:lnTo>
                  <a:lnTo>
                    <a:pt x="1639582" y="426224"/>
                  </a:lnTo>
                  <a:lnTo>
                    <a:pt x="1642275" y="416064"/>
                  </a:lnTo>
                  <a:lnTo>
                    <a:pt x="1644980" y="404634"/>
                  </a:lnTo>
                  <a:lnTo>
                    <a:pt x="1647151" y="394474"/>
                  </a:lnTo>
                  <a:lnTo>
                    <a:pt x="1648282" y="384314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63086" y="1217676"/>
            <a:ext cx="6965315" cy="334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7940" indent="-342900">
              <a:lnSpc>
                <a:spcPct val="100000"/>
              </a:lnSpc>
              <a:spcBef>
                <a:spcPts val="100"/>
              </a:spcBef>
              <a:buFont typeface="Arial" panose="020B0604020202090204"/>
              <a:buChar char="•"/>
              <a:tabLst>
                <a:tab pos="355600" algn="l"/>
              </a:tabLst>
            </a:pPr>
            <a:r>
              <a:rPr sz="1800" spc="-225" dirty="0">
                <a:solidFill>
                  <a:srgbClr val="0A1533"/>
                </a:solidFill>
                <a:latin typeface="+mn-lt"/>
                <a:cs typeface="+mn-lt"/>
              </a:rPr>
              <a:t>No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recoding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was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completed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Hospital_MI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variable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20" dirty="0">
                <a:solidFill>
                  <a:srgbClr val="0A1533"/>
                </a:solidFill>
                <a:latin typeface="+mn-lt"/>
                <a:cs typeface="+mn-lt"/>
              </a:rPr>
              <a:t>as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it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was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already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categorized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20" dirty="0">
                <a:solidFill>
                  <a:srgbClr val="0A1533"/>
                </a:solidFill>
                <a:latin typeface="+mn-lt"/>
                <a:cs typeface="+mn-lt"/>
              </a:rPr>
              <a:t>as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00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response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“yes”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50" dirty="0">
                <a:solidFill>
                  <a:srgbClr val="0A1533"/>
                </a:solidFill>
                <a:latin typeface="+mn-lt"/>
                <a:cs typeface="+mn-lt"/>
              </a:rPr>
              <a:t>or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“no”.</a:t>
            </a:r>
            <a:endParaRPr sz="1800">
              <a:latin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0A1533"/>
              </a:buClr>
              <a:buFont typeface="Arial" panose="020B0604020202090204"/>
              <a:buChar char="•"/>
            </a:pPr>
            <a:endParaRPr sz="1800">
              <a:latin typeface="+mn-lt"/>
              <a:cs typeface="+mn-lt"/>
            </a:endParaRPr>
          </a:p>
          <a:p>
            <a:pPr marL="355600" marR="5080" indent="-342900">
              <a:lnSpc>
                <a:spcPct val="100000"/>
              </a:lnSpc>
              <a:buFont typeface="Arial" panose="020B0604020202090204"/>
              <a:buChar char="•"/>
              <a:tabLst>
                <a:tab pos="355600" algn="l"/>
              </a:tabLst>
            </a:pP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Rationale: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40" dirty="0">
                <a:solidFill>
                  <a:srgbClr val="0A1533"/>
                </a:solidFill>
                <a:latin typeface="+mn-lt"/>
                <a:cs typeface="+mn-lt"/>
              </a:rPr>
              <a:t>Our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rationale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recoding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was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we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needed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to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categorize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this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numerical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variable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so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we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could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 run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statistical </a:t>
            </a:r>
            <a:r>
              <a:rPr sz="1800" spc="55" dirty="0">
                <a:solidFill>
                  <a:srgbClr val="0A1533"/>
                </a:solidFill>
                <a:latin typeface="+mn-lt"/>
                <a:cs typeface="+mn-lt"/>
              </a:rPr>
              <a:t>analysis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tests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on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the 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proportion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individuals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each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category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reported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being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hospitalized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 </a:t>
            </a:r>
            <a:r>
              <a:rPr sz="1800" spc="100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heart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attack.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Given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previous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literature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cites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obesity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14" dirty="0">
                <a:solidFill>
                  <a:srgbClr val="0A1533"/>
                </a:solidFill>
                <a:latin typeface="+mn-lt"/>
                <a:cs typeface="+mn-lt"/>
              </a:rPr>
              <a:t>as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00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risk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factor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heart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attack,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we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wanted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define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what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levels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</a:rPr>
              <a:t>fall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into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range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obesity. 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Then,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so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we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could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run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00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chi-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squared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test,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we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categorized 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other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ranges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BMIs,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14" dirty="0">
                <a:solidFill>
                  <a:srgbClr val="0A1533"/>
                </a:solidFill>
                <a:latin typeface="+mn-lt"/>
                <a:cs typeface="+mn-lt"/>
              </a:rPr>
              <a:t>as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defined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by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official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weight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status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categories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5" dirty="0">
                <a:solidFill>
                  <a:srgbClr val="0A1533"/>
                </a:solidFill>
                <a:latin typeface="+mn-lt"/>
                <a:cs typeface="+mn-lt"/>
              </a:rPr>
              <a:t>(Center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Disease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10" dirty="0">
                <a:solidFill>
                  <a:srgbClr val="0A1533"/>
                </a:solidFill>
                <a:latin typeface="+mn-lt"/>
                <a:cs typeface="+mn-lt"/>
              </a:rPr>
              <a:t>Control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Prevention,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2022).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9" name="Title 8"/>
          <p:cNvSpPr/>
          <p:nvPr>
            <p:ph type="title"/>
          </p:nvPr>
        </p:nvSpPr>
        <p:spPr>
          <a:xfrm>
            <a:off x="2076818" y="475995"/>
            <a:ext cx="6311163" cy="553720"/>
          </a:xfrm>
        </p:spPr>
        <p:txBody>
          <a:bodyPr/>
          <a:p>
            <a:r>
              <a:rPr lang="en-US" sz="3600">
                <a:latin typeface="+mj-lt"/>
                <a:cs typeface="+mj-lt"/>
              </a:rPr>
              <a:t>Recoding Procedures</a:t>
            </a:r>
            <a:endParaRPr lang="en-US" sz="36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74613" y="1235360"/>
            <a:ext cx="3069590" cy="3908425"/>
            <a:chOff x="6074613" y="1235360"/>
            <a:chExt cx="3069590" cy="3908425"/>
          </a:xfrm>
        </p:grpSpPr>
        <p:sp>
          <p:nvSpPr>
            <p:cNvPr id="3" name="object 3"/>
            <p:cNvSpPr/>
            <p:nvPr/>
          </p:nvSpPr>
          <p:spPr>
            <a:xfrm>
              <a:off x="7567091" y="1504972"/>
              <a:ext cx="610235" cy="891540"/>
            </a:xfrm>
            <a:custGeom>
              <a:avLst/>
              <a:gdLst/>
              <a:ahLst/>
              <a:cxnLst/>
              <a:rect l="l" t="t" r="r" b="b"/>
              <a:pathLst>
                <a:path w="610234" h="891539">
                  <a:moveTo>
                    <a:pt x="225537" y="0"/>
                  </a:moveTo>
                  <a:lnTo>
                    <a:pt x="180530" y="7619"/>
                  </a:lnTo>
                  <a:lnTo>
                    <a:pt x="112246" y="30479"/>
                  </a:lnTo>
                  <a:lnTo>
                    <a:pt x="59842" y="53339"/>
                  </a:lnTo>
                  <a:lnTo>
                    <a:pt x="14706" y="83819"/>
                  </a:lnTo>
                  <a:lnTo>
                    <a:pt x="0" y="119379"/>
                  </a:lnTo>
                  <a:lnTo>
                    <a:pt x="766" y="134619"/>
                  </a:lnTo>
                  <a:lnTo>
                    <a:pt x="830" y="135889"/>
                  </a:lnTo>
                  <a:lnTo>
                    <a:pt x="4822" y="152400"/>
                  </a:lnTo>
                  <a:lnTo>
                    <a:pt x="10744" y="168910"/>
                  </a:lnTo>
                  <a:lnTo>
                    <a:pt x="17360" y="184150"/>
                  </a:lnTo>
                  <a:lnTo>
                    <a:pt x="25896" y="204469"/>
                  </a:lnTo>
                  <a:lnTo>
                    <a:pt x="34658" y="226060"/>
                  </a:lnTo>
                  <a:lnTo>
                    <a:pt x="44725" y="246379"/>
                  </a:lnTo>
                  <a:lnTo>
                    <a:pt x="57175" y="262889"/>
                  </a:lnTo>
                  <a:lnTo>
                    <a:pt x="58991" y="265429"/>
                  </a:lnTo>
                  <a:lnTo>
                    <a:pt x="62293" y="265429"/>
                  </a:lnTo>
                  <a:lnTo>
                    <a:pt x="63614" y="266700"/>
                  </a:lnTo>
                  <a:lnTo>
                    <a:pt x="68969" y="270510"/>
                  </a:lnTo>
                  <a:lnTo>
                    <a:pt x="74626" y="273050"/>
                  </a:lnTo>
                  <a:lnTo>
                    <a:pt x="80743" y="275589"/>
                  </a:lnTo>
                  <a:lnTo>
                    <a:pt x="87477" y="278129"/>
                  </a:lnTo>
                  <a:lnTo>
                    <a:pt x="87214" y="292100"/>
                  </a:lnTo>
                  <a:lnTo>
                    <a:pt x="81269" y="340360"/>
                  </a:lnTo>
                  <a:lnTo>
                    <a:pt x="60358" y="384810"/>
                  </a:lnTo>
                  <a:lnTo>
                    <a:pt x="53460" y="394969"/>
                  </a:lnTo>
                  <a:lnTo>
                    <a:pt x="47193" y="406400"/>
                  </a:lnTo>
                  <a:lnTo>
                    <a:pt x="39611" y="430529"/>
                  </a:lnTo>
                  <a:lnTo>
                    <a:pt x="37840" y="452119"/>
                  </a:lnTo>
                  <a:lnTo>
                    <a:pt x="37736" y="453389"/>
                  </a:lnTo>
                  <a:lnTo>
                    <a:pt x="39869" y="477519"/>
                  </a:lnTo>
                  <a:lnTo>
                    <a:pt x="58404" y="553719"/>
                  </a:lnTo>
                  <a:lnTo>
                    <a:pt x="75576" y="601979"/>
                  </a:lnTo>
                  <a:lnTo>
                    <a:pt x="94737" y="651509"/>
                  </a:lnTo>
                  <a:lnTo>
                    <a:pt x="114796" y="699769"/>
                  </a:lnTo>
                  <a:lnTo>
                    <a:pt x="134664" y="748029"/>
                  </a:lnTo>
                  <a:lnTo>
                    <a:pt x="153251" y="797559"/>
                  </a:lnTo>
                  <a:lnTo>
                    <a:pt x="169468" y="847089"/>
                  </a:lnTo>
                  <a:lnTo>
                    <a:pt x="168732" y="848359"/>
                  </a:lnTo>
                  <a:lnTo>
                    <a:pt x="169291" y="849629"/>
                  </a:lnTo>
                  <a:lnTo>
                    <a:pt x="216924" y="877569"/>
                  </a:lnTo>
                  <a:lnTo>
                    <a:pt x="259702" y="889000"/>
                  </a:lnTo>
                  <a:lnTo>
                    <a:pt x="305754" y="891539"/>
                  </a:lnTo>
                  <a:lnTo>
                    <a:pt x="353268" y="887729"/>
                  </a:lnTo>
                  <a:lnTo>
                    <a:pt x="400431" y="877569"/>
                  </a:lnTo>
                  <a:lnTo>
                    <a:pt x="435868" y="864869"/>
                  </a:lnTo>
                  <a:lnTo>
                    <a:pt x="282565" y="864869"/>
                  </a:lnTo>
                  <a:lnTo>
                    <a:pt x="239412" y="861059"/>
                  </a:lnTo>
                  <a:lnTo>
                    <a:pt x="197383" y="849629"/>
                  </a:lnTo>
                  <a:lnTo>
                    <a:pt x="198145" y="848359"/>
                  </a:lnTo>
                  <a:lnTo>
                    <a:pt x="196684" y="843279"/>
                  </a:lnTo>
                  <a:lnTo>
                    <a:pt x="190757" y="822959"/>
                  </a:lnTo>
                  <a:lnTo>
                    <a:pt x="184524" y="803909"/>
                  </a:lnTo>
                  <a:lnTo>
                    <a:pt x="177968" y="783589"/>
                  </a:lnTo>
                  <a:lnTo>
                    <a:pt x="171069" y="764539"/>
                  </a:lnTo>
                  <a:lnTo>
                    <a:pt x="362984" y="764539"/>
                  </a:lnTo>
                  <a:lnTo>
                    <a:pt x="370836" y="762000"/>
                  </a:lnTo>
                  <a:lnTo>
                    <a:pt x="378675" y="758189"/>
                  </a:lnTo>
                  <a:lnTo>
                    <a:pt x="384445" y="755650"/>
                  </a:lnTo>
                  <a:lnTo>
                    <a:pt x="251647" y="755650"/>
                  </a:lnTo>
                  <a:lnTo>
                    <a:pt x="206857" y="751839"/>
                  </a:lnTo>
                  <a:lnTo>
                    <a:pt x="161937" y="740409"/>
                  </a:lnTo>
                  <a:lnTo>
                    <a:pt x="143634" y="694689"/>
                  </a:lnTo>
                  <a:lnTo>
                    <a:pt x="124941" y="647700"/>
                  </a:lnTo>
                  <a:lnTo>
                    <a:pt x="106920" y="601979"/>
                  </a:lnTo>
                  <a:lnTo>
                    <a:pt x="90633" y="554989"/>
                  </a:lnTo>
                  <a:lnTo>
                    <a:pt x="77139" y="508000"/>
                  </a:lnTo>
                  <a:lnTo>
                    <a:pt x="250163" y="508000"/>
                  </a:lnTo>
                  <a:lnTo>
                    <a:pt x="264179" y="502919"/>
                  </a:lnTo>
                  <a:lnTo>
                    <a:pt x="147367" y="502919"/>
                  </a:lnTo>
                  <a:lnTo>
                    <a:pt x="109061" y="500379"/>
                  </a:lnTo>
                  <a:lnTo>
                    <a:pt x="72936" y="488950"/>
                  </a:lnTo>
                  <a:lnTo>
                    <a:pt x="71780" y="485139"/>
                  </a:lnTo>
                  <a:lnTo>
                    <a:pt x="69814" y="441959"/>
                  </a:lnTo>
                  <a:lnTo>
                    <a:pt x="79938" y="408939"/>
                  </a:lnTo>
                  <a:lnTo>
                    <a:pt x="95670" y="377189"/>
                  </a:lnTo>
                  <a:lnTo>
                    <a:pt x="110528" y="339089"/>
                  </a:lnTo>
                  <a:lnTo>
                    <a:pt x="114623" y="323850"/>
                  </a:lnTo>
                  <a:lnTo>
                    <a:pt x="116076" y="308610"/>
                  </a:lnTo>
                  <a:lnTo>
                    <a:pt x="114269" y="293369"/>
                  </a:lnTo>
                  <a:lnTo>
                    <a:pt x="108585" y="279400"/>
                  </a:lnTo>
                  <a:lnTo>
                    <a:pt x="125638" y="279400"/>
                  </a:lnTo>
                  <a:lnTo>
                    <a:pt x="143092" y="276860"/>
                  </a:lnTo>
                  <a:lnTo>
                    <a:pt x="176999" y="269239"/>
                  </a:lnTo>
                  <a:lnTo>
                    <a:pt x="184086" y="266700"/>
                  </a:lnTo>
                  <a:lnTo>
                    <a:pt x="190919" y="265429"/>
                  </a:lnTo>
                  <a:lnTo>
                    <a:pt x="197091" y="262889"/>
                  </a:lnTo>
                  <a:lnTo>
                    <a:pt x="226069" y="250189"/>
                  </a:lnTo>
                  <a:lnTo>
                    <a:pt x="98693" y="250189"/>
                  </a:lnTo>
                  <a:lnTo>
                    <a:pt x="79907" y="247650"/>
                  </a:lnTo>
                  <a:lnTo>
                    <a:pt x="70002" y="247650"/>
                  </a:lnTo>
                  <a:lnTo>
                    <a:pt x="64252" y="231139"/>
                  </a:lnTo>
                  <a:lnTo>
                    <a:pt x="56943" y="214629"/>
                  </a:lnTo>
                  <a:lnTo>
                    <a:pt x="48867" y="198119"/>
                  </a:lnTo>
                  <a:lnTo>
                    <a:pt x="40817" y="182879"/>
                  </a:lnTo>
                  <a:lnTo>
                    <a:pt x="37707" y="173989"/>
                  </a:lnTo>
                  <a:lnTo>
                    <a:pt x="34886" y="165100"/>
                  </a:lnTo>
                  <a:lnTo>
                    <a:pt x="32295" y="156210"/>
                  </a:lnTo>
                  <a:lnTo>
                    <a:pt x="29870" y="148589"/>
                  </a:lnTo>
                  <a:lnTo>
                    <a:pt x="47955" y="148589"/>
                  </a:lnTo>
                  <a:lnTo>
                    <a:pt x="57127" y="147319"/>
                  </a:lnTo>
                  <a:lnTo>
                    <a:pt x="65887" y="144779"/>
                  </a:lnTo>
                  <a:lnTo>
                    <a:pt x="78042" y="144779"/>
                  </a:lnTo>
                  <a:lnTo>
                    <a:pt x="76949" y="142239"/>
                  </a:lnTo>
                  <a:lnTo>
                    <a:pt x="103035" y="134619"/>
                  </a:lnTo>
                  <a:lnTo>
                    <a:pt x="113240" y="134619"/>
                  </a:lnTo>
                  <a:lnTo>
                    <a:pt x="130593" y="129539"/>
                  </a:lnTo>
                  <a:lnTo>
                    <a:pt x="151890" y="121919"/>
                  </a:lnTo>
                  <a:lnTo>
                    <a:pt x="41149" y="121919"/>
                  </a:lnTo>
                  <a:lnTo>
                    <a:pt x="30835" y="116839"/>
                  </a:lnTo>
                  <a:lnTo>
                    <a:pt x="27711" y="109219"/>
                  </a:lnTo>
                  <a:lnTo>
                    <a:pt x="30419" y="101600"/>
                  </a:lnTo>
                  <a:lnTo>
                    <a:pt x="36389" y="93979"/>
                  </a:lnTo>
                  <a:lnTo>
                    <a:pt x="75347" y="68579"/>
                  </a:lnTo>
                  <a:lnTo>
                    <a:pt x="175272" y="30479"/>
                  </a:lnTo>
                  <a:lnTo>
                    <a:pt x="210072" y="22860"/>
                  </a:lnTo>
                  <a:lnTo>
                    <a:pt x="276463" y="22860"/>
                  </a:lnTo>
                  <a:lnTo>
                    <a:pt x="275123" y="19050"/>
                  </a:lnTo>
                  <a:lnTo>
                    <a:pt x="265914" y="11429"/>
                  </a:lnTo>
                  <a:lnTo>
                    <a:pt x="253878" y="5079"/>
                  </a:lnTo>
                  <a:lnTo>
                    <a:pt x="240931" y="2539"/>
                  </a:lnTo>
                  <a:lnTo>
                    <a:pt x="225537" y="0"/>
                  </a:lnTo>
                  <a:close/>
                </a:path>
                <a:path w="610234" h="891539">
                  <a:moveTo>
                    <a:pt x="582403" y="632459"/>
                  </a:moveTo>
                  <a:lnTo>
                    <a:pt x="547585" y="632459"/>
                  </a:lnTo>
                  <a:lnTo>
                    <a:pt x="554009" y="651509"/>
                  </a:lnTo>
                  <a:lnTo>
                    <a:pt x="567850" y="688339"/>
                  </a:lnTo>
                  <a:lnTo>
                    <a:pt x="574624" y="708659"/>
                  </a:lnTo>
                  <a:lnTo>
                    <a:pt x="547352" y="742950"/>
                  </a:lnTo>
                  <a:lnTo>
                    <a:pt x="511540" y="777239"/>
                  </a:lnTo>
                  <a:lnTo>
                    <a:pt x="468800" y="807719"/>
                  </a:lnTo>
                  <a:lnTo>
                    <a:pt x="420744" y="833119"/>
                  </a:lnTo>
                  <a:lnTo>
                    <a:pt x="368985" y="852169"/>
                  </a:lnTo>
                  <a:lnTo>
                    <a:pt x="326028" y="861059"/>
                  </a:lnTo>
                  <a:lnTo>
                    <a:pt x="282565" y="864869"/>
                  </a:lnTo>
                  <a:lnTo>
                    <a:pt x="435868" y="864869"/>
                  </a:lnTo>
                  <a:lnTo>
                    <a:pt x="482060" y="844550"/>
                  </a:lnTo>
                  <a:lnTo>
                    <a:pt x="516220" y="822959"/>
                  </a:lnTo>
                  <a:lnTo>
                    <a:pt x="563542" y="775969"/>
                  </a:lnTo>
                  <a:lnTo>
                    <a:pt x="604433" y="722629"/>
                  </a:lnTo>
                  <a:lnTo>
                    <a:pt x="609701" y="706119"/>
                  </a:lnTo>
                  <a:lnTo>
                    <a:pt x="591008" y="655319"/>
                  </a:lnTo>
                  <a:lnTo>
                    <a:pt x="582403" y="632459"/>
                  </a:lnTo>
                  <a:close/>
                </a:path>
                <a:path w="610234" h="891539">
                  <a:moveTo>
                    <a:pt x="362984" y="764539"/>
                  </a:moveTo>
                  <a:lnTo>
                    <a:pt x="171069" y="764539"/>
                  </a:lnTo>
                  <a:lnTo>
                    <a:pt x="214386" y="777239"/>
                  </a:lnTo>
                  <a:lnTo>
                    <a:pt x="258498" y="781050"/>
                  </a:lnTo>
                  <a:lnTo>
                    <a:pt x="302949" y="778509"/>
                  </a:lnTo>
                  <a:lnTo>
                    <a:pt x="347281" y="769619"/>
                  </a:lnTo>
                  <a:lnTo>
                    <a:pt x="362984" y="764539"/>
                  </a:lnTo>
                  <a:close/>
                </a:path>
                <a:path w="610234" h="891539">
                  <a:moveTo>
                    <a:pt x="470700" y="381000"/>
                  </a:moveTo>
                  <a:lnTo>
                    <a:pt x="435787" y="381000"/>
                  </a:lnTo>
                  <a:lnTo>
                    <a:pt x="459436" y="421639"/>
                  </a:lnTo>
                  <a:lnTo>
                    <a:pt x="480758" y="464819"/>
                  </a:lnTo>
                  <a:lnTo>
                    <a:pt x="500323" y="509269"/>
                  </a:lnTo>
                  <a:lnTo>
                    <a:pt x="518701" y="554989"/>
                  </a:lnTo>
                  <a:lnTo>
                    <a:pt x="536460" y="600709"/>
                  </a:lnTo>
                  <a:lnTo>
                    <a:pt x="504751" y="640079"/>
                  </a:lnTo>
                  <a:lnTo>
                    <a:pt x="468479" y="674369"/>
                  </a:lnTo>
                  <a:lnTo>
                    <a:pt x="428305" y="703579"/>
                  </a:lnTo>
                  <a:lnTo>
                    <a:pt x="384891" y="726439"/>
                  </a:lnTo>
                  <a:lnTo>
                    <a:pt x="338899" y="744219"/>
                  </a:lnTo>
                  <a:lnTo>
                    <a:pt x="295822" y="753109"/>
                  </a:lnTo>
                  <a:lnTo>
                    <a:pt x="251647" y="755650"/>
                  </a:lnTo>
                  <a:lnTo>
                    <a:pt x="384445" y="755650"/>
                  </a:lnTo>
                  <a:lnTo>
                    <a:pt x="424831" y="737869"/>
                  </a:lnTo>
                  <a:lnTo>
                    <a:pt x="472532" y="709929"/>
                  </a:lnTo>
                  <a:lnTo>
                    <a:pt x="515532" y="674369"/>
                  </a:lnTo>
                  <a:lnTo>
                    <a:pt x="547585" y="632459"/>
                  </a:lnTo>
                  <a:lnTo>
                    <a:pt x="582403" y="632459"/>
                  </a:lnTo>
                  <a:lnTo>
                    <a:pt x="551976" y="553719"/>
                  </a:lnTo>
                  <a:lnTo>
                    <a:pt x="530917" y="502919"/>
                  </a:lnTo>
                  <a:lnTo>
                    <a:pt x="508347" y="453389"/>
                  </a:lnTo>
                  <a:lnTo>
                    <a:pt x="483908" y="405129"/>
                  </a:lnTo>
                  <a:lnTo>
                    <a:pt x="470700" y="381000"/>
                  </a:lnTo>
                  <a:close/>
                </a:path>
                <a:path w="610234" h="891539">
                  <a:moveTo>
                    <a:pt x="250163" y="508000"/>
                  </a:moveTo>
                  <a:lnTo>
                    <a:pt x="77139" y="508000"/>
                  </a:lnTo>
                  <a:lnTo>
                    <a:pt x="116560" y="518159"/>
                  </a:lnTo>
                  <a:lnTo>
                    <a:pt x="158775" y="521969"/>
                  </a:lnTo>
                  <a:lnTo>
                    <a:pt x="202551" y="519429"/>
                  </a:lnTo>
                  <a:lnTo>
                    <a:pt x="246659" y="509269"/>
                  </a:lnTo>
                  <a:lnTo>
                    <a:pt x="250163" y="508000"/>
                  </a:lnTo>
                  <a:close/>
                </a:path>
                <a:path w="610234" h="891539">
                  <a:moveTo>
                    <a:pt x="307948" y="215900"/>
                  </a:moveTo>
                  <a:lnTo>
                    <a:pt x="286626" y="215900"/>
                  </a:lnTo>
                  <a:lnTo>
                    <a:pt x="307433" y="261619"/>
                  </a:lnTo>
                  <a:lnTo>
                    <a:pt x="341953" y="294639"/>
                  </a:lnTo>
                  <a:lnTo>
                    <a:pt x="382141" y="325119"/>
                  </a:lnTo>
                  <a:lnTo>
                    <a:pt x="419950" y="359410"/>
                  </a:lnTo>
                  <a:lnTo>
                    <a:pt x="391857" y="393700"/>
                  </a:lnTo>
                  <a:lnTo>
                    <a:pt x="357007" y="425450"/>
                  </a:lnTo>
                  <a:lnTo>
                    <a:pt x="316893" y="452119"/>
                  </a:lnTo>
                  <a:lnTo>
                    <a:pt x="273008" y="474979"/>
                  </a:lnTo>
                  <a:lnTo>
                    <a:pt x="226847" y="491489"/>
                  </a:lnTo>
                  <a:lnTo>
                    <a:pt x="186936" y="500379"/>
                  </a:lnTo>
                  <a:lnTo>
                    <a:pt x="147367" y="502919"/>
                  </a:lnTo>
                  <a:lnTo>
                    <a:pt x="264179" y="502919"/>
                  </a:lnTo>
                  <a:lnTo>
                    <a:pt x="335342" y="471169"/>
                  </a:lnTo>
                  <a:lnTo>
                    <a:pt x="374609" y="445769"/>
                  </a:lnTo>
                  <a:lnTo>
                    <a:pt x="408571" y="415289"/>
                  </a:lnTo>
                  <a:lnTo>
                    <a:pt x="435787" y="381000"/>
                  </a:lnTo>
                  <a:lnTo>
                    <a:pt x="470700" y="381000"/>
                  </a:lnTo>
                  <a:lnTo>
                    <a:pt x="439132" y="332739"/>
                  </a:lnTo>
                  <a:lnTo>
                    <a:pt x="405404" y="300989"/>
                  </a:lnTo>
                  <a:lnTo>
                    <a:pt x="375310" y="284479"/>
                  </a:lnTo>
                  <a:lnTo>
                    <a:pt x="360260" y="275589"/>
                  </a:lnTo>
                  <a:lnTo>
                    <a:pt x="340788" y="261619"/>
                  </a:lnTo>
                  <a:lnTo>
                    <a:pt x="326180" y="245110"/>
                  </a:lnTo>
                  <a:lnTo>
                    <a:pt x="314172" y="226060"/>
                  </a:lnTo>
                  <a:lnTo>
                    <a:pt x="307948" y="215900"/>
                  </a:lnTo>
                  <a:close/>
                </a:path>
                <a:path w="610234" h="891539">
                  <a:moveTo>
                    <a:pt x="78042" y="144779"/>
                  </a:moveTo>
                  <a:lnTo>
                    <a:pt x="65887" y="144779"/>
                  </a:lnTo>
                  <a:lnTo>
                    <a:pt x="71248" y="160019"/>
                  </a:lnTo>
                  <a:lnTo>
                    <a:pt x="77008" y="173989"/>
                  </a:lnTo>
                  <a:lnTo>
                    <a:pt x="82941" y="187960"/>
                  </a:lnTo>
                  <a:lnTo>
                    <a:pt x="88823" y="203200"/>
                  </a:lnTo>
                  <a:lnTo>
                    <a:pt x="92891" y="214629"/>
                  </a:lnTo>
                  <a:lnTo>
                    <a:pt x="97245" y="227329"/>
                  </a:lnTo>
                  <a:lnTo>
                    <a:pt x="102145" y="238760"/>
                  </a:lnTo>
                  <a:lnTo>
                    <a:pt x="107848" y="250189"/>
                  </a:lnTo>
                  <a:lnTo>
                    <a:pt x="117398" y="250189"/>
                  </a:lnTo>
                  <a:lnTo>
                    <a:pt x="109337" y="222250"/>
                  </a:lnTo>
                  <a:lnTo>
                    <a:pt x="99455" y="195579"/>
                  </a:lnTo>
                  <a:lnTo>
                    <a:pt x="88432" y="168910"/>
                  </a:lnTo>
                  <a:lnTo>
                    <a:pt x="78042" y="144779"/>
                  </a:lnTo>
                  <a:close/>
                </a:path>
                <a:path w="610234" h="891539">
                  <a:moveTo>
                    <a:pt x="113240" y="134619"/>
                  </a:moveTo>
                  <a:lnTo>
                    <a:pt x="103035" y="134619"/>
                  </a:lnTo>
                  <a:lnTo>
                    <a:pt x="108484" y="153669"/>
                  </a:lnTo>
                  <a:lnTo>
                    <a:pt x="113839" y="171450"/>
                  </a:lnTo>
                  <a:lnTo>
                    <a:pt x="119704" y="187960"/>
                  </a:lnTo>
                  <a:lnTo>
                    <a:pt x="126390" y="204469"/>
                  </a:lnTo>
                  <a:lnTo>
                    <a:pt x="130226" y="215900"/>
                  </a:lnTo>
                  <a:lnTo>
                    <a:pt x="134240" y="227329"/>
                  </a:lnTo>
                  <a:lnTo>
                    <a:pt x="138961" y="237489"/>
                  </a:lnTo>
                  <a:lnTo>
                    <a:pt x="144919" y="247650"/>
                  </a:lnTo>
                  <a:lnTo>
                    <a:pt x="138072" y="248919"/>
                  </a:lnTo>
                  <a:lnTo>
                    <a:pt x="124474" y="248919"/>
                  </a:lnTo>
                  <a:lnTo>
                    <a:pt x="117398" y="250189"/>
                  </a:lnTo>
                  <a:lnTo>
                    <a:pt x="226069" y="250189"/>
                  </a:lnTo>
                  <a:lnTo>
                    <a:pt x="231865" y="247650"/>
                  </a:lnTo>
                  <a:lnTo>
                    <a:pt x="154851" y="247650"/>
                  </a:lnTo>
                  <a:lnTo>
                    <a:pt x="148619" y="218439"/>
                  </a:lnTo>
                  <a:lnTo>
                    <a:pt x="137444" y="189229"/>
                  </a:lnTo>
                  <a:lnTo>
                    <a:pt x="123484" y="160019"/>
                  </a:lnTo>
                  <a:lnTo>
                    <a:pt x="108902" y="135889"/>
                  </a:lnTo>
                  <a:lnTo>
                    <a:pt x="113240" y="134619"/>
                  </a:lnTo>
                  <a:close/>
                </a:path>
                <a:path w="610234" h="891539">
                  <a:moveTo>
                    <a:pt x="237248" y="177800"/>
                  </a:moveTo>
                  <a:lnTo>
                    <a:pt x="233794" y="179069"/>
                  </a:lnTo>
                  <a:lnTo>
                    <a:pt x="232181" y="180339"/>
                  </a:lnTo>
                  <a:lnTo>
                    <a:pt x="234937" y="190500"/>
                  </a:lnTo>
                  <a:lnTo>
                    <a:pt x="238264" y="198119"/>
                  </a:lnTo>
                  <a:lnTo>
                    <a:pt x="242824" y="214629"/>
                  </a:lnTo>
                  <a:lnTo>
                    <a:pt x="227761" y="222250"/>
                  </a:lnTo>
                  <a:lnTo>
                    <a:pt x="212653" y="228600"/>
                  </a:lnTo>
                  <a:lnTo>
                    <a:pt x="198409" y="234950"/>
                  </a:lnTo>
                  <a:lnTo>
                    <a:pt x="185940" y="238760"/>
                  </a:lnTo>
                  <a:lnTo>
                    <a:pt x="180568" y="241300"/>
                  </a:lnTo>
                  <a:lnTo>
                    <a:pt x="175361" y="242569"/>
                  </a:lnTo>
                  <a:lnTo>
                    <a:pt x="165087" y="246379"/>
                  </a:lnTo>
                  <a:lnTo>
                    <a:pt x="160007" y="246379"/>
                  </a:lnTo>
                  <a:lnTo>
                    <a:pt x="154851" y="247650"/>
                  </a:lnTo>
                  <a:lnTo>
                    <a:pt x="231865" y="247650"/>
                  </a:lnTo>
                  <a:lnTo>
                    <a:pt x="240558" y="243839"/>
                  </a:lnTo>
                  <a:lnTo>
                    <a:pt x="264372" y="229869"/>
                  </a:lnTo>
                  <a:lnTo>
                    <a:pt x="286626" y="215900"/>
                  </a:lnTo>
                  <a:lnTo>
                    <a:pt x="307948" y="215900"/>
                  </a:lnTo>
                  <a:lnTo>
                    <a:pt x="302501" y="207010"/>
                  </a:lnTo>
                  <a:lnTo>
                    <a:pt x="253695" y="207010"/>
                  </a:lnTo>
                  <a:lnTo>
                    <a:pt x="253123" y="204469"/>
                  </a:lnTo>
                  <a:lnTo>
                    <a:pt x="251802" y="204469"/>
                  </a:lnTo>
                  <a:lnTo>
                    <a:pt x="248885" y="198119"/>
                  </a:lnTo>
                  <a:lnTo>
                    <a:pt x="245648" y="191769"/>
                  </a:lnTo>
                  <a:lnTo>
                    <a:pt x="242446" y="186689"/>
                  </a:lnTo>
                  <a:lnTo>
                    <a:pt x="239636" y="180339"/>
                  </a:lnTo>
                  <a:lnTo>
                    <a:pt x="239102" y="179069"/>
                  </a:lnTo>
                  <a:lnTo>
                    <a:pt x="237248" y="177800"/>
                  </a:lnTo>
                  <a:close/>
                </a:path>
                <a:path w="610234" h="891539">
                  <a:moveTo>
                    <a:pt x="260638" y="85089"/>
                  </a:moveTo>
                  <a:lnTo>
                    <a:pt x="239598" y="85089"/>
                  </a:lnTo>
                  <a:lnTo>
                    <a:pt x="241774" y="96519"/>
                  </a:lnTo>
                  <a:lnTo>
                    <a:pt x="247203" y="107950"/>
                  </a:lnTo>
                  <a:lnTo>
                    <a:pt x="253469" y="118110"/>
                  </a:lnTo>
                  <a:lnTo>
                    <a:pt x="258152" y="127000"/>
                  </a:lnTo>
                  <a:lnTo>
                    <a:pt x="263048" y="142239"/>
                  </a:lnTo>
                  <a:lnTo>
                    <a:pt x="267508" y="157479"/>
                  </a:lnTo>
                  <a:lnTo>
                    <a:pt x="272902" y="172719"/>
                  </a:lnTo>
                  <a:lnTo>
                    <a:pt x="280606" y="186689"/>
                  </a:lnTo>
                  <a:lnTo>
                    <a:pt x="275183" y="191769"/>
                  </a:lnTo>
                  <a:lnTo>
                    <a:pt x="268855" y="196850"/>
                  </a:lnTo>
                  <a:lnTo>
                    <a:pt x="261675" y="201929"/>
                  </a:lnTo>
                  <a:lnTo>
                    <a:pt x="253695" y="207010"/>
                  </a:lnTo>
                  <a:lnTo>
                    <a:pt x="302501" y="207010"/>
                  </a:lnTo>
                  <a:lnTo>
                    <a:pt x="311518" y="196850"/>
                  </a:lnTo>
                  <a:lnTo>
                    <a:pt x="319231" y="187960"/>
                  </a:lnTo>
                  <a:lnTo>
                    <a:pt x="325295" y="177800"/>
                  </a:lnTo>
                  <a:lnTo>
                    <a:pt x="326820" y="173989"/>
                  </a:lnTo>
                  <a:lnTo>
                    <a:pt x="292125" y="173989"/>
                  </a:lnTo>
                  <a:lnTo>
                    <a:pt x="287608" y="160019"/>
                  </a:lnTo>
                  <a:lnTo>
                    <a:pt x="281612" y="146050"/>
                  </a:lnTo>
                  <a:lnTo>
                    <a:pt x="275355" y="132079"/>
                  </a:lnTo>
                  <a:lnTo>
                    <a:pt x="270052" y="119379"/>
                  </a:lnTo>
                  <a:lnTo>
                    <a:pt x="266917" y="107950"/>
                  </a:lnTo>
                  <a:lnTo>
                    <a:pt x="264125" y="96519"/>
                  </a:lnTo>
                  <a:lnTo>
                    <a:pt x="260638" y="85089"/>
                  </a:lnTo>
                  <a:close/>
                </a:path>
                <a:path w="610234" h="891539">
                  <a:moveTo>
                    <a:pt x="295086" y="63500"/>
                  </a:moveTo>
                  <a:lnTo>
                    <a:pt x="266890" y="63500"/>
                  </a:lnTo>
                  <a:lnTo>
                    <a:pt x="272159" y="73660"/>
                  </a:lnTo>
                  <a:lnTo>
                    <a:pt x="277541" y="83819"/>
                  </a:lnTo>
                  <a:lnTo>
                    <a:pt x="282372" y="93979"/>
                  </a:lnTo>
                  <a:lnTo>
                    <a:pt x="285991" y="102869"/>
                  </a:lnTo>
                  <a:lnTo>
                    <a:pt x="290383" y="115569"/>
                  </a:lnTo>
                  <a:lnTo>
                    <a:pt x="295011" y="128269"/>
                  </a:lnTo>
                  <a:lnTo>
                    <a:pt x="299510" y="140969"/>
                  </a:lnTo>
                  <a:lnTo>
                    <a:pt x="303517" y="153669"/>
                  </a:lnTo>
                  <a:lnTo>
                    <a:pt x="301739" y="158750"/>
                  </a:lnTo>
                  <a:lnTo>
                    <a:pt x="299110" y="165100"/>
                  </a:lnTo>
                  <a:lnTo>
                    <a:pt x="296265" y="170179"/>
                  </a:lnTo>
                  <a:lnTo>
                    <a:pt x="292125" y="173989"/>
                  </a:lnTo>
                  <a:lnTo>
                    <a:pt x="326820" y="173989"/>
                  </a:lnTo>
                  <a:lnTo>
                    <a:pt x="329361" y="167639"/>
                  </a:lnTo>
                  <a:lnTo>
                    <a:pt x="327926" y="162560"/>
                  </a:lnTo>
                  <a:lnTo>
                    <a:pt x="329349" y="160019"/>
                  </a:lnTo>
                  <a:lnTo>
                    <a:pt x="328485" y="157479"/>
                  </a:lnTo>
                  <a:lnTo>
                    <a:pt x="328955" y="154939"/>
                  </a:lnTo>
                  <a:lnTo>
                    <a:pt x="327825" y="151129"/>
                  </a:lnTo>
                  <a:lnTo>
                    <a:pt x="325628" y="147319"/>
                  </a:lnTo>
                  <a:lnTo>
                    <a:pt x="320616" y="134619"/>
                  </a:lnTo>
                  <a:lnTo>
                    <a:pt x="315580" y="123189"/>
                  </a:lnTo>
                  <a:lnTo>
                    <a:pt x="310742" y="110489"/>
                  </a:lnTo>
                  <a:lnTo>
                    <a:pt x="306324" y="99060"/>
                  </a:lnTo>
                  <a:lnTo>
                    <a:pt x="295086" y="63500"/>
                  </a:lnTo>
                  <a:close/>
                </a:path>
                <a:path w="610234" h="891539">
                  <a:moveTo>
                    <a:pt x="211103" y="106679"/>
                  </a:moveTo>
                  <a:lnTo>
                    <a:pt x="192735" y="106679"/>
                  </a:lnTo>
                  <a:lnTo>
                    <a:pt x="195394" y="115569"/>
                  </a:lnTo>
                  <a:lnTo>
                    <a:pt x="198559" y="123189"/>
                  </a:lnTo>
                  <a:lnTo>
                    <a:pt x="202098" y="130810"/>
                  </a:lnTo>
                  <a:lnTo>
                    <a:pt x="205879" y="138429"/>
                  </a:lnTo>
                  <a:lnTo>
                    <a:pt x="210794" y="147319"/>
                  </a:lnTo>
                  <a:lnTo>
                    <a:pt x="215920" y="157479"/>
                  </a:lnTo>
                  <a:lnTo>
                    <a:pt x="222001" y="165100"/>
                  </a:lnTo>
                  <a:lnTo>
                    <a:pt x="229781" y="172719"/>
                  </a:lnTo>
                  <a:lnTo>
                    <a:pt x="231076" y="172719"/>
                  </a:lnTo>
                  <a:lnTo>
                    <a:pt x="233324" y="171450"/>
                  </a:lnTo>
                  <a:lnTo>
                    <a:pt x="234772" y="170179"/>
                  </a:lnTo>
                  <a:lnTo>
                    <a:pt x="234226" y="168910"/>
                  </a:lnTo>
                  <a:lnTo>
                    <a:pt x="231964" y="160019"/>
                  </a:lnTo>
                  <a:lnTo>
                    <a:pt x="228157" y="151129"/>
                  </a:lnTo>
                  <a:lnTo>
                    <a:pt x="223980" y="140969"/>
                  </a:lnTo>
                  <a:lnTo>
                    <a:pt x="217492" y="124460"/>
                  </a:lnTo>
                  <a:lnTo>
                    <a:pt x="214393" y="115569"/>
                  </a:lnTo>
                  <a:lnTo>
                    <a:pt x="211473" y="107950"/>
                  </a:lnTo>
                  <a:lnTo>
                    <a:pt x="211103" y="106679"/>
                  </a:lnTo>
                  <a:close/>
                </a:path>
                <a:path w="610234" h="891539">
                  <a:moveTo>
                    <a:pt x="276463" y="22860"/>
                  </a:moveTo>
                  <a:lnTo>
                    <a:pt x="229795" y="22860"/>
                  </a:lnTo>
                  <a:lnTo>
                    <a:pt x="242976" y="29210"/>
                  </a:lnTo>
                  <a:lnTo>
                    <a:pt x="245286" y="43179"/>
                  </a:lnTo>
                  <a:lnTo>
                    <a:pt x="208178" y="69850"/>
                  </a:lnTo>
                  <a:lnTo>
                    <a:pt x="159400" y="91439"/>
                  </a:lnTo>
                  <a:lnTo>
                    <a:pt x="107937" y="107950"/>
                  </a:lnTo>
                  <a:lnTo>
                    <a:pt x="101253" y="109219"/>
                  </a:lnTo>
                  <a:lnTo>
                    <a:pt x="94559" y="111760"/>
                  </a:lnTo>
                  <a:lnTo>
                    <a:pt x="87858" y="113029"/>
                  </a:lnTo>
                  <a:lnTo>
                    <a:pt x="81153" y="115569"/>
                  </a:lnTo>
                  <a:lnTo>
                    <a:pt x="69217" y="118110"/>
                  </a:lnTo>
                  <a:lnTo>
                    <a:pt x="54913" y="120650"/>
                  </a:lnTo>
                  <a:lnTo>
                    <a:pt x="41149" y="121919"/>
                  </a:lnTo>
                  <a:lnTo>
                    <a:pt x="151890" y="121919"/>
                  </a:lnTo>
                  <a:lnTo>
                    <a:pt x="172651" y="114300"/>
                  </a:lnTo>
                  <a:lnTo>
                    <a:pt x="192735" y="106679"/>
                  </a:lnTo>
                  <a:lnTo>
                    <a:pt x="211103" y="106679"/>
                  </a:lnTo>
                  <a:lnTo>
                    <a:pt x="208889" y="99060"/>
                  </a:lnTo>
                  <a:lnTo>
                    <a:pt x="211645" y="97789"/>
                  </a:lnTo>
                  <a:lnTo>
                    <a:pt x="220624" y="95250"/>
                  </a:lnTo>
                  <a:lnTo>
                    <a:pt x="226377" y="91439"/>
                  </a:lnTo>
                  <a:lnTo>
                    <a:pt x="232803" y="87629"/>
                  </a:lnTo>
                  <a:lnTo>
                    <a:pt x="239598" y="85089"/>
                  </a:lnTo>
                  <a:lnTo>
                    <a:pt x="260638" y="85089"/>
                  </a:lnTo>
                  <a:lnTo>
                    <a:pt x="260251" y="83819"/>
                  </a:lnTo>
                  <a:lnTo>
                    <a:pt x="253873" y="74929"/>
                  </a:lnTo>
                  <a:lnTo>
                    <a:pt x="262737" y="67310"/>
                  </a:lnTo>
                  <a:lnTo>
                    <a:pt x="266890" y="63500"/>
                  </a:lnTo>
                  <a:lnTo>
                    <a:pt x="295086" y="63500"/>
                  </a:lnTo>
                  <a:lnTo>
                    <a:pt x="288409" y="46989"/>
                  </a:lnTo>
                  <a:lnTo>
                    <a:pt x="279590" y="31750"/>
                  </a:lnTo>
                  <a:lnTo>
                    <a:pt x="276463" y="2286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74613" y="1235360"/>
              <a:ext cx="3069386" cy="390813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70118" y="3360420"/>
            <a:ext cx="4185920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160" dirty="0">
                <a:solidFill>
                  <a:srgbClr val="0A1533"/>
                </a:solidFill>
                <a:latin typeface="+mn-lt"/>
                <a:cs typeface="+mn-lt"/>
              </a:rPr>
              <a:t>All</a:t>
            </a:r>
            <a:r>
              <a:rPr sz="1600" b="1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85" dirty="0">
                <a:solidFill>
                  <a:srgbClr val="0A1533"/>
                </a:solidFill>
                <a:latin typeface="+mn-lt"/>
                <a:cs typeface="+mn-lt"/>
              </a:rPr>
              <a:t>cell</a:t>
            </a:r>
            <a:r>
              <a:rPr sz="1600" b="1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145" dirty="0">
                <a:solidFill>
                  <a:srgbClr val="0A1533"/>
                </a:solidFill>
                <a:latin typeface="+mn-lt"/>
                <a:cs typeface="+mn-lt"/>
              </a:rPr>
              <a:t>counts</a:t>
            </a:r>
            <a:r>
              <a:rPr sz="1600" b="1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180" dirty="0">
                <a:solidFill>
                  <a:srgbClr val="0A1533"/>
                </a:solidFill>
                <a:latin typeface="+mn-lt"/>
                <a:cs typeface="+mn-lt"/>
              </a:rPr>
              <a:t>are</a:t>
            </a:r>
            <a:r>
              <a:rPr sz="1600" b="1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175" dirty="0">
                <a:solidFill>
                  <a:srgbClr val="0A1533"/>
                </a:solidFill>
                <a:latin typeface="+mn-lt"/>
                <a:cs typeface="+mn-lt"/>
              </a:rPr>
              <a:t>greater</a:t>
            </a:r>
            <a:r>
              <a:rPr sz="1600" b="1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185" dirty="0">
                <a:solidFill>
                  <a:srgbClr val="0A1533"/>
                </a:solidFill>
                <a:latin typeface="+mn-lt"/>
                <a:cs typeface="+mn-lt"/>
              </a:rPr>
              <a:t>than</a:t>
            </a:r>
            <a:r>
              <a:rPr sz="1600" b="1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80" dirty="0">
                <a:solidFill>
                  <a:srgbClr val="0A1533"/>
                </a:solidFill>
                <a:latin typeface="+mn-lt"/>
                <a:cs typeface="+mn-lt"/>
              </a:rPr>
              <a:t>5,</a:t>
            </a:r>
            <a:r>
              <a:rPr sz="1600" b="1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85" dirty="0">
                <a:solidFill>
                  <a:srgbClr val="0A1533"/>
                </a:solidFill>
                <a:latin typeface="+mn-lt"/>
                <a:cs typeface="+mn-lt"/>
              </a:rPr>
              <a:t>so</a:t>
            </a:r>
            <a:r>
              <a:rPr sz="1600" b="1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25" dirty="0">
                <a:solidFill>
                  <a:srgbClr val="0A1533"/>
                </a:solidFill>
                <a:latin typeface="+mn-lt"/>
                <a:cs typeface="+mn-lt"/>
              </a:rPr>
              <a:t>the </a:t>
            </a:r>
            <a:r>
              <a:rPr sz="1600" b="1" spc="-130" dirty="0">
                <a:solidFill>
                  <a:srgbClr val="0A1533"/>
                </a:solidFill>
                <a:latin typeface="+mn-lt"/>
                <a:cs typeface="+mn-lt"/>
              </a:rPr>
              <a:t>conditions</a:t>
            </a:r>
            <a:r>
              <a:rPr sz="1600" b="1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140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600" b="1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13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600" b="1" spc="-70" dirty="0">
                <a:solidFill>
                  <a:srgbClr val="0A1533"/>
                </a:solidFill>
                <a:latin typeface="+mn-lt"/>
                <a:cs typeface="+mn-lt"/>
              </a:rPr>
              <a:t> chi-</a:t>
            </a:r>
            <a:r>
              <a:rPr sz="1600" b="1" spc="-145" dirty="0">
                <a:solidFill>
                  <a:srgbClr val="0A1533"/>
                </a:solidFill>
                <a:latin typeface="+mn-lt"/>
                <a:cs typeface="+mn-lt"/>
              </a:rPr>
              <a:t>squared</a:t>
            </a:r>
            <a:r>
              <a:rPr sz="1600" b="1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135" dirty="0">
                <a:solidFill>
                  <a:srgbClr val="0A1533"/>
                </a:solidFill>
                <a:latin typeface="+mn-lt"/>
                <a:cs typeface="+mn-lt"/>
              </a:rPr>
              <a:t>test</a:t>
            </a:r>
            <a:r>
              <a:rPr sz="1600" b="1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180" dirty="0">
                <a:solidFill>
                  <a:srgbClr val="0A1533"/>
                </a:solidFill>
                <a:latin typeface="+mn-lt"/>
                <a:cs typeface="+mn-lt"/>
              </a:rPr>
              <a:t>are</a:t>
            </a:r>
            <a:r>
              <a:rPr sz="1600" b="1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600" b="1" spc="-290" dirty="0">
                <a:solidFill>
                  <a:srgbClr val="0A1533"/>
                </a:solidFill>
                <a:latin typeface="+mn-lt"/>
                <a:cs typeface="+mn-lt"/>
              </a:rPr>
              <a:t>met</a:t>
            </a:r>
            <a:endParaRPr sz="1600">
              <a:latin typeface="+mn-lt"/>
              <a:cs typeface="+mn-l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49508" y="1567258"/>
          <a:ext cx="5179060" cy="1047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9855"/>
                <a:gridCol w="1997710"/>
                <a:gridCol w="1726564"/>
              </a:tblGrid>
              <a:tr h="2012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cs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2270">
                        <a:lnSpc>
                          <a:spcPts val="1485"/>
                        </a:lnSpc>
                      </a:pPr>
                      <a:r>
                        <a:rPr sz="1800" dirty="0">
                          <a:cs typeface="+mn-lt"/>
                        </a:rPr>
                        <a:t>No</a:t>
                      </a:r>
                      <a:r>
                        <a:rPr sz="1800" spc="-10" dirty="0">
                          <a:cs typeface="+mn-lt"/>
                        </a:rPr>
                        <a:t> hospitalization</a:t>
                      </a:r>
                      <a:endParaRPr sz="1800" dirty="0">
                        <a:cs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ts val="1485"/>
                        </a:lnSpc>
                      </a:pPr>
                      <a:r>
                        <a:rPr sz="1800" dirty="0">
                          <a:cs typeface="+mn-lt"/>
                        </a:rPr>
                        <a:t>Yes</a:t>
                      </a:r>
                      <a:r>
                        <a:rPr sz="1800" spc="-20" dirty="0">
                          <a:cs typeface="+mn-lt"/>
                        </a:rPr>
                        <a:t> </a:t>
                      </a:r>
                      <a:r>
                        <a:rPr sz="1800" spc="-10" dirty="0">
                          <a:cs typeface="+mn-lt"/>
                        </a:rPr>
                        <a:t>hospitalization</a:t>
                      </a:r>
                      <a:endParaRPr sz="1800" dirty="0">
                        <a:cs typeface="+mn-lt"/>
                      </a:endParaRPr>
                    </a:p>
                  </a:txBody>
                  <a:tcPr marL="0" marR="0" marT="0" marB="0"/>
                </a:tc>
              </a:tr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555"/>
                        </a:lnSpc>
                      </a:pPr>
                      <a:r>
                        <a:rPr sz="1800" spc="-10" dirty="0">
                          <a:cs typeface="+mn-lt"/>
                        </a:rPr>
                        <a:t>underweight</a:t>
                      </a:r>
                      <a:endParaRPr sz="1800" spc="-10" dirty="0">
                        <a:cs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96670">
                        <a:lnSpc>
                          <a:spcPts val="1555"/>
                        </a:lnSpc>
                      </a:pPr>
                      <a:r>
                        <a:rPr sz="1800" spc="-25" dirty="0">
                          <a:cs typeface="+mn-lt"/>
                        </a:rPr>
                        <a:t>123</a:t>
                      </a:r>
                      <a:endParaRPr sz="1800" spc="-25" dirty="0">
                        <a:cs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8955">
                        <a:lnSpc>
                          <a:spcPts val="1555"/>
                        </a:lnSpc>
                      </a:pPr>
                      <a:r>
                        <a:rPr sz="1800" spc="-50" dirty="0">
                          <a:cs typeface="+mn-lt"/>
                        </a:rPr>
                        <a:t>9</a:t>
                      </a:r>
                      <a:endParaRPr sz="1800" spc="-50" dirty="0">
                        <a:cs typeface="+mn-lt"/>
                      </a:endParaRPr>
                    </a:p>
                  </a:txBody>
                  <a:tcPr marL="0" marR="0" marT="0" marB="0"/>
                </a:tc>
              </a:tr>
              <a:tr h="214629">
                <a:tc>
                  <a:txBody>
                    <a:bodyPr/>
                    <a:lstStyle/>
                    <a:p>
                      <a:pPr marL="31750">
                        <a:lnSpc>
                          <a:spcPts val="1590"/>
                        </a:lnSpc>
                      </a:pPr>
                      <a:r>
                        <a:rPr sz="1800" spc="-10" dirty="0">
                          <a:cs typeface="+mn-lt"/>
                        </a:rPr>
                        <a:t>healthy</a:t>
                      </a:r>
                      <a:endParaRPr sz="1800" spc="-10" dirty="0">
                        <a:cs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96670">
                        <a:lnSpc>
                          <a:spcPts val="1590"/>
                        </a:lnSpc>
                      </a:pPr>
                      <a:r>
                        <a:rPr sz="1800" spc="-20" dirty="0">
                          <a:cs typeface="+mn-lt"/>
                        </a:rPr>
                        <a:t>3605</a:t>
                      </a:r>
                      <a:endParaRPr sz="1800" spc="-20" dirty="0">
                        <a:cs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8955">
                        <a:lnSpc>
                          <a:spcPts val="1590"/>
                        </a:lnSpc>
                      </a:pPr>
                      <a:r>
                        <a:rPr sz="1800" spc="-25" dirty="0">
                          <a:cs typeface="+mn-lt"/>
                        </a:rPr>
                        <a:t>337</a:t>
                      </a:r>
                      <a:endParaRPr sz="1800" spc="-25" dirty="0">
                        <a:cs typeface="+mn-lt"/>
                      </a:endParaRPr>
                    </a:p>
                  </a:txBody>
                  <a:tcPr marL="0" marR="0" marT="0" marB="0"/>
                </a:tc>
              </a:tr>
              <a:tr h="214629">
                <a:tc>
                  <a:txBody>
                    <a:bodyPr/>
                    <a:lstStyle/>
                    <a:p>
                      <a:pPr marL="31750">
                        <a:lnSpc>
                          <a:spcPts val="1590"/>
                        </a:lnSpc>
                      </a:pPr>
                      <a:r>
                        <a:rPr sz="1800" spc="-10" dirty="0">
                          <a:cs typeface="+mn-lt"/>
                        </a:rPr>
                        <a:t>overweight</a:t>
                      </a:r>
                      <a:endParaRPr sz="1800" spc="-10" dirty="0">
                        <a:cs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96670">
                        <a:lnSpc>
                          <a:spcPts val="1590"/>
                        </a:lnSpc>
                      </a:pPr>
                      <a:r>
                        <a:rPr sz="1800" spc="-20" dirty="0">
                          <a:cs typeface="+mn-lt"/>
                        </a:rPr>
                        <a:t>3384</a:t>
                      </a:r>
                      <a:endParaRPr sz="1800" spc="-20" dirty="0">
                        <a:cs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9590">
                        <a:lnSpc>
                          <a:spcPts val="1590"/>
                        </a:lnSpc>
                      </a:pPr>
                      <a:r>
                        <a:rPr sz="1800" spc="-25" dirty="0">
                          <a:cs typeface="+mn-lt"/>
                        </a:rPr>
                        <a:t>377</a:t>
                      </a:r>
                      <a:endParaRPr sz="1800" spc="-25" dirty="0">
                        <a:cs typeface="+mn-lt"/>
                      </a:endParaRPr>
                    </a:p>
                  </a:txBody>
                  <a:tcPr marL="0" marR="0" marT="0" marB="0"/>
                </a:tc>
              </a:tr>
              <a:tr h="207010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800" spc="-10" dirty="0">
                          <a:cs typeface="+mn-lt"/>
                        </a:rPr>
                        <a:t>obese</a:t>
                      </a:r>
                      <a:endParaRPr sz="1800" spc="-10" dirty="0">
                        <a:cs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96670">
                        <a:lnSpc>
                          <a:spcPts val="1535"/>
                        </a:lnSpc>
                      </a:pPr>
                      <a:r>
                        <a:rPr sz="1800" spc="-20" dirty="0">
                          <a:cs typeface="+mn-lt"/>
                        </a:rPr>
                        <a:t>1085</a:t>
                      </a:r>
                      <a:endParaRPr sz="1800" spc="-20" dirty="0">
                        <a:cs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8955">
                        <a:lnSpc>
                          <a:spcPts val="1535"/>
                        </a:lnSpc>
                      </a:pPr>
                      <a:r>
                        <a:rPr sz="1800" spc="-25" dirty="0">
                          <a:cs typeface="+mn-lt"/>
                        </a:rPr>
                        <a:t>137</a:t>
                      </a:r>
                      <a:endParaRPr sz="1800" spc="-25" dirty="0">
                        <a:cs typeface="+mn-l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1395730" y="534670"/>
            <a:ext cx="584644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 b="1">
                <a:latin typeface="+mj-lt"/>
                <a:cs typeface="+mj-lt"/>
              </a:rPr>
              <a:t>Chi-squared Assumptions</a:t>
            </a:r>
            <a:endParaRPr lang="en-US" sz="3600" b="1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0254" y="930"/>
            <a:ext cx="1624330" cy="1524000"/>
            <a:chOff x="7520254" y="930"/>
            <a:chExt cx="1624330" cy="1524000"/>
          </a:xfrm>
        </p:grpSpPr>
        <p:sp>
          <p:nvSpPr>
            <p:cNvPr id="3" name="object 3"/>
            <p:cNvSpPr/>
            <p:nvPr/>
          </p:nvSpPr>
          <p:spPr>
            <a:xfrm>
              <a:off x="7650772" y="939"/>
              <a:ext cx="810895" cy="880110"/>
            </a:xfrm>
            <a:custGeom>
              <a:avLst/>
              <a:gdLst/>
              <a:ahLst/>
              <a:cxnLst/>
              <a:rect l="l" t="t" r="r" b="b"/>
              <a:pathLst>
                <a:path w="810895" h="880110">
                  <a:moveTo>
                    <a:pt x="420281" y="391718"/>
                  </a:moveTo>
                  <a:lnTo>
                    <a:pt x="412470" y="386054"/>
                  </a:lnTo>
                  <a:lnTo>
                    <a:pt x="408470" y="381952"/>
                  </a:lnTo>
                  <a:lnTo>
                    <a:pt x="402894" y="373532"/>
                  </a:lnTo>
                  <a:lnTo>
                    <a:pt x="401281" y="373202"/>
                  </a:lnTo>
                  <a:lnTo>
                    <a:pt x="393217" y="369100"/>
                  </a:lnTo>
                  <a:lnTo>
                    <a:pt x="386905" y="371881"/>
                  </a:lnTo>
                  <a:lnTo>
                    <a:pt x="380339" y="376224"/>
                  </a:lnTo>
                  <a:lnTo>
                    <a:pt x="373456" y="382181"/>
                  </a:lnTo>
                  <a:lnTo>
                    <a:pt x="368769" y="389356"/>
                  </a:lnTo>
                  <a:lnTo>
                    <a:pt x="371500" y="395579"/>
                  </a:lnTo>
                  <a:lnTo>
                    <a:pt x="372402" y="399059"/>
                  </a:lnTo>
                  <a:lnTo>
                    <a:pt x="376478" y="403110"/>
                  </a:lnTo>
                  <a:lnTo>
                    <a:pt x="379958" y="402209"/>
                  </a:lnTo>
                  <a:lnTo>
                    <a:pt x="389458" y="401116"/>
                  </a:lnTo>
                  <a:lnTo>
                    <a:pt x="399275" y="399529"/>
                  </a:lnTo>
                  <a:lnTo>
                    <a:pt x="409511" y="396671"/>
                  </a:lnTo>
                  <a:lnTo>
                    <a:pt x="420281" y="391718"/>
                  </a:lnTo>
                  <a:close/>
                </a:path>
                <a:path w="810895" h="880110">
                  <a:moveTo>
                    <a:pt x="455510" y="422440"/>
                  </a:moveTo>
                  <a:lnTo>
                    <a:pt x="451421" y="418376"/>
                  </a:lnTo>
                  <a:lnTo>
                    <a:pt x="446455" y="414921"/>
                  </a:lnTo>
                  <a:lnTo>
                    <a:pt x="440499" y="408025"/>
                  </a:lnTo>
                  <a:lnTo>
                    <a:pt x="434352" y="412115"/>
                  </a:lnTo>
                  <a:lnTo>
                    <a:pt x="428625" y="416064"/>
                  </a:lnTo>
                  <a:lnTo>
                    <a:pt x="423354" y="419963"/>
                  </a:lnTo>
                  <a:lnTo>
                    <a:pt x="418630" y="423887"/>
                  </a:lnTo>
                  <a:lnTo>
                    <a:pt x="415798" y="425767"/>
                  </a:lnTo>
                  <a:lnTo>
                    <a:pt x="415099" y="432981"/>
                  </a:lnTo>
                  <a:lnTo>
                    <a:pt x="417614" y="436791"/>
                  </a:lnTo>
                  <a:lnTo>
                    <a:pt x="418541" y="440131"/>
                  </a:lnTo>
                  <a:lnTo>
                    <a:pt x="424484" y="442950"/>
                  </a:lnTo>
                  <a:lnTo>
                    <a:pt x="429501" y="442429"/>
                  </a:lnTo>
                  <a:lnTo>
                    <a:pt x="437400" y="439394"/>
                  </a:lnTo>
                  <a:lnTo>
                    <a:pt x="444347" y="435241"/>
                  </a:lnTo>
                  <a:lnTo>
                    <a:pt x="450367" y="429691"/>
                  </a:lnTo>
                  <a:lnTo>
                    <a:pt x="455510" y="422440"/>
                  </a:lnTo>
                  <a:close/>
                </a:path>
                <a:path w="810895" h="880110">
                  <a:moveTo>
                    <a:pt x="725398" y="566953"/>
                  </a:moveTo>
                  <a:lnTo>
                    <a:pt x="704240" y="534974"/>
                  </a:lnTo>
                  <a:lnTo>
                    <a:pt x="697915" y="530999"/>
                  </a:lnTo>
                  <a:lnTo>
                    <a:pt x="697915" y="562203"/>
                  </a:lnTo>
                  <a:lnTo>
                    <a:pt x="695413" y="573849"/>
                  </a:lnTo>
                  <a:lnTo>
                    <a:pt x="580339" y="660234"/>
                  </a:lnTo>
                  <a:lnTo>
                    <a:pt x="564718" y="669480"/>
                  </a:lnTo>
                  <a:lnTo>
                    <a:pt x="548982" y="679272"/>
                  </a:lnTo>
                  <a:lnTo>
                    <a:pt x="532574" y="688022"/>
                  </a:lnTo>
                  <a:lnTo>
                    <a:pt x="514934" y="694080"/>
                  </a:lnTo>
                  <a:lnTo>
                    <a:pt x="504850" y="698817"/>
                  </a:lnTo>
                  <a:lnTo>
                    <a:pt x="495439" y="704748"/>
                  </a:lnTo>
                  <a:lnTo>
                    <a:pt x="486206" y="711339"/>
                  </a:lnTo>
                  <a:lnTo>
                    <a:pt x="476643" y="718019"/>
                  </a:lnTo>
                  <a:lnTo>
                    <a:pt x="468579" y="723049"/>
                  </a:lnTo>
                  <a:lnTo>
                    <a:pt x="460006" y="727646"/>
                  </a:lnTo>
                  <a:lnTo>
                    <a:pt x="450977" y="731558"/>
                  </a:lnTo>
                  <a:lnTo>
                    <a:pt x="441540" y="734479"/>
                  </a:lnTo>
                  <a:lnTo>
                    <a:pt x="435406" y="736549"/>
                  </a:lnTo>
                  <a:lnTo>
                    <a:pt x="429031" y="739013"/>
                  </a:lnTo>
                  <a:lnTo>
                    <a:pt x="422871" y="741845"/>
                  </a:lnTo>
                  <a:lnTo>
                    <a:pt x="417410" y="744982"/>
                  </a:lnTo>
                  <a:lnTo>
                    <a:pt x="381685" y="768604"/>
                  </a:lnTo>
                  <a:lnTo>
                    <a:pt x="379869" y="765848"/>
                  </a:lnTo>
                  <a:lnTo>
                    <a:pt x="376466" y="762635"/>
                  </a:lnTo>
                  <a:lnTo>
                    <a:pt x="376758" y="761149"/>
                  </a:lnTo>
                  <a:lnTo>
                    <a:pt x="376631" y="739013"/>
                  </a:lnTo>
                  <a:lnTo>
                    <a:pt x="376542" y="734479"/>
                  </a:lnTo>
                  <a:lnTo>
                    <a:pt x="376453" y="729843"/>
                  </a:lnTo>
                  <a:lnTo>
                    <a:pt x="376389" y="698817"/>
                  </a:lnTo>
                  <a:lnTo>
                    <a:pt x="377012" y="683920"/>
                  </a:lnTo>
                  <a:lnTo>
                    <a:pt x="378256" y="676567"/>
                  </a:lnTo>
                  <a:lnTo>
                    <a:pt x="378294" y="676338"/>
                  </a:lnTo>
                  <a:lnTo>
                    <a:pt x="532701" y="563333"/>
                  </a:lnTo>
                  <a:lnTo>
                    <a:pt x="606844" y="514286"/>
                  </a:lnTo>
                  <a:lnTo>
                    <a:pt x="632396" y="523963"/>
                  </a:lnTo>
                  <a:lnTo>
                    <a:pt x="654723" y="537184"/>
                  </a:lnTo>
                  <a:lnTo>
                    <a:pt x="675868" y="550938"/>
                  </a:lnTo>
                  <a:lnTo>
                    <a:pt x="697915" y="562203"/>
                  </a:lnTo>
                  <a:lnTo>
                    <a:pt x="697915" y="530999"/>
                  </a:lnTo>
                  <a:lnTo>
                    <a:pt x="686155" y="523595"/>
                  </a:lnTo>
                  <a:lnTo>
                    <a:pt x="670852" y="514286"/>
                  </a:lnTo>
                  <a:lnTo>
                    <a:pt x="649097" y="500976"/>
                  </a:lnTo>
                  <a:lnTo>
                    <a:pt x="630694" y="489089"/>
                  </a:lnTo>
                  <a:lnTo>
                    <a:pt x="621880" y="484657"/>
                  </a:lnTo>
                  <a:lnTo>
                    <a:pt x="613486" y="483539"/>
                  </a:lnTo>
                  <a:lnTo>
                    <a:pt x="605078" y="485470"/>
                  </a:lnTo>
                  <a:lnTo>
                    <a:pt x="596265" y="490207"/>
                  </a:lnTo>
                  <a:lnTo>
                    <a:pt x="487184" y="562368"/>
                  </a:lnTo>
                  <a:lnTo>
                    <a:pt x="460311" y="580948"/>
                  </a:lnTo>
                  <a:lnTo>
                    <a:pt x="433959" y="598805"/>
                  </a:lnTo>
                  <a:lnTo>
                    <a:pt x="373837" y="638835"/>
                  </a:lnTo>
                  <a:lnTo>
                    <a:pt x="366890" y="645007"/>
                  </a:lnTo>
                  <a:lnTo>
                    <a:pt x="362267" y="653173"/>
                  </a:lnTo>
                  <a:lnTo>
                    <a:pt x="361429" y="664413"/>
                  </a:lnTo>
                  <a:lnTo>
                    <a:pt x="361835" y="666953"/>
                  </a:lnTo>
                  <a:lnTo>
                    <a:pt x="357136" y="670052"/>
                  </a:lnTo>
                  <a:lnTo>
                    <a:pt x="353910" y="673468"/>
                  </a:lnTo>
                  <a:lnTo>
                    <a:pt x="353326" y="676338"/>
                  </a:lnTo>
                  <a:lnTo>
                    <a:pt x="353288" y="676567"/>
                  </a:lnTo>
                  <a:lnTo>
                    <a:pt x="350202" y="679996"/>
                  </a:lnTo>
                  <a:lnTo>
                    <a:pt x="347103" y="709091"/>
                  </a:lnTo>
                  <a:lnTo>
                    <a:pt x="348081" y="717283"/>
                  </a:lnTo>
                  <a:lnTo>
                    <a:pt x="348170" y="718019"/>
                  </a:lnTo>
                  <a:lnTo>
                    <a:pt x="350075" y="729843"/>
                  </a:lnTo>
                  <a:lnTo>
                    <a:pt x="350164" y="734479"/>
                  </a:lnTo>
                  <a:lnTo>
                    <a:pt x="350240" y="741845"/>
                  </a:lnTo>
                  <a:lnTo>
                    <a:pt x="349402" y="752195"/>
                  </a:lnTo>
                  <a:lnTo>
                    <a:pt x="348005" y="762635"/>
                  </a:lnTo>
                  <a:lnTo>
                    <a:pt x="347433" y="771575"/>
                  </a:lnTo>
                  <a:lnTo>
                    <a:pt x="369633" y="805091"/>
                  </a:lnTo>
                  <a:lnTo>
                    <a:pt x="375539" y="805091"/>
                  </a:lnTo>
                  <a:lnTo>
                    <a:pt x="382295" y="802081"/>
                  </a:lnTo>
                  <a:lnTo>
                    <a:pt x="421741" y="775982"/>
                  </a:lnTo>
                  <a:lnTo>
                    <a:pt x="428167" y="771575"/>
                  </a:lnTo>
                  <a:lnTo>
                    <a:pt x="432612" y="768604"/>
                  </a:lnTo>
                  <a:lnTo>
                    <a:pt x="434721" y="767207"/>
                  </a:lnTo>
                  <a:lnTo>
                    <a:pt x="441452" y="763485"/>
                  </a:lnTo>
                  <a:lnTo>
                    <a:pt x="448030" y="761149"/>
                  </a:lnTo>
                  <a:lnTo>
                    <a:pt x="459511" y="757580"/>
                  </a:lnTo>
                  <a:lnTo>
                    <a:pt x="470014" y="752627"/>
                  </a:lnTo>
                  <a:lnTo>
                    <a:pt x="480123" y="746683"/>
                  </a:lnTo>
                  <a:lnTo>
                    <a:pt x="490054" y="740219"/>
                  </a:lnTo>
                  <a:lnTo>
                    <a:pt x="502183" y="731951"/>
                  </a:lnTo>
                  <a:lnTo>
                    <a:pt x="514832" y="723849"/>
                  </a:lnTo>
                  <a:lnTo>
                    <a:pt x="528231" y="717283"/>
                  </a:lnTo>
                  <a:lnTo>
                    <a:pt x="542632" y="713587"/>
                  </a:lnTo>
                  <a:lnTo>
                    <a:pt x="546061" y="712609"/>
                  </a:lnTo>
                  <a:lnTo>
                    <a:pt x="700252" y="610603"/>
                  </a:lnTo>
                  <a:lnTo>
                    <a:pt x="724446" y="575729"/>
                  </a:lnTo>
                  <a:lnTo>
                    <a:pt x="725398" y="566953"/>
                  </a:lnTo>
                  <a:close/>
                </a:path>
                <a:path w="810895" h="880110">
                  <a:moveTo>
                    <a:pt x="810793" y="579120"/>
                  </a:moveTo>
                  <a:lnTo>
                    <a:pt x="808507" y="570230"/>
                  </a:lnTo>
                  <a:lnTo>
                    <a:pt x="803325" y="560070"/>
                  </a:lnTo>
                  <a:lnTo>
                    <a:pt x="798703" y="553720"/>
                  </a:lnTo>
                  <a:lnTo>
                    <a:pt x="794308" y="546100"/>
                  </a:lnTo>
                  <a:lnTo>
                    <a:pt x="790371" y="539750"/>
                  </a:lnTo>
                  <a:lnTo>
                    <a:pt x="787133" y="532130"/>
                  </a:lnTo>
                  <a:lnTo>
                    <a:pt x="783577" y="523240"/>
                  </a:lnTo>
                  <a:lnTo>
                    <a:pt x="783577" y="577850"/>
                  </a:lnTo>
                  <a:lnTo>
                    <a:pt x="782866" y="580390"/>
                  </a:lnTo>
                  <a:lnTo>
                    <a:pt x="780376" y="585470"/>
                  </a:lnTo>
                  <a:lnTo>
                    <a:pt x="777862" y="589280"/>
                  </a:lnTo>
                  <a:lnTo>
                    <a:pt x="776922" y="594360"/>
                  </a:lnTo>
                  <a:lnTo>
                    <a:pt x="772541" y="599440"/>
                  </a:lnTo>
                  <a:lnTo>
                    <a:pt x="769708" y="601980"/>
                  </a:lnTo>
                  <a:lnTo>
                    <a:pt x="756462" y="612140"/>
                  </a:lnTo>
                  <a:lnTo>
                    <a:pt x="745769" y="626110"/>
                  </a:lnTo>
                  <a:lnTo>
                    <a:pt x="735190" y="638810"/>
                  </a:lnTo>
                  <a:lnTo>
                    <a:pt x="722325" y="650240"/>
                  </a:lnTo>
                  <a:lnTo>
                    <a:pt x="689698" y="673100"/>
                  </a:lnTo>
                  <a:lnTo>
                    <a:pt x="656971" y="694690"/>
                  </a:lnTo>
                  <a:lnTo>
                    <a:pt x="624459" y="717550"/>
                  </a:lnTo>
                  <a:lnTo>
                    <a:pt x="592543" y="740410"/>
                  </a:lnTo>
                  <a:lnTo>
                    <a:pt x="586447" y="744220"/>
                  </a:lnTo>
                  <a:lnTo>
                    <a:pt x="580656" y="748030"/>
                  </a:lnTo>
                  <a:lnTo>
                    <a:pt x="574687" y="750570"/>
                  </a:lnTo>
                  <a:lnTo>
                    <a:pt x="568134" y="753110"/>
                  </a:lnTo>
                  <a:lnTo>
                    <a:pt x="546442" y="759460"/>
                  </a:lnTo>
                  <a:lnTo>
                    <a:pt x="526237" y="769620"/>
                  </a:lnTo>
                  <a:lnTo>
                    <a:pt x="507085" y="779780"/>
                  </a:lnTo>
                  <a:lnTo>
                    <a:pt x="488581" y="791210"/>
                  </a:lnTo>
                  <a:lnTo>
                    <a:pt x="445338" y="820420"/>
                  </a:lnTo>
                  <a:lnTo>
                    <a:pt x="434835" y="826770"/>
                  </a:lnTo>
                  <a:lnTo>
                    <a:pt x="424091" y="833120"/>
                  </a:lnTo>
                  <a:lnTo>
                    <a:pt x="412534" y="836930"/>
                  </a:lnTo>
                  <a:lnTo>
                    <a:pt x="399592" y="836930"/>
                  </a:lnTo>
                  <a:lnTo>
                    <a:pt x="391795" y="835660"/>
                  </a:lnTo>
                  <a:lnTo>
                    <a:pt x="384644" y="839470"/>
                  </a:lnTo>
                  <a:lnTo>
                    <a:pt x="376212" y="840740"/>
                  </a:lnTo>
                  <a:lnTo>
                    <a:pt x="362204" y="842010"/>
                  </a:lnTo>
                  <a:lnTo>
                    <a:pt x="351332" y="836930"/>
                  </a:lnTo>
                  <a:lnTo>
                    <a:pt x="343750" y="828040"/>
                  </a:lnTo>
                  <a:lnTo>
                    <a:pt x="339648" y="816610"/>
                  </a:lnTo>
                  <a:lnTo>
                    <a:pt x="337375" y="805180"/>
                  </a:lnTo>
                  <a:lnTo>
                    <a:pt x="334835" y="793750"/>
                  </a:lnTo>
                  <a:lnTo>
                    <a:pt x="329552" y="769620"/>
                  </a:lnTo>
                  <a:lnTo>
                    <a:pt x="324662" y="746760"/>
                  </a:lnTo>
                  <a:lnTo>
                    <a:pt x="320052" y="722630"/>
                  </a:lnTo>
                  <a:lnTo>
                    <a:pt x="315493" y="698500"/>
                  </a:lnTo>
                  <a:lnTo>
                    <a:pt x="310794" y="674370"/>
                  </a:lnTo>
                  <a:lnTo>
                    <a:pt x="308190" y="657860"/>
                  </a:lnTo>
                  <a:lnTo>
                    <a:pt x="306539" y="640080"/>
                  </a:lnTo>
                  <a:lnTo>
                    <a:pt x="304647" y="622300"/>
                  </a:lnTo>
                  <a:lnTo>
                    <a:pt x="301320" y="604520"/>
                  </a:lnTo>
                  <a:lnTo>
                    <a:pt x="300443" y="594360"/>
                  </a:lnTo>
                  <a:lnTo>
                    <a:pt x="300532" y="584200"/>
                  </a:lnTo>
                  <a:lnTo>
                    <a:pt x="300672" y="580390"/>
                  </a:lnTo>
                  <a:lnTo>
                    <a:pt x="300761" y="577850"/>
                  </a:lnTo>
                  <a:lnTo>
                    <a:pt x="300799" y="576580"/>
                  </a:lnTo>
                  <a:lnTo>
                    <a:pt x="300913" y="543560"/>
                  </a:lnTo>
                  <a:lnTo>
                    <a:pt x="297307" y="485140"/>
                  </a:lnTo>
                  <a:lnTo>
                    <a:pt x="295998" y="466090"/>
                  </a:lnTo>
                  <a:lnTo>
                    <a:pt x="295910" y="464820"/>
                  </a:lnTo>
                  <a:lnTo>
                    <a:pt x="294144" y="444500"/>
                  </a:lnTo>
                  <a:lnTo>
                    <a:pt x="293154" y="440690"/>
                  </a:lnTo>
                  <a:lnTo>
                    <a:pt x="294754" y="438150"/>
                  </a:lnTo>
                  <a:lnTo>
                    <a:pt x="285165" y="397510"/>
                  </a:lnTo>
                  <a:lnTo>
                    <a:pt x="283781" y="359410"/>
                  </a:lnTo>
                  <a:lnTo>
                    <a:pt x="275717" y="350520"/>
                  </a:lnTo>
                  <a:lnTo>
                    <a:pt x="268439" y="341630"/>
                  </a:lnTo>
                  <a:lnTo>
                    <a:pt x="261975" y="332740"/>
                  </a:lnTo>
                  <a:lnTo>
                    <a:pt x="256413" y="322580"/>
                  </a:lnTo>
                  <a:lnTo>
                    <a:pt x="226085" y="278130"/>
                  </a:lnTo>
                  <a:lnTo>
                    <a:pt x="136372" y="144780"/>
                  </a:lnTo>
                  <a:lnTo>
                    <a:pt x="131178" y="138430"/>
                  </a:lnTo>
                  <a:lnTo>
                    <a:pt x="125196" y="130810"/>
                  </a:lnTo>
                  <a:lnTo>
                    <a:pt x="118808" y="123190"/>
                  </a:lnTo>
                  <a:lnTo>
                    <a:pt x="112382" y="114300"/>
                  </a:lnTo>
                  <a:lnTo>
                    <a:pt x="122008" y="106680"/>
                  </a:lnTo>
                  <a:lnTo>
                    <a:pt x="134962" y="96520"/>
                  </a:lnTo>
                  <a:lnTo>
                    <a:pt x="146761" y="88900"/>
                  </a:lnTo>
                  <a:lnTo>
                    <a:pt x="175171" y="77470"/>
                  </a:lnTo>
                  <a:lnTo>
                    <a:pt x="189687" y="69850"/>
                  </a:lnTo>
                  <a:lnTo>
                    <a:pt x="202895" y="59690"/>
                  </a:lnTo>
                  <a:lnTo>
                    <a:pt x="214820" y="46990"/>
                  </a:lnTo>
                  <a:lnTo>
                    <a:pt x="219163" y="55880"/>
                  </a:lnTo>
                  <a:lnTo>
                    <a:pt x="223469" y="63500"/>
                  </a:lnTo>
                  <a:lnTo>
                    <a:pt x="228041" y="72390"/>
                  </a:lnTo>
                  <a:lnTo>
                    <a:pt x="233235" y="81280"/>
                  </a:lnTo>
                  <a:lnTo>
                    <a:pt x="252514" y="110490"/>
                  </a:lnTo>
                  <a:lnTo>
                    <a:pt x="266344" y="133350"/>
                  </a:lnTo>
                  <a:lnTo>
                    <a:pt x="280504" y="156210"/>
                  </a:lnTo>
                  <a:lnTo>
                    <a:pt x="295198" y="177800"/>
                  </a:lnTo>
                  <a:lnTo>
                    <a:pt x="310629" y="200660"/>
                  </a:lnTo>
                  <a:lnTo>
                    <a:pt x="334403" y="232410"/>
                  </a:lnTo>
                  <a:lnTo>
                    <a:pt x="357047" y="265430"/>
                  </a:lnTo>
                  <a:lnTo>
                    <a:pt x="379552" y="299720"/>
                  </a:lnTo>
                  <a:lnTo>
                    <a:pt x="402983" y="334010"/>
                  </a:lnTo>
                  <a:lnTo>
                    <a:pt x="418147" y="335280"/>
                  </a:lnTo>
                  <a:lnTo>
                    <a:pt x="432168" y="339090"/>
                  </a:lnTo>
                  <a:lnTo>
                    <a:pt x="445630" y="345440"/>
                  </a:lnTo>
                  <a:lnTo>
                    <a:pt x="459181" y="353060"/>
                  </a:lnTo>
                  <a:lnTo>
                    <a:pt x="507199" y="378460"/>
                  </a:lnTo>
                  <a:lnTo>
                    <a:pt x="581037" y="421640"/>
                  </a:lnTo>
                  <a:lnTo>
                    <a:pt x="606894" y="438150"/>
                  </a:lnTo>
                  <a:lnTo>
                    <a:pt x="631990" y="455930"/>
                  </a:lnTo>
                  <a:lnTo>
                    <a:pt x="655739" y="474980"/>
                  </a:lnTo>
                  <a:lnTo>
                    <a:pt x="666965" y="483870"/>
                  </a:lnTo>
                  <a:lnTo>
                    <a:pt x="672261" y="485140"/>
                  </a:lnTo>
                  <a:lnTo>
                    <a:pt x="686993" y="492760"/>
                  </a:lnTo>
                  <a:lnTo>
                    <a:pt x="715137" y="510540"/>
                  </a:lnTo>
                  <a:lnTo>
                    <a:pt x="729665" y="518160"/>
                  </a:lnTo>
                  <a:lnTo>
                    <a:pt x="747001" y="529590"/>
                  </a:lnTo>
                  <a:lnTo>
                    <a:pt x="761669" y="543560"/>
                  </a:lnTo>
                  <a:lnTo>
                    <a:pt x="773811" y="558800"/>
                  </a:lnTo>
                  <a:lnTo>
                    <a:pt x="783577" y="577850"/>
                  </a:lnTo>
                  <a:lnTo>
                    <a:pt x="783577" y="523240"/>
                  </a:lnTo>
                  <a:lnTo>
                    <a:pt x="783069" y="521970"/>
                  </a:lnTo>
                  <a:lnTo>
                    <a:pt x="777316" y="514350"/>
                  </a:lnTo>
                  <a:lnTo>
                    <a:pt x="769874" y="508000"/>
                  </a:lnTo>
                  <a:lnTo>
                    <a:pt x="760691" y="502920"/>
                  </a:lnTo>
                  <a:lnTo>
                    <a:pt x="716394" y="472440"/>
                  </a:lnTo>
                  <a:lnTo>
                    <a:pt x="712063" y="469900"/>
                  </a:lnTo>
                  <a:lnTo>
                    <a:pt x="708240" y="468630"/>
                  </a:lnTo>
                  <a:lnTo>
                    <a:pt x="702945" y="466090"/>
                  </a:lnTo>
                  <a:lnTo>
                    <a:pt x="696722" y="462280"/>
                  </a:lnTo>
                  <a:lnTo>
                    <a:pt x="690054" y="459740"/>
                  </a:lnTo>
                  <a:lnTo>
                    <a:pt x="683425" y="455930"/>
                  </a:lnTo>
                  <a:lnTo>
                    <a:pt x="677392" y="452120"/>
                  </a:lnTo>
                  <a:lnTo>
                    <a:pt x="665086" y="441960"/>
                  </a:lnTo>
                  <a:lnTo>
                    <a:pt x="652221" y="433070"/>
                  </a:lnTo>
                  <a:lnTo>
                    <a:pt x="639076" y="425450"/>
                  </a:lnTo>
                  <a:lnTo>
                    <a:pt x="621538" y="414020"/>
                  </a:lnTo>
                  <a:lnTo>
                    <a:pt x="615594" y="411480"/>
                  </a:lnTo>
                  <a:lnTo>
                    <a:pt x="610628" y="408940"/>
                  </a:lnTo>
                  <a:lnTo>
                    <a:pt x="586409" y="391160"/>
                  </a:lnTo>
                  <a:lnTo>
                    <a:pt x="561390" y="377190"/>
                  </a:lnTo>
                  <a:lnTo>
                    <a:pt x="535457" y="363220"/>
                  </a:lnTo>
                  <a:lnTo>
                    <a:pt x="508546" y="350520"/>
                  </a:lnTo>
                  <a:lnTo>
                    <a:pt x="497979" y="346710"/>
                  </a:lnTo>
                  <a:lnTo>
                    <a:pt x="495515" y="342900"/>
                  </a:lnTo>
                  <a:lnTo>
                    <a:pt x="463029" y="322580"/>
                  </a:lnTo>
                  <a:lnTo>
                    <a:pt x="456844" y="321310"/>
                  </a:lnTo>
                  <a:lnTo>
                    <a:pt x="446824" y="313690"/>
                  </a:lnTo>
                  <a:lnTo>
                    <a:pt x="407428" y="280670"/>
                  </a:lnTo>
                  <a:lnTo>
                    <a:pt x="374878" y="240030"/>
                  </a:lnTo>
                  <a:lnTo>
                    <a:pt x="371513" y="232410"/>
                  </a:lnTo>
                  <a:lnTo>
                    <a:pt x="366788" y="227330"/>
                  </a:lnTo>
                  <a:lnTo>
                    <a:pt x="361810" y="219710"/>
                  </a:lnTo>
                  <a:lnTo>
                    <a:pt x="329209" y="177800"/>
                  </a:lnTo>
                  <a:lnTo>
                    <a:pt x="299072" y="133350"/>
                  </a:lnTo>
                  <a:lnTo>
                    <a:pt x="270510" y="87630"/>
                  </a:lnTo>
                  <a:lnTo>
                    <a:pt x="245745" y="46990"/>
                  </a:lnTo>
                  <a:lnTo>
                    <a:pt x="242658" y="41910"/>
                  </a:lnTo>
                  <a:lnTo>
                    <a:pt x="241427" y="40640"/>
                  </a:lnTo>
                  <a:lnTo>
                    <a:pt x="240525" y="36830"/>
                  </a:lnTo>
                  <a:lnTo>
                    <a:pt x="238061" y="33020"/>
                  </a:lnTo>
                  <a:lnTo>
                    <a:pt x="239649" y="25400"/>
                  </a:lnTo>
                  <a:lnTo>
                    <a:pt x="242798" y="17780"/>
                  </a:lnTo>
                  <a:lnTo>
                    <a:pt x="247497" y="15240"/>
                  </a:lnTo>
                  <a:lnTo>
                    <a:pt x="249097" y="11430"/>
                  </a:lnTo>
                  <a:lnTo>
                    <a:pt x="247853" y="5080"/>
                  </a:lnTo>
                  <a:lnTo>
                    <a:pt x="244335" y="0"/>
                  </a:lnTo>
                  <a:lnTo>
                    <a:pt x="205282" y="0"/>
                  </a:lnTo>
                  <a:lnTo>
                    <a:pt x="208140" y="3810"/>
                  </a:lnTo>
                  <a:lnTo>
                    <a:pt x="205168" y="15240"/>
                  </a:lnTo>
                  <a:lnTo>
                    <a:pt x="200355" y="24130"/>
                  </a:lnTo>
                  <a:lnTo>
                    <a:pt x="194081" y="31750"/>
                  </a:lnTo>
                  <a:lnTo>
                    <a:pt x="186766" y="36830"/>
                  </a:lnTo>
                  <a:lnTo>
                    <a:pt x="176631" y="44450"/>
                  </a:lnTo>
                  <a:lnTo>
                    <a:pt x="166306" y="52070"/>
                  </a:lnTo>
                  <a:lnTo>
                    <a:pt x="155625" y="59690"/>
                  </a:lnTo>
                  <a:lnTo>
                    <a:pt x="144424" y="64770"/>
                  </a:lnTo>
                  <a:lnTo>
                    <a:pt x="130822" y="72390"/>
                  </a:lnTo>
                  <a:lnTo>
                    <a:pt x="117919" y="78740"/>
                  </a:lnTo>
                  <a:lnTo>
                    <a:pt x="105346" y="87630"/>
                  </a:lnTo>
                  <a:lnTo>
                    <a:pt x="92786" y="95250"/>
                  </a:lnTo>
                  <a:lnTo>
                    <a:pt x="79590" y="104140"/>
                  </a:lnTo>
                  <a:lnTo>
                    <a:pt x="73367" y="106680"/>
                  </a:lnTo>
                  <a:lnTo>
                    <a:pt x="66141" y="106680"/>
                  </a:lnTo>
                  <a:lnTo>
                    <a:pt x="61480" y="101600"/>
                  </a:lnTo>
                  <a:lnTo>
                    <a:pt x="51663" y="91440"/>
                  </a:lnTo>
                  <a:lnTo>
                    <a:pt x="27533" y="59690"/>
                  </a:lnTo>
                  <a:lnTo>
                    <a:pt x="23647" y="44450"/>
                  </a:lnTo>
                  <a:lnTo>
                    <a:pt x="23558" y="41910"/>
                  </a:lnTo>
                  <a:lnTo>
                    <a:pt x="26504" y="33020"/>
                  </a:lnTo>
                  <a:lnTo>
                    <a:pt x="32651" y="26670"/>
                  </a:lnTo>
                  <a:lnTo>
                    <a:pt x="65443" y="6350"/>
                  </a:lnTo>
                  <a:lnTo>
                    <a:pt x="75107" y="0"/>
                  </a:lnTo>
                  <a:lnTo>
                    <a:pt x="42062" y="0"/>
                  </a:lnTo>
                  <a:lnTo>
                    <a:pt x="13944" y="19050"/>
                  </a:lnTo>
                  <a:lnTo>
                    <a:pt x="6413" y="27940"/>
                  </a:lnTo>
                  <a:lnTo>
                    <a:pt x="1422" y="39370"/>
                  </a:lnTo>
                  <a:lnTo>
                    <a:pt x="0" y="52070"/>
                  </a:lnTo>
                  <a:lnTo>
                    <a:pt x="3175" y="64770"/>
                  </a:lnTo>
                  <a:lnTo>
                    <a:pt x="14757" y="82550"/>
                  </a:lnTo>
                  <a:lnTo>
                    <a:pt x="26758" y="101600"/>
                  </a:lnTo>
                  <a:lnTo>
                    <a:pt x="39243" y="119380"/>
                  </a:lnTo>
                  <a:lnTo>
                    <a:pt x="52298" y="138430"/>
                  </a:lnTo>
                  <a:lnTo>
                    <a:pt x="87312" y="138430"/>
                  </a:lnTo>
                  <a:lnTo>
                    <a:pt x="95846" y="147320"/>
                  </a:lnTo>
                  <a:lnTo>
                    <a:pt x="103543" y="154940"/>
                  </a:lnTo>
                  <a:lnTo>
                    <a:pt x="118135" y="170180"/>
                  </a:lnTo>
                  <a:lnTo>
                    <a:pt x="119367" y="172720"/>
                  </a:lnTo>
                  <a:lnTo>
                    <a:pt x="122859" y="175260"/>
                  </a:lnTo>
                  <a:lnTo>
                    <a:pt x="124345" y="180340"/>
                  </a:lnTo>
                  <a:lnTo>
                    <a:pt x="153250" y="232410"/>
                  </a:lnTo>
                  <a:lnTo>
                    <a:pt x="189026" y="281940"/>
                  </a:lnTo>
                  <a:lnTo>
                    <a:pt x="206654" y="304800"/>
                  </a:lnTo>
                  <a:lnTo>
                    <a:pt x="223393" y="328930"/>
                  </a:lnTo>
                  <a:lnTo>
                    <a:pt x="238264" y="354330"/>
                  </a:lnTo>
                  <a:lnTo>
                    <a:pt x="250253" y="381000"/>
                  </a:lnTo>
                  <a:lnTo>
                    <a:pt x="251485" y="382270"/>
                  </a:lnTo>
                  <a:lnTo>
                    <a:pt x="252730" y="388620"/>
                  </a:lnTo>
                  <a:lnTo>
                    <a:pt x="256476" y="389890"/>
                  </a:lnTo>
                  <a:lnTo>
                    <a:pt x="262026" y="396240"/>
                  </a:lnTo>
                  <a:lnTo>
                    <a:pt x="268541" y="448310"/>
                  </a:lnTo>
                  <a:lnTo>
                    <a:pt x="271627" y="506730"/>
                  </a:lnTo>
                  <a:lnTo>
                    <a:pt x="273164" y="535940"/>
                  </a:lnTo>
                  <a:lnTo>
                    <a:pt x="273278" y="539750"/>
                  </a:lnTo>
                  <a:lnTo>
                    <a:pt x="273405" y="543560"/>
                  </a:lnTo>
                  <a:lnTo>
                    <a:pt x="272669" y="549910"/>
                  </a:lnTo>
                  <a:lnTo>
                    <a:pt x="271513" y="557530"/>
                  </a:lnTo>
                  <a:lnTo>
                    <a:pt x="270522" y="563880"/>
                  </a:lnTo>
                  <a:lnTo>
                    <a:pt x="270154" y="570230"/>
                  </a:lnTo>
                  <a:lnTo>
                    <a:pt x="269582" y="572770"/>
                  </a:lnTo>
                  <a:lnTo>
                    <a:pt x="269532" y="576580"/>
                  </a:lnTo>
                  <a:lnTo>
                    <a:pt x="272669" y="604520"/>
                  </a:lnTo>
                  <a:lnTo>
                    <a:pt x="274345" y="618490"/>
                  </a:lnTo>
                  <a:lnTo>
                    <a:pt x="276263" y="632460"/>
                  </a:lnTo>
                  <a:lnTo>
                    <a:pt x="278777" y="657860"/>
                  </a:lnTo>
                  <a:lnTo>
                    <a:pt x="278904" y="659130"/>
                  </a:lnTo>
                  <a:lnTo>
                    <a:pt x="282625" y="685800"/>
                  </a:lnTo>
                  <a:lnTo>
                    <a:pt x="287045" y="712470"/>
                  </a:lnTo>
                  <a:lnTo>
                    <a:pt x="291820" y="739140"/>
                  </a:lnTo>
                  <a:lnTo>
                    <a:pt x="294970" y="759460"/>
                  </a:lnTo>
                  <a:lnTo>
                    <a:pt x="298665" y="778510"/>
                  </a:lnTo>
                  <a:lnTo>
                    <a:pt x="302539" y="797560"/>
                  </a:lnTo>
                  <a:lnTo>
                    <a:pt x="306197" y="816610"/>
                  </a:lnTo>
                  <a:lnTo>
                    <a:pt x="326110" y="858520"/>
                  </a:lnTo>
                  <a:lnTo>
                    <a:pt x="364159" y="880110"/>
                  </a:lnTo>
                  <a:lnTo>
                    <a:pt x="379793" y="878840"/>
                  </a:lnTo>
                  <a:lnTo>
                    <a:pt x="397954" y="873760"/>
                  </a:lnTo>
                  <a:lnTo>
                    <a:pt x="415937" y="869950"/>
                  </a:lnTo>
                  <a:lnTo>
                    <a:pt x="433222" y="862330"/>
                  </a:lnTo>
                  <a:lnTo>
                    <a:pt x="449287" y="853440"/>
                  </a:lnTo>
                  <a:lnTo>
                    <a:pt x="453974" y="849630"/>
                  </a:lnTo>
                  <a:lnTo>
                    <a:pt x="457123" y="850900"/>
                  </a:lnTo>
                  <a:lnTo>
                    <a:pt x="460959" y="849630"/>
                  </a:lnTo>
                  <a:lnTo>
                    <a:pt x="468642" y="847090"/>
                  </a:lnTo>
                  <a:lnTo>
                    <a:pt x="479450" y="842010"/>
                  </a:lnTo>
                  <a:lnTo>
                    <a:pt x="487692" y="836930"/>
                  </a:lnTo>
                  <a:lnTo>
                    <a:pt x="489762" y="835660"/>
                  </a:lnTo>
                  <a:lnTo>
                    <a:pt x="499757" y="829310"/>
                  </a:lnTo>
                  <a:lnTo>
                    <a:pt x="514375" y="817880"/>
                  </a:lnTo>
                  <a:lnTo>
                    <a:pt x="529272" y="807720"/>
                  </a:lnTo>
                  <a:lnTo>
                    <a:pt x="544601" y="796290"/>
                  </a:lnTo>
                  <a:lnTo>
                    <a:pt x="560501" y="786130"/>
                  </a:lnTo>
                  <a:lnTo>
                    <a:pt x="565759" y="782320"/>
                  </a:lnTo>
                  <a:lnTo>
                    <a:pt x="571576" y="778510"/>
                  </a:lnTo>
                  <a:lnTo>
                    <a:pt x="577811" y="775970"/>
                  </a:lnTo>
                  <a:lnTo>
                    <a:pt x="584301" y="773430"/>
                  </a:lnTo>
                  <a:lnTo>
                    <a:pt x="596290" y="765810"/>
                  </a:lnTo>
                  <a:lnTo>
                    <a:pt x="608622" y="759460"/>
                  </a:lnTo>
                  <a:lnTo>
                    <a:pt x="621004" y="751840"/>
                  </a:lnTo>
                  <a:lnTo>
                    <a:pt x="633171" y="744220"/>
                  </a:lnTo>
                  <a:lnTo>
                    <a:pt x="657479" y="730250"/>
                  </a:lnTo>
                  <a:lnTo>
                    <a:pt x="706196" y="699770"/>
                  </a:lnTo>
                  <a:lnTo>
                    <a:pt x="743140" y="674370"/>
                  </a:lnTo>
                  <a:lnTo>
                    <a:pt x="766864" y="654050"/>
                  </a:lnTo>
                  <a:lnTo>
                    <a:pt x="778979" y="643890"/>
                  </a:lnTo>
                  <a:lnTo>
                    <a:pt x="801712" y="612140"/>
                  </a:lnTo>
                  <a:lnTo>
                    <a:pt x="810742" y="580390"/>
                  </a:lnTo>
                  <a:lnTo>
                    <a:pt x="810793" y="57912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857743" y="130289"/>
              <a:ext cx="129616" cy="161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92529" y="323646"/>
              <a:ext cx="167640" cy="191135"/>
            </a:xfrm>
            <a:custGeom>
              <a:avLst/>
              <a:gdLst/>
              <a:ahLst/>
              <a:cxnLst/>
              <a:rect l="l" t="t" r="r" b="b"/>
              <a:pathLst>
                <a:path w="167640" h="191134">
                  <a:moveTo>
                    <a:pt x="23393" y="16294"/>
                  </a:moveTo>
                  <a:lnTo>
                    <a:pt x="22148" y="10375"/>
                  </a:lnTo>
                  <a:lnTo>
                    <a:pt x="15290" y="0"/>
                  </a:lnTo>
                  <a:lnTo>
                    <a:pt x="7835" y="863"/>
                  </a:lnTo>
                  <a:lnTo>
                    <a:pt x="4292" y="5892"/>
                  </a:lnTo>
                  <a:lnTo>
                    <a:pt x="228" y="9969"/>
                  </a:lnTo>
                  <a:lnTo>
                    <a:pt x="0" y="15595"/>
                  </a:lnTo>
                  <a:lnTo>
                    <a:pt x="4000" y="19710"/>
                  </a:lnTo>
                  <a:lnTo>
                    <a:pt x="7683" y="21221"/>
                  </a:lnTo>
                  <a:lnTo>
                    <a:pt x="14008" y="22517"/>
                  </a:lnTo>
                  <a:lnTo>
                    <a:pt x="18326" y="25006"/>
                  </a:lnTo>
                  <a:lnTo>
                    <a:pt x="23393" y="16294"/>
                  </a:lnTo>
                  <a:close/>
                </a:path>
                <a:path w="167640" h="191134">
                  <a:moveTo>
                    <a:pt x="123317" y="140779"/>
                  </a:moveTo>
                  <a:lnTo>
                    <a:pt x="123050" y="134200"/>
                  </a:lnTo>
                  <a:lnTo>
                    <a:pt x="121805" y="128270"/>
                  </a:lnTo>
                  <a:lnTo>
                    <a:pt x="112382" y="126352"/>
                  </a:lnTo>
                  <a:lnTo>
                    <a:pt x="106794" y="130048"/>
                  </a:lnTo>
                  <a:lnTo>
                    <a:pt x="98628" y="134061"/>
                  </a:lnTo>
                  <a:lnTo>
                    <a:pt x="95478" y="141617"/>
                  </a:lnTo>
                  <a:lnTo>
                    <a:pt x="102920" y="152869"/>
                  </a:lnTo>
                  <a:lnTo>
                    <a:pt x="110134" y="153581"/>
                  </a:lnTo>
                  <a:lnTo>
                    <a:pt x="120116" y="148247"/>
                  </a:lnTo>
                  <a:lnTo>
                    <a:pt x="120497" y="146723"/>
                  </a:lnTo>
                  <a:lnTo>
                    <a:pt x="123317" y="140779"/>
                  </a:lnTo>
                  <a:close/>
                </a:path>
                <a:path w="167640" h="191134">
                  <a:moveTo>
                    <a:pt x="167513" y="179070"/>
                  </a:moveTo>
                  <a:lnTo>
                    <a:pt x="164147" y="171869"/>
                  </a:lnTo>
                  <a:lnTo>
                    <a:pt x="160401" y="170256"/>
                  </a:lnTo>
                  <a:lnTo>
                    <a:pt x="155702" y="169303"/>
                  </a:lnTo>
                  <a:lnTo>
                    <a:pt x="154482" y="171500"/>
                  </a:lnTo>
                  <a:lnTo>
                    <a:pt x="148551" y="172745"/>
                  </a:lnTo>
                  <a:lnTo>
                    <a:pt x="145084" y="177723"/>
                  </a:lnTo>
                  <a:lnTo>
                    <a:pt x="145999" y="185267"/>
                  </a:lnTo>
                  <a:lnTo>
                    <a:pt x="147497" y="189636"/>
                  </a:lnTo>
                  <a:lnTo>
                    <a:pt x="152196" y="190588"/>
                  </a:lnTo>
                  <a:lnTo>
                    <a:pt x="158127" y="189344"/>
                  </a:lnTo>
                  <a:lnTo>
                    <a:pt x="164439" y="186563"/>
                  </a:lnTo>
                  <a:lnTo>
                    <a:pt x="167513" y="17907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0254" y="168376"/>
              <a:ext cx="1623745" cy="1356398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32" y="3720185"/>
            <a:ext cx="1386999" cy="142331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16418" y="475995"/>
            <a:ext cx="6311163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5390">
              <a:lnSpc>
                <a:spcPct val="100000"/>
              </a:lnSpc>
              <a:spcBef>
                <a:spcPts val="100"/>
              </a:spcBef>
            </a:pPr>
            <a:r>
              <a:rPr spc="-225" dirty="0">
                <a:latin typeface="+mj-lt"/>
                <a:cs typeface="+mj-lt"/>
              </a:rPr>
              <a:t>Plot</a:t>
            </a:r>
            <a:r>
              <a:rPr spc="-275" dirty="0">
                <a:latin typeface="+mj-lt"/>
                <a:cs typeface="+mj-lt"/>
              </a:rPr>
              <a:t> </a:t>
            </a:r>
            <a:r>
              <a:rPr spc="-380" dirty="0">
                <a:latin typeface="+mj-lt"/>
                <a:cs typeface="+mj-lt"/>
              </a:rPr>
              <a:t>1:</a:t>
            </a:r>
            <a:endParaRPr spc="-380" dirty="0">
              <a:latin typeface="+mj-lt"/>
              <a:cs typeface="+mj-l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46380" y="1639880"/>
            <a:ext cx="1855470" cy="229870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5875" marR="5080" indent="-3810">
              <a:lnSpc>
                <a:spcPct val="102000"/>
              </a:lnSpc>
              <a:spcBef>
                <a:spcPts val="335"/>
              </a:spcBef>
            </a:pPr>
            <a:r>
              <a:rPr sz="1800" b="1" spc="-170" dirty="0">
                <a:solidFill>
                  <a:srgbClr val="0A1533"/>
                </a:solidFill>
                <a:latin typeface="+mn-lt"/>
                <a:cs typeface="+mn-lt"/>
              </a:rPr>
              <a:t>Figure</a:t>
            </a:r>
            <a:r>
              <a:rPr sz="1800" b="1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b="1" spc="-60" dirty="0">
                <a:solidFill>
                  <a:srgbClr val="0A1533"/>
                </a:solidFill>
                <a:latin typeface="+mn-lt"/>
                <a:cs typeface="+mn-lt"/>
              </a:rPr>
              <a:t>1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Relationship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between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weight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status</a:t>
            </a:r>
            <a:r>
              <a:rPr sz="1800" spc="3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category</a:t>
            </a:r>
            <a:r>
              <a:rPr sz="1800" spc="2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and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being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hospitalized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myocardial infarction</a:t>
            </a:r>
            <a:endParaRPr sz="1800">
              <a:latin typeface="+mn-lt"/>
              <a:cs typeface="+mn-l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3240" y="1104315"/>
            <a:ext cx="4860677" cy="3345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514475" cy="1756410"/>
            <a:chOff x="0" y="0"/>
            <a:chExt cx="1514475" cy="1756410"/>
          </a:xfrm>
        </p:grpSpPr>
        <p:sp>
          <p:nvSpPr>
            <p:cNvPr id="3" name="object 3"/>
            <p:cNvSpPr/>
            <p:nvPr/>
          </p:nvSpPr>
          <p:spPr>
            <a:xfrm>
              <a:off x="702881" y="0"/>
              <a:ext cx="778510" cy="770890"/>
            </a:xfrm>
            <a:custGeom>
              <a:avLst/>
              <a:gdLst/>
              <a:ahLst/>
              <a:cxnLst/>
              <a:rect l="l" t="t" r="r" b="b"/>
              <a:pathLst>
                <a:path w="778510" h="770890">
                  <a:moveTo>
                    <a:pt x="395693" y="323316"/>
                  </a:moveTo>
                  <a:lnTo>
                    <a:pt x="394995" y="316103"/>
                  </a:lnTo>
                  <a:lnTo>
                    <a:pt x="392163" y="314236"/>
                  </a:lnTo>
                  <a:lnTo>
                    <a:pt x="387426" y="310311"/>
                  </a:lnTo>
                  <a:lnTo>
                    <a:pt x="382168" y="306412"/>
                  </a:lnTo>
                  <a:lnTo>
                    <a:pt x="376428" y="302463"/>
                  </a:lnTo>
                  <a:lnTo>
                    <a:pt x="370293" y="298373"/>
                  </a:lnTo>
                  <a:lnTo>
                    <a:pt x="364337" y="305257"/>
                  </a:lnTo>
                  <a:lnTo>
                    <a:pt x="359371" y="308724"/>
                  </a:lnTo>
                  <a:lnTo>
                    <a:pt x="386308" y="333298"/>
                  </a:lnTo>
                  <a:lnTo>
                    <a:pt x="392239" y="330466"/>
                  </a:lnTo>
                  <a:lnTo>
                    <a:pt x="393179" y="327126"/>
                  </a:lnTo>
                  <a:lnTo>
                    <a:pt x="395693" y="323316"/>
                  </a:lnTo>
                  <a:close/>
                </a:path>
                <a:path w="778510" h="770890">
                  <a:moveTo>
                    <a:pt x="442023" y="279692"/>
                  </a:moveTo>
                  <a:lnTo>
                    <a:pt x="437337" y="272516"/>
                  </a:lnTo>
                  <a:lnTo>
                    <a:pt x="430441" y="266560"/>
                  </a:lnTo>
                  <a:lnTo>
                    <a:pt x="423887" y="262229"/>
                  </a:lnTo>
                  <a:lnTo>
                    <a:pt x="417576" y="259448"/>
                  </a:lnTo>
                  <a:lnTo>
                    <a:pt x="409511" y="263537"/>
                  </a:lnTo>
                  <a:lnTo>
                    <a:pt x="407898" y="263867"/>
                  </a:lnTo>
                  <a:lnTo>
                    <a:pt x="402323" y="272288"/>
                  </a:lnTo>
                  <a:lnTo>
                    <a:pt x="398322" y="276402"/>
                  </a:lnTo>
                  <a:lnTo>
                    <a:pt x="390512" y="282054"/>
                  </a:lnTo>
                  <a:lnTo>
                    <a:pt x="401269" y="287007"/>
                  </a:lnTo>
                  <a:lnTo>
                    <a:pt x="411505" y="289877"/>
                  </a:lnTo>
                  <a:lnTo>
                    <a:pt x="421335" y="291452"/>
                  </a:lnTo>
                  <a:lnTo>
                    <a:pt x="430834" y="292544"/>
                  </a:lnTo>
                  <a:lnTo>
                    <a:pt x="434314" y="293458"/>
                  </a:lnTo>
                  <a:lnTo>
                    <a:pt x="438391" y="289394"/>
                  </a:lnTo>
                  <a:lnTo>
                    <a:pt x="439293" y="285927"/>
                  </a:lnTo>
                  <a:lnTo>
                    <a:pt x="442023" y="279692"/>
                  </a:lnTo>
                  <a:close/>
                </a:path>
                <a:path w="778510" h="770890">
                  <a:moveTo>
                    <a:pt x="463689" y="599427"/>
                  </a:moveTo>
                  <a:lnTo>
                    <a:pt x="463588" y="595083"/>
                  </a:lnTo>
                  <a:lnTo>
                    <a:pt x="463486" y="590829"/>
                  </a:lnTo>
                  <a:lnTo>
                    <a:pt x="462521" y="582244"/>
                  </a:lnTo>
                  <a:lnTo>
                    <a:pt x="461403" y="574255"/>
                  </a:lnTo>
                  <a:lnTo>
                    <a:pt x="461302" y="573481"/>
                  </a:lnTo>
                  <a:lnTo>
                    <a:pt x="460590" y="570331"/>
                  </a:lnTo>
                  <a:lnTo>
                    <a:pt x="457504" y="566902"/>
                  </a:lnTo>
                  <a:lnTo>
                    <a:pt x="456882" y="563803"/>
                  </a:lnTo>
                  <a:lnTo>
                    <a:pt x="453656" y="560400"/>
                  </a:lnTo>
                  <a:lnTo>
                    <a:pt x="448957" y="557288"/>
                  </a:lnTo>
                  <a:lnTo>
                    <a:pt x="449364" y="554761"/>
                  </a:lnTo>
                  <a:lnTo>
                    <a:pt x="448513" y="543521"/>
                  </a:lnTo>
                  <a:lnTo>
                    <a:pt x="443890" y="535343"/>
                  </a:lnTo>
                  <a:lnTo>
                    <a:pt x="436956" y="529170"/>
                  </a:lnTo>
                  <a:lnTo>
                    <a:pt x="434403" y="527481"/>
                  </a:lnTo>
                  <a:lnTo>
                    <a:pt x="434403" y="589153"/>
                  </a:lnTo>
                  <a:lnTo>
                    <a:pt x="434327" y="620179"/>
                  </a:lnTo>
                  <a:lnTo>
                    <a:pt x="434238" y="624814"/>
                  </a:lnTo>
                  <a:lnTo>
                    <a:pt x="434149" y="629348"/>
                  </a:lnTo>
                  <a:lnTo>
                    <a:pt x="434035" y="651484"/>
                  </a:lnTo>
                  <a:lnTo>
                    <a:pt x="434327" y="652970"/>
                  </a:lnTo>
                  <a:lnTo>
                    <a:pt x="430923" y="656183"/>
                  </a:lnTo>
                  <a:lnTo>
                    <a:pt x="429107" y="658939"/>
                  </a:lnTo>
                  <a:lnTo>
                    <a:pt x="393395" y="635317"/>
                  </a:lnTo>
                  <a:lnTo>
                    <a:pt x="359803" y="621893"/>
                  </a:lnTo>
                  <a:lnTo>
                    <a:pt x="350774" y="617994"/>
                  </a:lnTo>
                  <a:lnTo>
                    <a:pt x="342201" y="613384"/>
                  </a:lnTo>
                  <a:lnTo>
                    <a:pt x="334149" y="608355"/>
                  </a:lnTo>
                  <a:lnTo>
                    <a:pt x="324586" y="601675"/>
                  </a:lnTo>
                  <a:lnTo>
                    <a:pt x="315341" y="595083"/>
                  </a:lnTo>
                  <a:lnTo>
                    <a:pt x="305930" y="589153"/>
                  </a:lnTo>
                  <a:lnTo>
                    <a:pt x="295859" y="584415"/>
                  </a:lnTo>
                  <a:lnTo>
                    <a:pt x="278206" y="578358"/>
                  </a:lnTo>
                  <a:lnTo>
                    <a:pt x="261797" y="569620"/>
                  </a:lnTo>
                  <a:lnTo>
                    <a:pt x="246062" y="559816"/>
                  </a:lnTo>
                  <a:lnTo>
                    <a:pt x="230454" y="550583"/>
                  </a:lnTo>
                  <a:lnTo>
                    <a:pt x="134569" y="487146"/>
                  </a:lnTo>
                  <a:lnTo>
                    <a:pt x="126301" y="480783"/>
                  </a:lnTo>
                  <a:lnTo>
                    <a:pt x="119862" y="473367"/>
                  </a:lnTo>
                  <a:lnTo>
                    <a:pt x="115366" y="464185"/>
                  </a:lnTo>
                  <a:lnTo>
                    <a:pt x="112915" y="452704"/>
                  </a:lnTo>
                  <a:lnTo>
                    <a:pt x="112877" y="452539"/>
                  </a:lnTo>
                  <a:lnTo>
                    <a:pt x="134912" y="441274"/>
                  </a:lnTo>
                  <a:lnTo>
                    <a:pt x="156057" y="427520"/>
                  </a:lnTo>
                  <a:lnTo>
                    <a:pt x="178384" y="414312"/>
                  </a:lnTo>
                  <a:lnTo>
                    <a:pt x="417410" y="545846"/>
                  </a:lnTo>
                  <a:lnTo>
                    <a:pt x="434403" y="589153"/>
                  </a:lnTo>
                  <a:lnTo>
                    <a:pt x="434403" y="527481"/>
                  </a:lnTo>
                  <a:lnTo>
                    <a:pt x="376821" y="489140"/>
                  </a:lnTo>
                  <a:lnTo>
                    <a:pt x="350494" y="471297"/>
                  </a:lnTo>
                  <a:lnTo>
                    <a:pt x="325018" y="453682"/>
                  </a:lnTo>
                  <a:lnTo>
                    <a:pt x="323608" y="452704"/>
                  </a:lnTo>
                  <a:lnTo>
                    <a:pt x="250939" y="404634"/>
                  </a:lnTo>
                  <a:lnTo>
                    <a:pt x="214528" y="380542"/>
                  </a:lnTo>
                  <a:lnTo>
                    <a:pt x="205701" y="375805"/>
                  </a:lnTo>
                  <a:lnTo>
                    <a:pt x="197294" y="373875"/>
                  </a:lnTo>
                  <a:lnTo>
                    <a:pt x="188899" y="374992"/>
                  </a:lnTo>
                  <a:lnTo>
                    <a:pt x="180098" y="379425"/>
                  </a:lnTo>
                  <a:lnTo>
                    <a:pt x="161696" y="391312"/>
                  </a:lnTo>
                  <a:lnTo>
                    <a:pt x="124625" y="413943"/>
                  </a:lnTo>
                  <a:lnTo>
                    <a:pt x="91528" y="444500"/>
                  </a:lnTo>
                  <a:lnTo>
                    <a:pt x="85394" y="457301"/>
                  </a:lnTo>
                  <a:lnTo>
                    <a:pt x="86347" y="466077"/>
                  </a:lnTo>
                  <a:lnTo>
                    <a:pt x="110540" y="500938"/>
                  </a:lnTo>
                  <a:lnTo>
                    <a:pt x="264731" y="602945"/>
                  </a:lnTo>
                  <a:lnTo>
                    <a:pt x="282549" y="607618"/>
                  </a:lnTo>
                  <a:lnTo>
                    <a:pt x="295948" y="614184"/>
                  </a:lnTo>
                  <a:lnTo>
                    <a:pt x="308597" y="622300"/>
                  </a:lnTo>
                  <a:lnTo>
                    <a:pt x="320738" y="630567"/>
                  </a:lnTo>
                  <a:lnTo>
                    <a:pt x="330657" y="637032"/>
                  </a:lnTo>
                  <a:lnTo>
                    <a:pt x="340766" y="642975"/>
                  </a:lnTo>
                  <a:lnTo>
                    <a:pt x="351269" y="647928"/>
                  </a:lnTo>
                  <a:lnTo>
                    <a:pt x="362724" y="651484"/>
                  </a:lnTo>
                  <a:lnTo>
                    <a:pt x="369328" y="653834"/>
                  </a:lnTo>
                  <a:lnTo>
                    <a:pt x="376059" y="657555"/>
                  </a:lnTo>
                  <a:lnTo>
                    <a:pt x="382625" y="661924"/>
                  </a:lnTo>
                  <a:lnTo>
                    <a:pt x="389051" y="666330"/>
                  </a:lnTo>
                  <a:lnTo>
                    <a:pt x="428498" y="692416"/>
                  </a:lnTo>
                  <a:lnTo>
                    <a:pt x="435241" y="695426"/>
                  </a:lnTo>
                  <a:lnTo>
                    <a:pt x="441147" y="695426"/>
                  </a:lnTo>
                  <a:lnTo>
                    <a:pt x="463410" y="662914"/>
                  </a:lnTo>
                  <a:lnTo>
                    <a:pt x="463156" y="658939"/>
                  </a:lnTo>
                  <a:lnTo>
                    <a:pt x="462826" y="653834"/>
                  </a:lnTo>
                  <a:lnTo>
                    <a:pt x="462775" y="652970"/>
                  </a:lnTo>
                  <a:lnTo>
                    <a:pt x="461441" y="642975"/>
                  </a:lnTo>
                  <a:lnTo>
                    <a:pt x="461391" y="642531"/>
                  </a:lnTo>
                  <a:lnTo>
                    <a:pt x="460540" y="632180"/>
                  </a:lnTo>
                  <a:lnTo>
                    <a:pt x="460629" y="624814"/>
                  </a:lnTo>
                  <a:lnTo>
                    <a:pt x="460705" y="620179"/>
                  </a:lnTo>
                  <a:lnTo>
                    <a:pt x="462622" y="608355"/>
                  </a:lnTo>
                  <a:lnTo>
                    <a:pt x="463689" y="599427"/>
                  </a:lnTo>
                  <a:close/>
                </a:path>
                <a:path w="778510" h="770890">
                  <a:moveTo>
                    <a:pt x="778040" y="0"/>
                  </a:moveTo>
                  <a:lnTo>
                    <a:pt x="693216" y="0"/>
                  </a:lnTo>
                  <a:lnTo>
                    <a:pt x="698411" y="4572"/>
                  </a:lnTo>
                  <a:lnTo>
                    <a:pt x="691972" y="12446"/>
                  </a:lnTo>
                  <a:lnTo>
                    <a:pt x="644499" y="78778"/>
                  </a:lnTo>
                  <a:lnTo>
                    <a:pt x="584695" y="167513"/>
                  </a:lnTo>
                  <a:lnTo>
                    <a:pt x="554380" y="212102"/>
                  </a:lnTo>
                  <a:lnTo>
                    <a:pt x="548805" y="222173"/>
                  </a:lnTo>
                  <a:lnTo>
                    <a:pt x="542353" y="231292"/>
                  </a:lnTo>
                  <a:lnTo>
                    <a:pt x="535063" y="240144"/>
                  </a:lnTo>
                  <a:lnTo>
                    <a:pt x="527011" y="249415"/>
                  </a:lnTo>
                  <a:lnTo>
                    <a:pt x="526910" y="266280"/>
                  </a:lnTo>
                  <a:lnTo>
                    <a:pt x="526796" y="270192"/>
                  </a:lnTo>
                  <a:lnTo>
                    <a:pt x="525703" y="286194"/>
                  </a:lnTo>
                  <a:lnTo>
                    <a:pt x="525627" y="287489"/>
                  </a:lnTo>
                  <a:lnTo>
                    <a:pt x="522757" y="306057"/>
                  </a:lnTo>
                  <a:lnTo>
                    <a:pt x="517906" y="324421"/>
                  </a:lnTo>
                  <a:lnTo>
                    <a:pt x="516039" y="327253"/>
                  </a:lnTo>
                  <a:lnTo>
                    <a:pt x="517639" y="331000"/>
                  </a:lnTo>
                  <a:lnTo>
                    <a:pt x="516648" y="334416"/>
                  </a:lnTo>
                  <a:lnTo>
                    <a:pt x="514870" y="354342"/>
                  </a:lnTo>
                  <a:lnTo>
                    <a:pt x="513562" y="373011"/>
                  </a:lnTo>
                  <a:lnTo>
                    <a:pt x="509943" y="432625"/>
                  </a:lnTo>
                  <a:lnTo>
                    <a:pt x="509866" y="433844"/>
                  </a:lnTo>
                  <a:lnTo>
                    <a:pt x="509803" y="436206"/>
                  </a:lnTo>
                  <a:lnTo>
                    <a:pt x="509689" y="440207"/>
                  </a:lnTo>
                  <a:lnTo>
                    <a:pt x="509587" y="443369"/>
                  </a:lnTo>
                  <a:lnTo>
                    <a:pt x="509752" y="447332"/>
                  </a:lnTo>
                  <a:lnTo>
                    <a:pt x="509866" y="450329"/>
                  </a:lnTo>
                  <a:lnTo>
                    <a:pt x="509968" y="452932"/>
                  </a:lnTo>
                  <a:lnTo>
                    <a:pt x="510019" y="466877"/>
                  </a:lnTo>
                  <a:lnTo>
                    <a:pt x="510146" y="470623"/>
                  </a:lnTo>
                  <a:lnTo>
                    <a:pt x="510247" y="473646"/>
                  </a:lnTo>
                  <a:lnTo>
                    <a:pt x="510336" y="484225"/>
                  </a:lnTo>
                  <a:lnTo>
                    <a:pt x="509498" y="494068"/>
                  </a:lnTo>
                  <a:lnTo>
                    <a:pt x="509473" y="494512"/>
                  </a:lnTo>
                  <a:lnTo>
                    <a:pt x="506145" y="512165"/>
                  </a:lnTo>
                  <a:lnTo>
                    <a:pt x="504342" y="529018"/>
                  </a:lnTo>
                  <a:lnTo>
                    <a:pt x="502602" y="547370"/>
                  </a:lnTo>
                  <a:lnTo>
                    <a:pt x="499999" y="563918"/>
                  </a:lnTo>
                  <a:lnTo>
                    <a:pt x="495287" y="588187"/>
                  </a:lnTo>
                  <a:lnTo>
                    <a:pt x="490740" y="612406"/>
                  </a:lnTo>
                  <a:lnTo>
                    <a:pt x="486130" y="636320"/>
                  </a:lnTo>
                  <a:lnTo>
                    <a:pt x="481241" y="659676"/>
                  </a:lnTo>
                  <a:lnTo>
                    <a:pt x="475957" y="683069"/>
                  </a:lnTo>
                  <a:lnTo>
                    <a:pt x="473405" y="694639"/>
                  </a:lnTo>
                  <a:lnTo>
                    <a:pt x="471144" y="705726"/>
                  </a:lnTo>
                  <a:lnTo>
                    <a:pt x="467029" y="717423"/>
                  </a:lnTo>
                  <a:lnTo>
                    <a:pt x="459460" y="726351"/>
                  </a:lnTo>
                  <a:lnTo>
                    <a:pt x="448576" y="731088"/>
                  </a:lnTo>
                  <a:lnTo>
                    <a:pt x="434581" y="730211"/>
                  </a:lnTo>
                  <a:lnTo>
                    <a:pt x="426148" y="728700"/>
                  </a:lnTo>
                  <a:lnTo>
                    <a:pt x="422313" y="726846"/>
                  </a:lnTo>
                  <a:lnTo>
                    <a:pt x="418998" y="725246"/>
                  </a:lnTo>
                  <a:lnTo>
                    <a:pt x="411187" y="726846"/>
                  </a:lnTo>
                  <a:lnTo>
                    <a:pt x="398246" y="726097"/>
                  </a:lnTo>
                  <a:lnTo>
                    <a:pt x="386689" y="722452"/>
                  </a:lnTo>
                  <a:lnTo>
                    <a:pt x="375958" y="716838"/>
                  </a:lnTo>
                  <a:lnTo>
                    <a:pt x="365455" y="710095"/>
                  </a:lnTo>
                  <a:lnTo>
                    <a:pt x="322211" y="681482"/>
                  </a:lnTo>
                  <a:lnTo>
                    <a:pt x="303695" y="669645"/>
                  </a:lnTo>
                  <a:lnTo>
                    <a:pt x="284543" y="658799"/>
                  </a:lnTo>
                  <a:lnTo>
                    <a:pt x="264337" y="649541"/>
                  </a:lnTo>
                  <a:lnTo>
                    <a:pt x="242658" y="642480"/>
                  </a:lnTo>
                  <a:lnTo>
                    <a:pt x="236093" y="640435"/>
                  </a:lnTo>
                  <a:lnTo>
                    <a:pt x="230136" y="637667"/>
                  </a:lnTo>
                  <a:lnTo>
                    <a:pt x="224332" y="634263"/>
                  </a:lnTo>
                  <a:lnTo>
                    <a:pt x="218236" y="630288"/>
                  </a:lnTo>
                  <a:lnTo>
                    <a:pt x="186321" y="607428"/>
                  </a:lnTo>
                  <a:lnTo>
                    <a:pt x="153822" y="584682"/>
                  </a:lnTo>
                  <a:lnTo>
                    <a:pt x="121081" y="562292"/>
                  </a:lnTo>
                  <a:lnTo>
                    <a:pt x="88468" y="540473"/>
                  </a:lnTo>
                  <a:lnTo>
                    <a:pt x="75590" y="529018"/>
                  </a:lnTo>
                  <a:lnTo>
                    <a:pt x="65011" y="515658"/>
                  </a:lnTo>
                  <a:lnTo>
                    <a:pt x="54317" y="502462"/>
                  </a:lnTo>
                  <a:lnTo>
                    <a:pt x="41084" y="491553"/>
                  </a:lnTo>
                  <a:lnTo>
                    <a:pt x="38252" y="489673"/>
                  </a:lnTo>
                  <a:lnTo>
                    <a:pt x="33870" y="483984"/>
                  </a:lnTo>
                  <a:lnTo>
                    <a:pt x="32931" y="479399"/>
                  </a:lnTo>
                  <a:lnTo>
                    <a:pt x="30416" y="474941"/>
                  </a:lnTo>
                  <a:lnTo>
                    <a:pt x="27927" y="470623"/>
                  </a:lnTo>
                  <a:lnTo>
                    <a:pt x="27203" y="467474"/>
                  </a:lnTo>
                  <a:lnTo>
                    <a:pt x="49110" y="432625"/>
                  </a:lnTo>
                  <a:lnTo>
                    <a:pt x="81127" y="408482"/>
                  </a:lnTo>
                  <a:lnTo>
                    <a:pt x="95656" y="400291"/>
                  </a:lnTo>
                  <a:lnTo>
                    <a:pt x="109689" y="391109"/>
                  </a:lnTo>
                  <a:lnTo>
                    <a:pt x="123786" y="382219"/>
                  </a:lnTo>
                  <a:lnTo>
                    <a:pt x="138531" y="374865"/>
                  </a:lnTo>
                  <a:lnTo>
                    <a:pt x="143827" y="373011"/>
                  </a:lnTo>
                  <a:lnTo>
                    <a:pt x="155054" y="364147"/>
                  </a:lnTo>
                  <a:lnTo>
                    <a:pt x="203885" y="328396"/>
                  </a:lnTo>
                  <a:lnTo>
                    <a:pt x="255803" y="295617"/>
                  </a:lnTo>
                  <a:lnTo>
                    <a:pt x="303593" y="268681"/>
                  </a:lnTo>
                  <a:lnTo>
                    <a:pt x="327558" y="255930"/>
                  </a:lnTo>
                  <a:lnTo>
                    <a:pt x="351612" y="242824"/>
                  </a:lnTo>
                  <a:lnTo>
                    <a:pt x="365163" y="235673"/>
                  </a:lnTo>
                  <a:lnTo>
                    <a:pt x="378625" y="229235"/>
                  </a:lnTo>
                  <a:lnTo>
                    <a:pt x="392633" y="224675"/>
                  </a:lnTo>
                  <a:lnTo>
                    <a:pt x="407809" y="223177"/>
                  </a:lnTo>
                  <a:lnTo>
                    <a:pt x="431228" y="189306"/>
                  </a:lnTo>
                  <a:lnTo>
                    <a:pt x="453745" y="155295"/>
                  </a:lnTo>
                  <a:lnTo>
                    <a:pt x="476377" y="121881"/>
                  </a:lnTo>
                  <a:lnTo>
                    <a:pt x="500151" y="89738"/>
                  </a:lnTo>
                  <a:lnTo>
                    <a:pt x="515581" y="68097"/>
                  </a:lnTo>
                  <a:lnTo>
                    <a:pt x="530275" y="45466"/>
                  </a:lnTo>
                  <a:lnTo>
                    <a:pt x="544436" y="22479"/>
                  </a:lnTo>
                  <a:lnTo>
                    <a:pt x="558139" y="0"/>
                  </a:lnTo>
                  <a:lnTo>
                    <a:pt x="526288" y="0"/>
                  </a:lnTo>
                  <a:lnTo>
                    <a:pt x="511708" y="22999"/>
                  </a:lnTo>
                  <a:lnTo>
                    <a:pt x="481571" y="67017"/>
                  </a:lnTo>
                  <a:lnTo>
                    <a:pt x="448983" y="109905"/>
                  </a:lnTo>
                  <a:lnTo>
                    <a:pt x="444004" y="117436"/>
                  </a:lnTo>
                  <a:lnTo>
                    <a:pt x="439280" y="122453"/>
                  </a:lnTo>
                  <a:lnTo>
                    <a:pt x="403352" y="169913"/>
                  </a:lnTo>
                  <a:lnTo>
                    <a:pt x="363969" y="203733"/>
                  </a:lnTo>
                  <a:lnTo>
                    <a:pt x="358927" y="207137"/>
                  </a:lnTo>
                  <a:lnTo>
                    <a:pt x="353949" y="210604"/>
                  </a:lnTo>
                  <a:lnTo>
                    <a:pt x="315277" y="232283"/>
                  </a:lnTo>
                  <a:lnTo>
                    <a:pt x="312813" y="236016"/>
                  </a:lnTo>
                  <a:lnTo>
                    <a:pt x="302247" y="239852"/>
                  </a:lnTo>
                  <a:lnTo>
                    <a:pt x="275323" y="252564"/>
                  </a:lnTo>
                  <a:lnTo>
                    <a:pt x="249402" y="266280"/>
                  </a:lnTo>
                  <a:lnTo>
                    <a:pt x="224383" y="281330"/>
                  </a:lnTo>
                  <a:lnTo>
                    <a:pt x="195199" y="301523"/>
                  </a:lnTo>
                  <a:lnTo>
                    <a:pt x="189255" y="304342"/>
                  </a:lnTo>
                  <a:lnTo>
                    <a:pt x="171716" y="314642"/>
                  </a:lnTo>
                  <a:lnTo>
                    <a:pt x="158559" y="322922"/>
                  </a:lnTo>
                  <a:lnTo>
                    <a:pt x="145694" y="331914"/>
                  </a:lnTo>
                  <a:lnTo>
                    <a:pt x="133400" y="341782"/>
                  </a:lnTo>
                  <a:lnTo>
                    <a:pt x="127355" y="346240"/>
                  </a:lnTo>
                  <a:lnTo>
                    <a:pt x="120738" y="349427"/>
                  </a:lnTo>
                  <a:lnTo>
                    <a:pt x="114058" y="352348"/>
                  </a:lnTo>
                  <a:lnTo>
                    <a:pt x="107848" y="355955"/>
                  </a:lnTo>
                  <a:lnTo>
                    <a:pt x="102539" y="357809"/>
                  </a:lnTo>
                  <a:lnTo>
                    <a:pt x="98729" y="359359"/>
                  </a:lnTo>
                  <a:lnTo>
                    <a:pt x="94399" y="361848"/>
                  </a:lnTo>
                  <a:lnTo>
                    <a:pt x="83299" y="369506"/>
                  </a:lnTo>
                  <a:lnTo>
                    <a:pt x="50101" y="392036"/>
                  </a:lnTo>
                  <a:lnTo>
                    <a:pt x="40906" y="397179"/>
                  </a:lnTo>
                  <a:lnTo>
                    <a:pt x="33464" y="403707"/>
                  </a:lnTo>
                  <a:lnTo>
                    <a:pt x="27711" y="411848"/>
                  </a:lnTo>
                  <a:lnTo>
                    <a:pt x="23647" y="421805"/>
                  </a:lnTo>
                  <a:lnTo>
                    <a:pt x="20408" y="429056"/>
                  </a:lnTo>
                  <a:lnTo>
                    <a:pt x="16471" y="436206"/>
                  </a:lnTo>
                  <a:lnTo>
                    <a:pt x="12026" y="443369"/>
                  </a:lnTo>
                  <a:lnTo>
                    <a:pt x="7467" y="450329"/>
                  </a:lnTo>
                  <a:lnTo>
                    <a:pt x="2273" y="459346"/>
                  </a:lnTo>
                  <a:lnTo>
                    <a:pt x="0" y="468884"/>
                  </a:lnTo>
                  <a:lnTo>
                    <a:pt x="393" y="478929"/>
                  </a:lnTo>
                  <a:lnTo>
                    <a:pt x="3238" y="489445"/>
                  </a:lnTo>
                  <a:lnTo>
                    <a:pt x="22885" y="524141"/>
                  </a:lnTo>
                  <a:lnTo>
                    <a:pt x="55664" y="554240"/>
                  </a:lnTo>
                  <a:lnTo>
                    <a:pt x="104584" y="588937"/>
                  </a:lnTo>
                  <a:lnTo>
                    <a:pt x="153301" y="620039"/>
                  </a:lnTo>
                  <a:lnTo>
                    <a:pt x="177622" y="634492"/>
                  </a:lnTo>
                  <a:lnTo>
                    <a:pt x="189788" y="642112"/>
                  </a:lnTo>
                  <a:lnTo>
                    <a:pt x="202171" y="649236"/>
                  </a:lnTo>
                  <a:lnTo>
                    <a:pt x="226491" y="662863"/>
                  </a:lnTo>
                  <a:lnTo>
                    <a:pt x="232968" y="665543"/>
                  </a:lnTo>
                  <a:lnTo>
                    <a:pt x="239204" y="668832"/>
                  </a:lnTo>
                  <a:lnTo>
                    <a:pt x="281508" y="696823"/>
                  </a:lnTo>
                  <a:lnTo>
                    <a:pt x="311035" y="718794"/>
                  </a:lnTo>
                  <a:lnTo>
                    <a:pt x="321030" y="725487"/>
                  </a:lnTo>
                  <a:lnTo>
                    <a:pt x="331330" y="731862"/>
                  </a:lnTo>
                  <a:lnTo>
                    <a:pt x="342138" y="737069"/>
                  </a:lnTo>
                  <a:lnTo>
                    <a:pt x="353669" y="740244"/>
                  </a:lnTo>
                  <a:lnTo>
                    <a:pt x="356806" y="739533"/>
                  </a:lnTo>
                  <a:lnTo>
                    <a:pt x="361505" y="742632"/>
                  </a:lnTo>
                  <a:lnTo>
                    <a:pt x="412838" y="763879"/>
                  </a:lnTo>
                  <a:lnTo>
                    <a:pt x="446620" y="770445"/>
                  </a:lnTo>
                  <a:lnTo>
                    <a:pt x="460946" y="767575"/>
                  </a:lnTo>
                  <a:lnTo>
                    <a:pt x="473710" y="760120"/>
                  </a:lnTo>
                  <a:lnTo>
                    <a:pt x="484682" y="748449"/>
                  </a:lnTo>
                  <a:lnTo>
                    <a:pt x="490308" y="739533"/>
                  </a:lnTo>
                  <a:lnTo>
                    <a:pt x="490893" y="738619"/>
                  </a:lnTo>
                  <a:lnTo>
                    <a:pt x="494982" y="731088"/>
                  </a:lnTo>
                  <a:lnTo>
                    <a:pt x="496277" y="728700"/>
                  </a:lnTo>
                  <a:lnTo>
                    <a:pt x="496379" y="728535"/>
                  </a:lnTo>
                  <a:lnTo>
                    <a:pt x="501002" y="717854"/>
                  </a:lnTo>
                  <a:lnTo>
                    <a:pt x="504596" y="706208"/>
                  </a:lnTo>
                  <a:lnTo>
                    <a:pt x="508254" y="687133"/>
                  </a:lnTo>
                  <a:lnTo>
                    <a:pt x="512114" y="667943"/>
                  </a:lnTo>
                  <a:lnTo>
                    <a:pt x="515645" y="649541"/>
                  </a:lnTo>
                  <a:lnTo>
                    <a:pt x="515696" y="649236"/>
                  </a:lnTo>
                  <a:lnTo>
                    <a:pt x="515810" y="648639"/>
                  </a:lnTo>
                  <a:lnTo>
                    <a:pt x="518972" y="629208"/>
                  </a:lnTo>
                  <a:lnTo>
                    <a:pt x="523735" y="602043"/>
                  </a:lnTo>
                  <a:lnTo>
                    <a:pt x="528154" y="575017"/>
                  </a:lnTo>
                  <a:lnTo>
                    <a:pt x="531876" y="548271"/>
                  </a:lnTo>
                  <a:lnTo>
                    <a:pt x="534530" y="521919"/>
                  </a:lnTo>
                  <a:lnTo>
                    <a:pt x="536435" y="508012"/>
                  </a:lnTo>
                  <a:lnTo>
                    <a:pt x="538060" y="494512"/>
                  </a:lnTo>
                  <a:lnTo>
                    <a:pt x="539673" y="480288"/>
                  </a:lnTo>
                  <a:lnTo>
                    <a:pt x="541185" y="467474"/>
                  </a:lnTo>
                  <a:lnTo>
                    <a:pt x="541210" y="462889"/>
                  </a:lnTo>
                  <a:lnTo>
                    <a:pt x="540639" y="459714"/>
                  </a:lnTo>
                  <a:lnTo>
                    <a:pt x="540270" y="454113"/>
                  </a:lnTo>
                  <a:lnTo>
                    <a:pt x="539280" y="447332"/>
                  </a:lnTo>
                  <a:lnTo>
                    <a:pt x="538124" y="440207"/>
                  </a:lnTo>
                  <a:lnTo>
                    <a:pt x="537476" y="433844"/>
                  </a:lnTo>
                  <a:lnTo>
                    <a:pt x="541108" y="359359"/>
                  </a:lnTo>
                  <a:lnTo>
                    <a:pt x="544055" y="309359"/>
                  </a:lnTo>
                  <a:lnTo>
                    <a:pt x="544652" y="301523"/>
                  </a:lnTo>
                  <a:lnTo>
                    <a:pt x="544690" y="301015"/>
                  </a:lnTo>
                  <a:lnTo>
                    <a:pt x="545896" y="293306"/>
                  </a:lnTo>
                  <a:lnTo>
                    <a:pt x="548754" y="286194"/>
                  </a:lnTo>
                  <a:lnTo>
                    <a:pt x="554316" y="279590"/>
                  </a:lnTo>
                  <a:lnTo>
                    <a:pt x="558050" y="277990"/>
                  </a:lnTo>
                  <a:lnTo>
                    <a:pt x="559295" y="272059"/>
                  </a:lnTo>
                  <a:lnTo>
                    <a:pt x="560527" y="270192"/>
                  </a:lnTo>
                  <a:lnTo>
                    <a:pt x="572516" y="243636"/>
                  </a:lnTo>
                  <a:lnTo>
                    <a:pt x="587387" y="218871"/>
                  </a:lnTo>
                  <a:lnTo>
                    <a:pt x="604139" y="195084"/>
                  </a:lnTo>
                  <a:lnTo>
                    <a:pt x="621779" y="171462"/>
                  </a:lnTo>
                  <a:lnTo>
                    <a:pt x="639737" y="146875"/>
                  </a:lnTo>
                  <a:lnTo>
                    <a:pt x="657440" y="122453"/>
                  </a:lnTo>
                  <a:lnTo>
                    <a:pt x="673633" y="96875"/>
                  </a:lnTo>
                  <a:lnTo>
                    <a:pt x="686447" y="69659"/>
                  </a:lnTo>
                  <a:lnTo>
                    <a:pt x="687946" y="65290"/>
                  </a:lnTo>
                  <a:lnTo>
                    <a:pt x="691426" y="62128"/>
                  </a:lnTo>
                  <a:lnTo>
                    <a:pt x="723493" y="27914"/>
                  </a:lnTo>
                  <a:lnTo>
                    <a:pt x="751370" y="27914"/>
                  </a:lnTo>
                  <a:lnTo>
                    <a:pt x="758507" y="28143"/>
                  </a:lnTo>
                  <a:lnTo>
                    <a:pt x="758659" y="27914"/>
                  </a:lnTo>
                  <a:lnTo>
                    <a:pt x="771537" y="9613"/>
                  </a:lnTo>
                  <a:lnTo>
                    <a:pt x="778040" y="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77086" y="19684"/>
              <a:ext cx="129616" cy="161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4404" y="213054"/>
              <a:ext cx="167640" cy="191135"/>
            </a:xfrm>
            <a:custGeom>
              <a:avLst/>
              <a:gdLst/>
              <a:ahLst/>
              <a:cxnLst/>
              <a:rect l="l" t="t" r="r" b="b"/>
              <a:pathLst>
                <a:path w="167640" h="191135">
                  <a:moveTo>
                    <a:pt x="22428" y="177711"/>
                  </a:moveTo>
                  <a:lnTo>
                    <a:pt x="18961" y="172745"/>
                  </a:lnTo>
                  <a:lnTo>
                    <a:pt x="13030" y="171500"/>
                  </a:lnTo>
                  <a:lnTo>
                    <a:pt x="11811" y="169291"/>
                  </a:lnTo>
                  <a:lnTo>
                    <a:pt x="7099" y="170256"/>
                  </a:lnTo>
                  <a:lnTo>
                    <a:pt x="3365" y="171856"/>
                  </a:lnTo>
                  <a:lnTo>
                    <a:pt x="0" y="179057"/>
                  </a:lnTo>
                  <a:lnTo>
                    <a:pt x="3073" y="186563"/>
                  </a:lnTo>
                  <a:lnTo>
                    <a:pt x="9385" y="189344"/>
                  </a:lnTo>
                  <a:lnTo>
                    <a:pt x="15303" y="190588"/>
                  </a:lnTo>
                  <a:lnTo>
                    <a:pt x="20015" y="189623"/>
                  </a:lnTo>
                  <a:lnTo>
                    <a:pt x="21513" y="185254"/>
                  </a:lnTo>
                  <a:lnTo>
                    <a:pt x="22428" y="177711"/>
                  </a:lnTo>
                  <a:close/>
                </a:path>
                <a:path w="167640" h="191135">
                  <a:moveTo>
                    <a:pt x="72034" y="141605"/>
                  </a:moveTo>
                  <a:lnTo>
                    <a:pt x="68884" y="134061"/>
                  </a:lnTo>
                  <a:lnTo>
                    <a:pt x="60718" y="130048"/>
                  </a:lnTo>
                  <a:lnTo>
                    <a:pt x="55130" y="126352"/>
                  </a:lnTo>
                  <a:lnTo>
                    <a:pt x="45707" y="128270"/>
                  </a:lnTo>
                  <a:lnTo>
                    <a:pt x="44462" y="134188"/>
                  </a:lnTo>
                  <a:lnTo>
                    <a:pt x="44183" y="140766"/>
                  </a:lnTo>
                  <a:lnTo>
                    <a:pt x="47015" y="146710"/>
                  </a:lnTo>
                  <a:lnTo>
                    <a:pt x="47396" y="148247"/>
                  </a:lnTo>
                  <a:lnTo>
                    <a:pt x="57378" y="153568"/>
                  </a:lnTo>
                  <a:lnTo>
                    <a:pt x="64592" y="152869"/>
                  </a:lnTo>
                  <a:lnTo>
                    <a:pt x="72034" y="141605"/>
                  </a:lnTo>
                  <a:close/>
                </a:path>
                <a:path w="167640" h="191135">
                  <a:moveTo>
                    <a:pt x="167513" y="15595"/>
                  </a:moveTo>
                  <a:lnTo>
                    <a:pt x="167284" y="9956"/>
                  </a:lnTo>
                  <a:lnTo>
                    <a:pt x="163220" y="5880"/>
                  </a:lnTo>
                  <a:lnTo>
                    <a:pt x="159677" y="863"/>
                  </a:lnTo>
                  <a:lnTo>
                    <a:pt x="152209" y="0"/>
                  </a:lnTo>
                  <a:lnTo>
                    <a:pt x="145364" y="10363"/>
                  </a:lnTo>
                  <a:lnTo>
                    <a:pt x="144119" y="16294"/>
                  </a:lnTo>
                  <a:lnTo>
                    <a:pt x="149186" y="24993"/>
                  </a:lnTo>
                  <a:lnTo>
                    <a:pt x="153504" y="22504"/>
                  </a:lnTo>
                  <a:lnTo>
                    <a:pt x="159829" y="21221"/>
                  </a:lnTo>
                  <a:lnTo>
                    <a:pt x="163512" y="19697"/>
                  </a:lnTo>
                  <a:lnTo>
                    <a:pt x="167513" y="15595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66255"/>
              <a:ext cx="1514144" cy="159005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1325473"/>
            <a:ext cx="8458200" cy="3818254"/>
            <a:chOff x="685800" y="1325473"/>
            <a:chExt cx="8458200" cy="3818254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3955" y="3726587"/>
              <a:ext cx="1230044" cy="14169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" y="1325473"/>
              <a:ext cx="7772400" cy="316416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327378" y="241298"/>
            <a:ext cx="771779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latin typeface="+mj-lt"/>
                <a:cs typeface="+mj-lt"/>
              </a:rPr>
              <a:t>Statistical</a:t>
            </a:r>
            <a:r>
              <a:rPr sz="3600" spc="-245" dirty="0">
                <a:latin typeface="+mj-lt"/>
                <a:cs typeface="+mj-lt"/>
              </a:rPr>
              <a:t> </a:t>
            </a:r>
            <a:r>
              <a:rPr sz="3600" spc="-380" dirty="0">
                <a:latin typeface="+mj-lt"/>
                <a:cs typeface="+mj-lt"/>
              </a:rPr>
              <a:t>A</a:t>
            </a:r>
            <a:r>
              <a:rPr lang="en-US" sz="3600" spc="-380" dirty="0">
                <a:latin typeface="+mj-lt"/>
                <a:cs typeface="+mj-lt"/>
              </a:rPr>
              <a:t>n</a:t>
            </a:r>
            <a:r>
              <a:rPr sz="3600" spc="-380" dirty="0">
                <a:latin typeface="+mj-lt"/>
                <a:cs typeface="+mj-lt"/>
              </a:rPr>
              <a:t>alysis:</a:t>
            </a:r>
            <a:r>
              <a:rPr sz="3600" spc="-245" dirty="0">
                <a:latin typeface="+mj-lt"/>
                <a:cs typeface="+mj-lt"/>
              </a:rPr>
              <a:t> </a:t>
            </a:r>
            <a:r>
              <a:rPr sz="3600" spc="-165" dirty="0">
                <a:latin typeface="+mj-lt"/>
                <a:cs typeface="+mj-lt"/>
              </a:rPr>
              <a:t>C</a:t>
            </a:r>
            <a:r>
              <a:rPr lang="en-US" sz="3600" spc="-165" dirty="0">
                <a:latin typeface="+mj-lt"/>
                <a:cs typeface="+mj-lt"/>
              </a:rPr>
              <a:t>k</a:t>
            </a:r>
            <a:r>
              <a:rPr sz="3600" spc="-165" dirty="0">
                <a:latin typeface="+mj-lt"/>
                <a:cs typeface="+mj-lt"/>
              </a:rPr>
              <a:t>i-</a:t>
            </a:r>
            <a:r>
              <a:rPr sz="3600" spc="-145" dirty="0">
                <a:latin typeface="+mj-lt"/>
                <a:cs typeface="+mj-lt"/>
              </a:rPr>
              <a:t>squa</a:t>
            </a:r>
            <a:r>
              <a:rPr lang="en-US" sz="3600" spc="-145" dirty="0">
                <a:latin typeface="+mj-lt"/>
                <a:cs typeface="+mj-lt"/>
              </a:rPr>
              <a:t>re</a:t>
            </a:r>
            <a:r>
              <a:rPr sz="3600" spc="-145" dirty="0">
                <a:latin typeface="+mj-lt"/>
                <a:cs typeface="+mj-lt"/>
              </a:rPr>
              <a:t>d</a:t>
            </a:r>
            <a:r>
              <a:rPr sz="3600" spc="-240" dirty="0">
                <a:latin typeface="+mj-lt"/>
                <a:cs typeface="+mj-lt"/>
              </a:rPr>
              <a:t> </a:t>
            </a:r>
            <a:r>
              <a:rPr lang="en-US" sz="3600" spc="-240" dirty="0">
                <a:latin typeface="+mj-lt"/>
                <a:cs typeface="+mj-lt"/>
              </a:rPr>
              <a:t>te</a:t>
            </a:r>
            <a:r>
              <a:rPr sz="3600" spc="110" dirty="0">
                <a:latin typeface="+mj-lt"/>
                <a:cs typeface="+mj-lt"/>
              </a:rPr>
              <a:t>st</a:t>
            </a:r>
            <a:endParaRPr sz="3600" spc="110" dirty="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219"/>
            <a:ext cx="1988021" cy="180613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454503" y="3921119"/>
            <a:ext cx="1648460" cy="1222375"/>
            <a:chOff x="7454503" y="3921119"/>
            <a:chExt cx="1648460" cy="1222375"/>
          </a:xfrm>
        </p:grpSpPr>
        <p:sp>
          <p:nvSpPr>
            <p:cNvPr id="4" name="object 4"/>
            <p:cNvSpPr/>
            <p:nvPr/>
          </p:nvSpPr>
          <p:spPr>
            <a:xfrm>
              <a:off x="8387689" y="3921119"/>
              <a:ext cx="645795" cy="582930"/>
            </a:xfrm>
            <a:custGeom>
              <a:avLst/>
              <a:gdLst/>
              <a:ahLst/>
              <a:cxnLst/>
              <a:rect l="l" t="t" r="r" b="b"/>
              <a:pathLst>
                <a:path w="645795" h="582929">
                  <a:moveTo>
                    <a:pt x="186168" y="358140"/>
                  </a:moveTo>
                  <a:lnTo>
                    <a:pt x="147777" y="358140"/>
                  </a:lnTo>
                  <a:lnTo>
                    <a:pt x="151561" y="360680"/>
                  </a:lnTo>
                  <a:lnTo>
                    <a:pt x="152336" y="360680"/>
                  </a:lnTo>
                  <a:lnTo>
                    <a:pt x="164490" y="373380"/>
                  </a:lnTo>
                  <a:lnTo>
                    <a:pt x="198240" y="407670"/>
                  </a:lnTo>
                  <a:lnTo>
                    <a:pt x="233791" y="439420"/>
                  </a:lnTo>
                  <a:lnTo>
                    <a:pt x="270731" y="471170"/>
                  </a:lnTo>
                  <a:lnTo>
                    <a:pt x="308648" y="500380"/>
                  </a:lnTo>
                  <a:lnTo>
                    <a:pt x="347129" y="529590"/>
                  </a:lnTo>
                  <a:lnTo>
                    <a:pt x="389601" y="556260"/>
                  </a:lnTo>
                  <a:lnTo>
                    <a:pt x="434378" y="576580"/>
                  </a:lnTo>
                  <a:lnTo>
                    <a:pt x="466955" y="582930"/>
                  </a:lnTo>
                  <a:lnTo>
                    <a:pt x="483168" y="581660"/>
                  </a:lnTo>
                  <a:lnTo>
                    <a:pt x="499541" y="576580"/>
                  </a:lnTo>
                  <a:lnTo>
                    <a:pt x="512447" y="570230"/>
                  </a:lnTo>
                  <a:lnTo>
                    <a:pt x="524862" y="562610"/>
                  </a:lnTo>
                  <a:lnTo>
                    <a:pt x="534616" y="556260"/>
                  </a:lnTo>
                  <a:lnTo>
                    <a:pt x="469782" y="556260"/>
                  </a:lnTo>
                  <a:lnTo>
                    <a:pt x="454858" y="554990"/>
                  </a:lnTo>
                  <a:lnTo>
                    <a:pt x="415616" y="537210"/>
                  </a:lnTo>
                  <a:lnTo>
                    <a:pt x="369488" y="510540"/>
                  </a:lnTo>
                  <a:lnTo>
                    <a:pt x="302938" y="462280"/>
                  </a:lnTo>
                  <a:lnTo>
                    <a:pt x="259524" y="426720"/>
                  </a:lnTo>
                  <a:lnTo>
                    <a:pt x="217662" y="389890"/>
                  </a:lnTo>
                  <a:lnTo>
                    <a:pt x="186168" y="358140"/>
                  </a:lnTo>
                  <a:close/>
                </a:path>
                <a:path w="645795" h="582929">
                  <a:moveTo>
                    <a:pt x="393816" y="139700"/>
                  </a:moveTo>
                  <a:lnTo>
                    <a:pt x="349415" y="139700"/>
                  </a:lnTo>
                  <a:lnTo>
                    <a:pt x="355647" y="142240"/>
                  </a:lnTo>
                  <a:lnTo>
                    <a:pt x="361010" y="146050"/>
                  </a:lnTo>
                  <a:lnTo>
                    <a:pt x="366077" y="151130"/>
                  </a:lnTo>
                  <a:lnTo>
                    <a:pt x="371424" y="154940"/>
                  </a:lnTo>
                  <a:lnTo>
                    <a:pt x="376651" y="160020"/>
                  </a:lnTo>
                  <a:lnTo>
                    <a:pt x="382035" y="163830"/>
                  </a:lnTo>
                  <a:lnTo>
                    <a:pt x="387419" y="168910"/>
                  </a:lnTo>
                  <a:lnTo>
                    <a:pt x="392645" y="173990"/>
                  </a:lnTo>
                  <a:lnTo>
                    <a:pt x="426696" y="201930"/>
                  </a:lnTo>
                  <a:lnTo>
                    <a:pt x="583717" y="356870"/>
                  </a:lnTo>
                  <a:lnTo>
                    <a:pt x="609600" y="391160"/>
                  </a:lnTo>
                  <a:lnTo>
                    <a:pt x="618094" y="419100"/>
                  </a:lnTo>
                  <a:lnTo>
                    <a:pt x="616691" y="426720"/>
                  </a:lnTo>
                  <a:lnTo>
                    <a:pt x="613232" y="433070"/>
                  </a:lnTo>
                  <a:lnTo>
                    <a:pt x="609777" y="440690"/>
                  </a:lnTo>
                  <a:lnTo>
                    <a:pt x="606120" y="445770"/>
                  </a:lnTo>
                  <a:lnTo>
                    <a:pt x="602034" y="452120"/>
                  </a:lnTo>
                  <a:lnTo>
                    <a:pt x="580657" y="474980"/>
                  </a:lnTo>
                  <a:lnTo>
                    <a:pt x="545614" y="510540"/>
                  </a:lnTo>
                  <a:lnTo>
                    <a:pt x="513384" y="537210"/>
                  </a:lnTo>
                  <a:lnTo>
                    <a:pt x="498817" y="546100"/>
                  </a:lnTo>
                  <a:lnTo>
                    <a:pt x="484434" y="553720"/>
                  </a:lnTo>
                  <a:lnTo>
                    <a:pt x="469782" y="556260"/>
                  </a:lnTo>
                  <a:lnTo>
                    <a:pt x="534616" y="556260"/>
                  </a:lnTo>
                  <a:lnTo>
                    <a:pt x="581706" y="511810"/>
                  </a:lnTo>
                  <a:lnTo>
                    <a:pt x="615581" y="476250"/>
                  </a:lnTo>
                  <a:lnTo>
                    <a:pt x="622209" y="469900"/>
                  </a:lnTo>
                  <a:lnTo>
                    <a:pt x="643540" y="433070"/>
                  </a:lnTo>
                  <a:lnTo>
                    <a:pt x="645775" y="421640"/>
                  </a:lnTo>
                  <a:lnTo>
                    <a:pt x="645010" y="408940"/>
                  </a:lnTo>
                  <a:lnTo>
                    <a:pt x="625413" y="365760"/>
                  </a:lnTo>
                  <a:lnTo>
                    <a:pt x="584790" y="318770"/>
                  </a:lnTo>
                  <a:lnTo>
                    <a:pt x="549489" y="281940"/>
                  </a:lnTo>
                  <a:lnTo>
                    <a:pt x="512899" y="246380"/>
                  </a:lnTo>
                  <a:lnTo>
                    <a:pt x="451386" y="190500"/>
                  </a:lnTo>
                  <a:lnTo>
                    <a:pt x="403641" y="148590"/>
                  </a:lnTo>
                  <a:lnTo>
                    <a:pt x="393816" y="139700"/>
                  </a:lnTo>
                  <a:close/>
                </a:path>
                <a:path w="645795" h="582929">
                  <a:moveTo>
                    <a:pt x="259795" y="0"/>
                  </a:moveTo>
                  <a:lnTo>
                    <a:pt x="244937" y="3810"/>
                  </a:lnTo>
                  <a:lnTo>
                    <a:pt x="228942" y="17780"/>
                  </a:lnTo>
                  <a:lnTo>
                    <a:pt x="221361" y="25400"/>
                  </a:lnTo>
                  <a:lnTo>
                    <a:pt x="202705" y="41910"/>
                  </a:lnTo>
                  <a:lnTo>
                    <a:pt x="165364" y="76200"/>
                  </a:lnTo>
                  <a:lnTo>
                    <a:pt x="146265" y="93980"/>
                  </a:lnTo>
                  <a:lnTo>
                    <a:pt x="113136" y="123190"/>
                  </a:lnTo>
                  <a:lnTo>
                    <a:pt x="80795" y="154940"/>
                  </a:lnTo>
                  <a:lnTo>
                    <a:pt x="49176" y="185420"/>
                  </a:lnTo>
                  <a:lnTo>
                    <a:pt x="18211" y="217170"/>
                  </a:lnTo>
                  <a:lnTo>
                    <a:pt x="12865" y="223520"/>
                  </a:lnTo>
                  <a:lnTo>
                    <a:pt x="8356" y="229870"/>
                  </a:lnTo>
                  <a:lnTo>
                    <a:pt x="4508" y="236220"/>
                  </a:lnTo>
                  <a:lnTo>
                    <a:pt x="1435" y="238760"/>
                  </a:lnTo>
                  <a:lnTo>
                    <a:pt x="0" y="243840"/>
                  </a:lnTo>
                  <a:lnTo>
                    <a:pt x="1435" y="246380"/>
                  </a:lnTo>
                  <a:lnTo>
                    <a:pt x="3994" y="257810"/>
                  </a:lnTo>
                  <a:lnTo>
                    <a:pt x="6242" y="267970"/>
                  </a:lnTo>
                  <a:lnTo>
                    <a:pt x="10461" y="279400"/>
                  </a:lnTo>
                  <a:lnTo>
                    <a:pt x="18935" y="289560"/>
                  </a:lnTo>
                  <a:lnTo>
                    <a:pt x="34717" y="304800"/>
                  </a:lnTo>
                  <a:lnTo>
                    <a:pt x="50285" y="320040"/>
                  </a:lnTo>
                  <a:lnTo>
                    <a:pt x="65720" y="336550"/>
                  </a:lnTo>
                  <a:lnTo>
                    <a:pt x="81102" y="351790"/>
                  </a:lnTo>
                  <a:lnTo>
                    <a:pt x="98113" y="367030"/>
                  </a:lnTo>
                  <a:lnTo>
                    <a:pt x="112725" y="372110"/>
                  </a:lnTo>
                  <a:lnTo>
                    <a:pt x="128193" y="369570"/>
                  </a:lnTo>
                  <a:lnTo>
                    <a:pt x="147777" y="358140"/>
                  </a:lnTo>
                  <a:lnTo>
                    <a:pt x="186168" y="358140"/>
                  </a:lnTo>
                  <a:lnTo>
                    <a:pt x="173570" y="345440"/>
                  </a:lnTo>
                  <a:lnTo>
                    <a:pt x="170393" y="341630"/>
                  </a:lnTo>
                  <a:lnTo>
                    <a:pt x="116687" y="341630"/>
                  </a:lnTo>
                  <a:lnTo>
                    <a:pt x="98708" y="327660"/>
                  </a:lnTo>
                  <a:lnTo>
                    <a:pt x="72745" y="303530"/>
                  </a:lnTo>
                  <a:lnTo>
                    <a:pt x="45067" y="276860"/>
                  </a:lnTo>
                  <a:lnTo>
                    <a:pt x="21945" y="251460"/>
                  </a:lnTo>
                  <a:lnTo>
                    <a:pt x="34998" y="237490"/>
                  </a:lnTo>
                  <a:lnTo>
                    <a:pt x="63627" y="210820"/>
                  </a:lnTo>
                  <a:lnTo>
                    <a:pt x="89342" y="193040"/>
                  </a:lnTo>
                  <a:lnTo>
                    <a:pt x="125673" y="193040"/>
                  </a:lnTo>
                  <a:lnTo>
                    <a:pt x="124266" y="191770"/>
                  </a:lnTo>
                  <a:lnTo>
                    <a:pt x="106108" y="172720"/>
                  </a:lnTo>
                  <a:lnTo>
                    <a:pt x="119068" y="156210"/>
                  </a:lnTo>
                  <a:lnTo>
                    <a:pt x="133515" y="142240"/>
                  </a:lnTo>
                  <a:lnTo>
                    <a:pt x="148656" y="129540"/>
                  </a:lnTo>
                  <a:lnTo>
                    <a:pt x="163702" y="115570"/>
                  </a:lnTo>
                  <a:lnTo>
                    <a:pt x="177850" y="102870"/>
                  </a:lnTo>
                  <a:lnTo>
                    <a:pt x="192627" y="91440"/>
                  </a:lnTo>
                  <a:lnTo>
                    <a:pt x="207537" y="78740"/>
                  </a:lnTo>
                  <a:lnTo>
                    <a:pt x="222084" y="64770"/>
                  </a:lnTo>
                  <a:lnTo>
                    <a:pt x="252105" y="64770"/>
                  </a:lnTo>
                  <a:lnTo>
                    <a:pt x="238023" y="49530"/>
                  </a:lnTo>
                  <a:lnTo>
                    <a:pt x="258457" y="29210"/>
                  </a:lnTo>
                  <a:lnTo>
                    <a:pt x="304390" y="29210"/>
                  </a:lnTo>
                  <a:lnTo>
                    <a:pt x="291820" y="16510"/>
                  </a:lnTo>
                  <a:lnTo>
                    <a:pt x="274946" y="3810"/>
                  </a:lnTo>
                  <a:lnTo>
                    <a:pt x="259795" y="0"/>
                  </a:lnTo>
                  <a:close/>
                </a:path>
                <a:path w="645795" h="582929">
                  <a:moveTo>
                    <a:pt x="65163" y="229870"/>
                  </a:moveTo>
                  <a:lnTo>
                    <a:pt x="60667" y="232410"/>
                  </a:lnTo>
                  <a:lnTo>
                    <a:pt x="55308" y="234950"/>
                  </a:lnTo>
                  <a:lnTo>
                    <a:pt x="54521" y="240030"/>
                  </a:lnTo>
                  <a:lnTo>
                    <a:pt x="57594" y="245110"/>
                  </a:lnTo>
                  <a:lnTo>
                    <a:pt x="62102" y="252730"/>
                  </a:lnTo>
                  <a:lnTo>
                    <a:pt x="65951" y="257810"/>
                  </a:lnTo>
                  <a:lnTo>
                    <a:pt x="71234" y="262890"/>
                  </a:lnTo>
                  <a:lnTo>
                    <a:pt x="86797" y="279400"/>
                  </a:lnTo>
                  <a:lnTo>
                    <a:pt x="103147" y="295910"/>
                  </a:lnTo>
                  <a:lnTo>
                    <a:pt x="120781" y="309880"/>
                  </a:lnTo>
                  <a:lnTo>
                    <a:pt x="140195" y="322580"/>
                  </a:lnTo>
                  <a:lnTo>
                    <a:pt x="134704" y="331470"/>
                  </a:lnTo>
                  <a:lnTo>
                    <a:pt x="128736" y="336550"/>
                  </a:lnTo>
                  <a:lnTo>
                    <a:pt x="122621" y="339090"/>
                  </a:lnTo>
                  <a:lnTo>
                    <a:pt x="116687" y="341630"/>
                  </a:lnTo>
                  <a:lnTo>
                    <a:pt x="170393" y="341630"/>
                  </a:lnTo>
                  <a:lnTo>
                    <a:pt x="168275" y="339090"/>
                  </a:lnTo>
                  <a:lnTo>
                    <a:pt x="162928" y="334010"/>
                  </a:lnTo>
                  <a:lnTo>
                    <a:pt x="174265" y="318770"/>
                  </a:lnTo>
                  <a:lnTo>
                    <a:pt x="185341" y="306070"/>
                  </a:lnTo>
                  <a:lnTo>
                    <a:pt x="157632" y="306070"/>
                  </a:lnTo>
                  <a:lnTo>
                    <a:pt x="146429" y="300990"/>
                  </a:lnTo>
                  <a:lnTo>
                    <a:pt x="105138" y="267970"/>
                  </a:lnTo>
                  <a:lnTo>
                    <a:pt x="83881" y="245110"/>
                  </a:lnTo>
                  <a:lnTo>
                    <a:pt x="73520" y="234950"/>
                  </a:lnTo>
                  <a:lnTo>
                    <a:pt x="69735" y="231140"/>
                  </a:lnTo>
                  <a:lnTo>
                    <a:pt x="65163" y="229870"/>
                  </a:lnTo>
                  <a:close/>
                </a:path>
                <a:path w="645795" h="582929">
                  <a:moveTo>
                    <a:pt x="125673" y="193040"/>
                  </a:moveTo>
                  <a:lnTo>
                    <a:pt x="89342" y="193040"/>
                  </a:lnTo>
                  <a:lnTo>
                    <a:pt x="95341" y="194310"/>
                  </a:lnTo>
                  <a:lnTo>
                    <a:pt x="101536" y="198120"/>
                  </a:lnTo>
                  <a:lnTo>
                    <a:pt x="141657" y="231140"/>
                  </a:lnTo>
                  <a:lnTo>
                    <a:pt x="161585" y="248920"/>
                  </a:lnTo>
                  <a:lnTo>
                    <a:pt x="181140" y="265430"/>
                  </a:lnTo>
                  <a:lnTo>
                    <a:pt x="183426" y="267970"/>
                  </a:lnTo>
                  <a:lnTo>
                    <a:pt x="184137" y="270510"/>
                  </a:lnTo>
                  <a:lnTo>
                    <a:pt x="186423" y="271780"/>
                  </a:lnTo>
                  <a:lnTo>
                    <a:pt x="180465" y="283210"/>
                  </a:lnTo>
                  <a:lnTo>
                    <a:pt x="175480" y="290830"/>
                  </a:lnTo>
                  <a:lnTo>
                    <a:pt x="168769" y="297180"/>
                  </a:lnTo>
                  <a:lnTo>
                    <a:pt x="157632" y="306070"/>
                  </a:lnTo>
                  <a:lnTo>
                    <a:pt x="185341" y="306070"/>
                  </a:lnTo>
                  <a:lnTo>
                    <a:pt x="186448" y="304800"/>
                  </a:lnTo>
                  <a:lnTo>
                    <a:pt x="199193" y="290830"/>
                  </a:lnTo>
                  <a:lnTo>
                    <a:pt x="212217" y="278130"/>
                  </a:lnTo>
                  <a:lnTo>
                    <a:pt x="241092" y="252730"/>
                  </a:lnTo>
                  <a:lnTo>
                    <a:pt x="203860" y="252730"/>
                  </a:lnTo>
                  <a:lnTo>
                    <a:pt x="177622" y="236220"/>
                  </a:lnTo>
                  <a:lnTo>
                    <a:pt x="149598" y="214630"/>
                  </a:lnTo>
                  <a:lnTo>
                    <a:pt x="125673" y="193040"/>
                  </a:lnTo>
                  <a:close/>
                </a:path>
                <a:path w="645795" h="582929">
                  <a:moveTo>
                    <a:pt x="173570" y="151130"/>
                  </a:moveTo>
                  <a:lnTo>
                    <a:pt x="169773" y="153670"/>
                  </a:lnTo>
                  <a:lnTo>
                    <a:pt x="166776" y="157480"/>
                  </a:lnTo>
                  <a:lnTo>
                    <a:pt x="165201" y="161290"/>
                  </a:lnTo>
                  <a:lnTo>
                    <a:pt x="165989" y="162560"/>
                  </a:lnTo>
                  <a:lnTo>
                    <a:pt x="171348" y="168910"/>
                  </a:lnTo>
                  <a:lnTo>
                    <a:pt x="227431" y="224790"/>
                  </a:lnTo>
                  <a:lnTo>
                    <a:pt x="222357" y="233680"/>
                  </a:lnTo>
                  <a:lnTo>
                    <a:pt x="217069" y="241300"/>
                  </a:lnTo>
                  <a:lnTo>
                    <a:pt x="211070" y="247650"/>
                  </a:lnTo>
                  <a:lnTo>
                    <a:pt x="203860" y="252730"/>
                  </a:lnTo>
                  <a:lnTo>
                    <a:pt x="241092" y="252730"/>
                  </a:lnTo>
                  <a:lnTo>
                    <a:pt x="242536" y="251460"/>
                  </a:lnTo>
                  <a:lnTo>
                    <a:pt x="257199" y="236220"/>
                  </a:lnTo>
                  <a:lnTo>
                    <a:pt x="270598" y="220980"/>
                  </a:lnTo>
                  <a:lnTo>
                    <a:pt x="282387" y="208280"/>
                  </a:lnTo>
                  <a:lnTo>
                    <a:pt x="244094" y="208280"/>
                  </a:lnTo>
                  <a:lnTo>
                    <a:pt x="239522" y="204470"/>
                  </a:lnTo>
                  <a:lnTo>
                    <a:pt x="234226" y="201930"/>
                  </a:lnTo>
                  <a:lnTo>
                    <a:pt x="228942" y="196850"/>
                  </a:lnTo>
                  <a:lnTo>
                    <a:pt x="218825" y="187960"/>
                  </a:lnTo>
                  <a:lnTo>
                    <a:pt x="198862" y="170180"/>
                  </a:lnTo>
                  <a:lnTo>
                    <a:pt x="188709" y="161290"/>
                  </a:lnTo>
                  <a:lnTo>
                    <a:pt x="184924" y="157480"/>
                  </a:lnTo>
                  <a:lnTo>
                    <a:pt x="180352" y="153670"/>
                  </a:lnTo>
                  <a:lnTo>
                    <a:pt x="174345" y="152400"/>
                  </a:lnTo>
                  <a:lnTo>
                    <a:pt x="173570" y="151130"/>
                  </a:lnTo>
                  <a:close/>
                </a:path>
                <a:path w="645795" h="582929">
                  <a:moveTo>
                    <a:pt x="206146" y="104140"/>
                  </a:moveTo>
                  <a:lnTo>
                    <a:pt x="204647" y="104140"/>
                  </a:lnTo>
                  <a:lnTo>
                    <a:pt x="200139" y="107950"/>
                  </a:lnTo>
                  <a:lnTo>
                    <a:pt x="199288" y="110490"/>
                  </a:lnTo>
                  <a:lnTo>
                    <a:pt x="200075" y="111760"/>
                  </a:lnTo>
                  <a:lnTo>
                    <a:pt x="203149" y="115570"/>
                  </a:lnTo>
                  <a:lnTo>
                    <a:pt x="206146" y="120650"/>
                  </a:lnTo>
                  <a:lnTo>
                    <a:pt x="209943" y="124460"/>
                  </a:lnTo>
                  <a:lnTo>
                    <a:pt x="220186" y="134620"/>
                  </a:lnTo>
                  <a:lnTo>
                    <a:pt x="230500" y="143510"/>
                  </a:lnTo>
                  <a:lnTo>
                    <a:pt x="240949" y="153670"/>
                  </a:lnTo>
                  <a:lnTo>
                    <a:pt x="251599" y="162560"/>
                  </a:lnTo>
                  <a:lnTo>
                    <a:pt x="257081" y="167640"/>
                  </a:lnTo>
                  <a:lnTo>
                    <a:pt x="267439" y="176530"/>
                  </a:lnTo>
                  <a:lnTo>
                    <a:pt x="272884" y="181610"/>
                  </a:lnTo>
                  <a:lnTo>
                    <a:pt x="268798" y="191770"/>
                  </a:lnTo>
                  <a:lnTo>
                    <a:pt x="261304" y="198120"/>
                  </a:lnTo>
                  <a:lnTo>
                    <a:pt x="252401" y="203200"/>
                  </a:lnTo>
                  <a:lnTo>
                    <a:pt x="244094" y="208280"/>
                  </a:lnTo>
                  <a:lnTo>
                    <a:pt x="282387" y="208280"/>
                  </a:lnTo>
                  <a:lnTo>
                    <a:pt x="296459" y="193040"/>
                  </a:lnTo>
                  <a:lnTo>
                    <a:pt x="309500" y="179070"/>
                  </a:lnTo>
                  <a:lnTo>
                    <a:pt x="322910" y="166370"/>
                  </a:lnTo>
                  <a:lnTo>
                    <a:pt x="324172" y="165100"/>
                  </a:lnTo>
                  <a:lnTo>
                    <a:pt x="292544" y="165100"/>
                  </a:lnTo>
                  <a:lnTo>
                    <a:pt x="282274" y="161290"/>
                  </a:lnTo>
                  <a:lnTo>
                    <a:pt x="272775" y="154940"/>
                  </a:lnTo>
                  <a:lnTo>
                    <a:pt x="254673" y="142240"/>
                  </a:lnTo>
                  <a:lnTo>
                    <a:pt x="245134" y="133350"/>
                  </a:lnTo>
                  <a:lnTo>
                    <a:pt x="216725" y="107950"/>
                  </a:lnTo>
                  <a:lnTo>
                    <a:pt x="213728" y="105410"/>
                  </a:lnTo>
                  <a:lnTo>
                    <a:pt x="209219" y="105410"/>
                  </a:lnTo>
                  <a:lnTo>
                    <a:pt x="206146" y="104140"/>
                  </a:lnTo>
                  <a:close/>
                </a:path>
                <a:path w="645795" h="582929">
                  <a:moveTo>
                    <a:pt x="252105" y="64770"/>
                  </a:moveTo>
                  <a:lnTo>
                    <a:pt x="222084" y="64770"/>
                  </a:lnTo>
                  <a:lnTo>
                    <a:pt x="239711" y="80010"/>
                  </a:lnTo>
                  <a:lnTo>
                    <a:pt x="264561" y="104140"/>
                  </a:lnTo>
                  <a:lnTo>
                    <a:pt x="288823" y="129540"/>
                  </a:lnTo>
                  <a:lnTo>
                    <a:pt x="304685" y="149860"/>
                  </a:lnTo>
                  <a:lnTo>
                    <a:pt x="304749" y="151130"/>
                  </a:lnTo>
                  <a:lnTo>
                    <a:pt x="303898" y="153670"/>
                  </a:lnTo>
                  <a:lnTo>
                    <a:pt x="292544" y="165100"/>
                  </a:lnTo>
                  <a:lnTo>
                    <a:pt x="324172" y="165100"/>
                  </a:lnTo>
                  <a:lnTo>
                    <a:pt x="349415" y="139700"/>
                  </a:lnTo>
                  <a:lnTo>
                    <a:pt x="393816" y="139700"/>
                  </a:lnTo>
                  <a:lnTo>
                    <a:pt x="383991" y="130810"/>
                  </a:lnTo>
                  <a:lnTo>
                    <a:pt x="322186" y="130810"/>
                  </a:lnTo>
                  <a:lnTo>
                    <a:pt x="304547" y="115570"/>
                  </a:lnTo>
                  <a:lnTo>
                    <a:pt x="280081" y="92710"/>
                  </a:lnTo>
                  <a:lnTo>
                    <a:pt x="255626" y="68580"/>
                  </a:lnTo>
                  <a:lnTo>
                    <a:pt x="252105" y="64770"/>
                  </a:lnTo>
                  <a:close/>
                </a:path>
                <a:path w="645795" h="582929">
                  <a:moveTo>
                    <a:pt x="304390" y="29210"/>
                  </a:moveTo>
                  <a:lnTo>
                    <a:pt x="258457" y="29210"/>
                  </a:lnTo>
                  <a:lnTo>
                    <a:pt x="263029" y="31750"/>
                  </a:lnTo>
                  <a:lnTo>
                    <a:pt x="267601" y="33020"/>
                  </a:lnTo>
                  <a:lnTo>
                    <a:pt x="331977" y="97790"/>
                  </a:lnTo>
                  <a:lnTo>
                    <a:pt x="336550" y="104140"/>
                  </a:lnTo>
                  <a:lnTo>
                    <a:pt x="336550" y="118110"/>
                  </a:lnTo>
                  <a:lnTo>
                    <a:pt x="334264" y="119380"/>
                  </a:lnTo>
                  <a:lnTo>
                    <a:pt x="322186" y="130810"/>
                  </a:lnTo>
                  <a:lnTo>
                    <a:pt x="383991" y="130810"/>
                  </a:lnTo>
                  <a:lnTo>
                    <a:pt x="379780" y="127000"/>
                  </a:lnTo>
                  <a:lnTo>
                    <a:pt x="374047" y="121920"/>
                  </a:lnTo>
                  <a:lnTo>
                    <a:pt x="368758" y="115570"/>
                  </a:lnTo>
                  <a:lnTo>
                    <a:pt x="364605" y="107950"/>
                  </a:lnTo>
                  <a:lnTo>
                    <a:pt x="362280" y="99060"/>
                  </a:lnTo>
                  <a:lnTo>
                    <a:pt x="360346" y="91440"/>
                  </a:lnTo>
                  <a:lnTo>
                    <a:pt x="356985" y="85090"/>
                  </a:lnTo>
                  <a:lnTo>
                    <a:pt x="352484" y="77470"/>
                  </a:lnTo>
                  <a:lnTo>
                    <a:pt x="347129" y="72390"/>
                  </a:lnTo>
                  <a:lnTo>
                    <a:pt x="304390" y="2921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1217" y="4171428"/>
              <a:ext cx="232895" cy="2081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454493" y="4543285"/>
              <a:ext cx="1648460" cy="600710"/>
            </a:xfrm>
            <a:custGeom>
              <a:avLst/>
              <a:gdLst/>
              <a:ahLst/>
              <a:cxnLst/>
              <a:rect l="l" t="t" r="r" b="b"/>
              <a:pathLst>
                <a:path w="1648459" h="600710">
                  <a:moveTo>
                    <a:pt x="392264" y="505663"/>
                  </a:moveTo>
                  <a:lnTo>
                    <a:pt x="364439" y="476529"/>
                  </a:lnTo>
                  <a:lnTo>
                    <a:pt x="354291" y="477520"/>
                  </a:lnTo>
                  <a:lnTo>
                    <a:pt x="344817" y="482587"/>
                  </a:lnTo>
                  <a:lnTo>
                    <a:pt x="337781" y="487502"/>
                  </a:lnTo>
                  <a:lnTo>
                    <a:pt x="336765" y="497332"/>
                  </a:lnTo>
                  <a:lnTo>
                    <a:pt x="342011" y="502907"/>
                  </a:lnTo>
                  <a:lnTo>
                    <a:pt x="347980" y="508342"/>
                  </a:lnTo>
                  <a:lnTo>
                    <a:pt x="354152" y="513524"/>
                  </a:lnTo>
                  <a:lnTo>
                    <a:pt x="367461" y="524344"/>
                  </a:lnTo>
                  <a:lnTo>
                    <a:pt x="375691" y="521322"/>
                  </a:lnTo>
                  <a:lnTo>
                    <a:pt x="382828" y="517817"/>
                  </a:lnTo>
                  <a:lnTo>
                    <a:pt x="388493" y="512902"/>
                  </a:lnTo>
                  <a:lnTo>
                    <a:pt x="392264" y="505663"/>
                  </a:lnTo>
                  <a:close/>
                </a:path>
                <a:path w="1648459" h="600710">
                  <a:moveTo>
                    <a:pt x="552462" y="391134"/>
                  </a:moveTo>
                  <a:lnTo>
                    <a:pt x="525284" y="362077"/>
                  </a:lnTo>
                  <a:lnTo>
                    <a:pt x="520788" y="365099"/>
                  </a:lnTo>
                  <a:lnTo>
                    <a:pt x="518490" y="371754"/>
                  </a:lnTo>
                  <a:lnTo>
                    <a:pt x="517804" y="380111"/>
                  </a:lnTo>
                  <a:lnTo>
                    <a:pt x="516369" y="383705"/>
                  </a:lnTo>
                  <a:lnTo>
                    <a:pt x="507784" y="388353"/>
                  </a:lnTo>
                  <a:lnTo>
                    <a:pt x="502818" y="390588"/>
                  </a:lnTo>
                  <a:lnTo>
                    <a:pt x="498805" y="395973"/>
                  </a:lnTo>
                  <a:lnTo>
                    <a:pt x="486473" y="404596"/>
                  </a:lnTo>
                  <a:lnTo>
                    <a:pt x="480606" y="407339"/>
                  </a:lnTo>
                  <a:lnTo>
                    <a:pt x="472516" y="405104"/>
                  </a:lnTo>
                  <a:lnTo>
                    <a:pt x="468071" y="404380"/>
                  </a:lnTo>
                  <a:lnTo>
                    <a:pt x="462407" y="405638"/>
                  </a:lnTo>
                  <a:lnTo>
                    <a:pt x="458012" y="408698"/>
                  </a:lnTo>
                  <a:lnTo>
                    <a:pt x="431673" y="424789"/>
                  </a:lnTo>
                  <a:lnTo>
                    <a:pt x="421919" y="430085"/>
                  </a:lnTo>
                  <a:lnTo>
                    <a:pt x="423024" y="438962"/>
                  </a:lnTo>
                  <a:lnTo>
                    <a:pt x="427278" y="446900"/>
                  </a:lnTo>
                  <a:lnTo>
                    <a:pt x="432587" y="454596"/>
                  </a:lnTo>
                  <a:lnTo>
                    <a:pt x="436880" y="462775"/>
                  </a:lnTo>
                  <a:lnTo>
                    <a:pt x="443496" y="464680"/>
                  </a:lnTo>
                  <a:lnTo>
                    <a:pt x="449414" y="465734"/>
                  </a:lnTo>
                  <a:lnTo>
                    <a:pt x="453288" y="465620"/>
                  </a:lnTo>
                  <a:lnTo>
                    <a:pt x="465137" y="463880"/>
                  </a:lnTo>
                  <a:lnTo>
                    <a:pt x="484835" y="422744"/>
                  </a:lnTo>
                  <a:lnTo>
                    <a:pt x="489419" y="418185"/>
                  </a:lnTo>
                  <a:lnTo>
                    <a:pt x="499008" y="420624"/>
                  </a:lnTo>
                  <a:lnTo>
                    <a:pt x="498525" y="440563"/>
                  </a:lnTo>
                  <a:lnTo>
                    <a:pt x="513245" y="437045"/>
                  </a:lnTo>
                  <a:lnTo>
                    <a:pt x="519176" y="427990"/>
                  </a:lnTo>
                  <a:lnTo>
                    <a:pt x="521373" y="416382"/>
                  </a:lnTo>
                  <a:lnTo>
                    <a:pt x="524878" y="405244"/>
                  </a:lnTo>
                  <a:lnTo>
                    <a:pt x="527202" y="404863"/>
                  </a:lnTo>
                  <a:lnTo>
                    <a:pt x="530491" y="403923"/>
                  </a:lnTo>
                  <a:lnTo>
                    <a:pt x="531977" y="404126"/>
                  </a:lnTo>
                  <a:lnTo>
                    <a:pt x="543572" y="402666"/>
                  </a:lnTo>
                  <a:lnTo>
                    <a:pt x="550519" y="398221"/>
                  </a:lnTo>
                  <a:lnTo>
                    <a:pt x="552462" y="391134"/>
                  </a:lnTo>
                  <a:close/>
                </a:path>
                <a:path w="1648459" h="600710">
                  <a:moveTo>
                    <a:pt x="603542" y="342519"/>
                  </a:moveTo>
                  <a:lnTo>
                    <a:pt x="601370" y="332930"/>
                  </a:lnTo>
                  <a:lnTo>
                    <a:pt x="591261" y="313042"/>
                  </a:lnTo>
                  <a:lnTo>
                    <a:pt x="588302" y="312508"/>
                  </a:lnTo>
                  <a:lnTo>
                    <a:pt x="585546" y="310502"/>
                  </a:lnTo>
                  <a:lnTo>
                    <a:pt x="580212" y="310286"/>
                  </a:lnTo>
                  <a:lnTo>
                    <a:pt x="577811" y="310718"/>
                  </a:lnTo>
                  <a:lnTo>
                    <a:pt x="574001" y="314617"/>
                  </a:lnTo>
                  <a:lnTo>
                    <a:pt x="573201" y="319112"/>
                  </a:lnTo>
                  <a:lnTo>
                    <a:pt x="571258" y="321830"/>
                  </a:lnTo>
                  <a:lnTo>
                    <a:pt x="580885" y="354304"/>
                  </a:lnTo>
                  <a:lnTo>
                    <a:pt x="580275" y="357314"/>
                  </a:lnTo>
                  <a:lnTo>
                    <a:pt x="585165" y="360438"/>
                  </a:lnTo>
                  <a:lnTo>
                    <a:pt x="588759" y="361873"/>
                  </a:lnTo>
                  <a:lnTo>
                    <a:pt x="595312" y="363829"/>
                  </a:lnTo>
                  <a:lnTo>
                    <a:pt x="601027" y="353301"/>
                  </a:lnTo>
                  <a:lnTo>
                    <a:pt x="603542" y="342519"/>
                  </a:lnTo>
                  <a:close/>
                </a:path>
                <a:path w="1648459" h="600710">
                  <a:moveTo>
                    <a:pt x="746531" y="308571"/>
                  </a:moveTo>
                  <a:lnTo>
                    <a:pt x="743508" y="287947"/>
                  </a:lnTo>
                  <a:lnTo>
                    <a:pt x="733323" y="267423"/>
                  </a:lnTo>
                  <a:lnTo>
                    <a:pt x="723379" y="253199"/>
                  </a:lnTo>
                  <a:lnTo>
                    <a:pt x="714921" y="241084"/>
                  </a:lnTo>
                  <a:lnTo>
                    <a:pt x="703834" y="230098"/>
                  </a:lnTo>
                  <a:lnTo>
                    <a:pt x="690791" y="222935"/>
                  </a:lnTo>
                  <a:lnTo>
                    <a:pt x="676402" y="220167"/>
                  </a:lnTo>
                  <a:lnTo>
                    <a:pt x="661276" y="222338"/>
                  </a:lnTo>
                  <a:lnTo>
                    <a:pt x="612635" y="239293"/>
                  </a:lnTo>
                  <a:lnTo>
                    <a:pt x="549732" y="277952"/>
                  </a:lnTo>
                  <a:lnTo>
                    <a:pt x="533450" y="289712"/>
                  </a:lnTo>
                  <a:lnTo>
                    <a:pt x="516953" y="301015"/>
                  </a:lnTo>
                  <a:lnTo>
                    <a:pt x="499351" y="310375"/>
                  </a:lnTo>
                  <a:lnTo>
                    <a:pt x="479412" y="316445"/>
                  </a:lnTo>
                  <a:lnTo>
                    <a:pt x="475919" y="316445"/>
                  </a:lnTo>
                  <a:lnTo>
                    <a:pt x="470420" y="321640"/>
                  </a:lnTo>
                  <a:lnTo>
                    <a:pt x="297281" y="442582"/>
                  </a:lnTo>
                  <a:lnTo>
                    <a:pt x="273227" y="468325"/>
                  </a:lnTo>
                  <a:lnTo>
                    <a:pt x="267195" y="474484"/>
                  </a:lnTo>
                  <a:lnTo>
                    <a:pt x="260591" y="479806"/>
                  </a:lnTo>
                  <a:lnTo>
                    <a:pt x="220929" y="508165"/>
                  </a:lnTo>
                  <a:lnTo>
                    <a:pt x="206146" y="521512"/>
                  </a:lnTo>
                  <a:lnTo>
                    <a:pt x="194094" y="538200"/>
                  </a:lnTo>
                  <a:lnTo>
                    <a:pt x="183870" y="545960"/>
                  </a:lnTo>
                  <a:lnTo>
                    <a:pt x="178574" y="556044"/>
                  </a:lnTo>
                  <a:lnTo>
                    <a:pt x="176491" y="567563"/>
                  </a:lnTo>
                  <a:lnTo>
                    <a:pt x="175933" y="579615"/>
                  </a:lnTo>
                  <a:lnTo>
                    <a:pt x="176517" y="591223"/>
                  </a:lnTo>
                  <a:lnTo>
                    <a:pt x="176555" y="591947"/>
                  </a:lnTo>
                  <a:lnTo>
                    <a:pt x="177685" y="600214"/>
                  </a:lnTo>
                  <a:lnTo>
                    <a:pt x="208838" y="600214"/>
                  </a:lnTo>
                  <a:lnTo>
                    <a:pt x="205854" y="591223"/>
                  </a:lnTo>
                  <a:lnTo>
                    <a:pt x="205346" y="581317"/>
                  </a:lnTo>
                  <a:lnTo>
                    <a:pt x="224624" y="544779"/>
                  </a:lnTo>
                  <a:lnTo>
                    <a:pt x="254330" y="517842"/>
                  </a:lnTo>
                  <a:lnTo>
                    <a:pt x="261048" y="513435"/>
                  </a:lnTo>
                  <a:lnTo>
                    <a:pt x="267716" y="508952"/>
                  </a:lnTo>
                  <a:lnTo>
                    <a:pt x="298602" y="484670"/>
                  </a:lnTo>
                  <a:lnTo>
                    <a:pt x="309054" y="467017"/>
                  </a:lnTo>
                  <a:lnTo>
                    <a:pt x="316725" y="463003"/>
                  </a:lnTo>
                  <a:lnTo>
                    <a:pt x="481088" y="348195"/>
                  </a:lnTo>
                  <a:lnTo>
                    <a:pt x="485762" y="343585"/>
                  </a:lnTo>
                  <a:lnTo>
                    <a:pt x="491998" y="343166"/>
                  </a:lnTo>
                  <a:lnTo>
                    <a:pt x="509879" y="337616"/>
                  </a:lnTo>
                  <a:lnTo>
                    <a:pt x="525957" y="328904"/>
                  </a:lnTo>
                  <a:lnTo>
                    <a:pt x="541058" y="318439"/>
                  </a:lnTo>
                  <a:lnTo>
                    <a:pt x="556018" y="307581"/>
                  </a:lnTo>
                  <a:lnTo>
                    <a:pt x="595604" y="279920"/>
                  </a:lnTo>
                  <a:lnTo>
                    <a:pt x="640930" y="260616"/>
                  </a:lnTo>
                  <a:lnTo>
                    <a:pt x="670966" y="253199"/>
                  </a:lnTo>
                  <a:lnTo>
                    <a:pt x="683006" y="255803"/>
                  </a:lnTo>
                  <a:lnTo>
                    <a:pt x="693686" y="262801"/>
                  </a:lnTo>
                  <a:lnTo>
                    <a:pt x="703694" y="273710"/>
                  </a:lnTo>
                  <a:lnTo>
                    <a:pt x="710730" y="287401"/>
                  </a:lnTo>
                  <a:lnTo>
                    <a:pt x="713397" y="301015"/>
                  </a:lnTo>
                  <a:lnTo>
                    <a:pt x="712978" y="314706"/>
                  </a:lnTo>
                  <a:lnTo>
                    <a:pt x="710806" y="328904"/>
                  </a:lnTo>
                  <a:lnTo>
                    <a:pt x="711352" y="335153"/>
                  </a:lnTo>
                  <a:lnTo>
                    <a:pt x="703986" y="341541"/>
                  </a:lnTo>
                  <a:lnTo>
                    <a:pt x="699325" y="346151"/>
                  </a:lnTo>
                  <a:lnTo>
                    <a:pt x="696150" y="350951"/>
                  </a:lnTo>
                  <a:lnTo>
                    <a:pt x="690537" y="352285"/>
                  </a:lnTo>
                  <a:lnTo>
                    <a:pt x="346379" y="595274"/>
                  </a:lnTo>
                  <a:lnTo>
                    <a:pt x="338734" y="600214"/>
                  </a:lnTo>
                  <a:lnTo>
                    <a:pt x="381685" y="600214"/>
                  </a:lnTo>
                  <a:lnTo>
                    <a:pt x="518718" y="504964"/>
                  </a:lnTo>
                  <a:lnTo>
                    <a:pt x="558342" y="478548"/>
                  </a:lnTo>
                  <a:lnTo>
                    <a:pt x="637298" y="424561"/>
                  </a:lnTo>
                  <a:lnTo>
                    <a:pt x="716775" y="369214"/>
                  </a:lnTo>
                  <a:lnTo>
                    <a:pt x="743915" y="329209"/>
                  </a:lnTo>
                  <a:lnTo>
                    <a:pt x="746531" y="308571"/>
                  </a:lnTo>
                  <a:close/>
                </a:path>
                <a:path w="1648459" h="600710">
                  <a:moveTo>
                    <a:pt x="1006754" y="60921"/>
                  </a:moveTo>
                  <a:lnTo>
                    <a:pt x="1005484" y="54292"/>
                  </a:lnTo>
                  <a:lnTo>
                    <a:pt x="1005420" y="53949"/>
                  </a:lnTo>
                  <a:lnTo>
                    <a:pt x="1001890" y="47155"/>
                  </a:lnTo>
                  <a:lnTo>
                    <a:pt x="997496" y="40640"/>
                  </a:lnTo>
                  <a:lnTo>
                    <a:pt x="993178" y="34036"/>
                  </a:lnTo>
                  <a:lnTo>
                    <a:pt x="989190" y="28244"/>
                  </a:lnTo>
                  <a:lnTo>
                    <a:pt x="984707" y="22555"/>
                  </a:lnTo>
                  <a:lnTo>
                    <a:pt x="973531" y="12141"/>
                  </a:lnTo>
                  <a:lnTo>
                    <a:pt x="964653" y="6337"/>
                  </a:lnTo>
                  <a:lnTo>
                    <a:pt x="964653" y="63563"/>
                  </a:lnTo>
                  <a:lnTo>
                    <a:pt x="964006" y="72161"/>
                  </a:lnTo>
                  <a:lnTo>
                    <a:pt x="961326" y="79971"/>
                  </a:lnTo>
                  <a:lnTo>
                    <a:pt x="956310" y="86893"/>
                  </a:lnTo>
                  <a:lnTo>
                    <a:pt x="950239" y="92240"/>
                  </a:lnTo>
                  <a:lnTo>
                    <a:pt x="944245" y="97688"/>
                  </a:lnTo>
                  <a:lnTo>
                    <a:pt x="938136" y="102984"/>
                  </a:lnTo>
                  <a:lnTo>
                    <a:pt x="931760" y="107861"/>
                  </a:lnTo>
                  <a:lnTo>
                    <a:pt x="897458" y="131826"/>
                  </a:lnTo>
                  <a:lnTo>
                    <a:pt x="887615" y="119227"/>
                  </a:lnTo>
                  <a:lnTo>
                    <a:pt x="879157" y="107861"/>
                  </a:lnTo>
                  <a:lnTo>
                    <a:pt x="872121" y="96558"/>
                  </a:lnTo>
                  <a:lnTo>
                    <a:pt x="872032" y="96405"/>
                  </a:lnTo>
                  <a:lnTo>
                    <a:pt x="871753" y="95961"/>
                  </a:lnTo>
                  <a:lnTo>
                    <a:pt x="897153" y="57378"/>
                  </a:lnTo>
                  <a:lnTo>
                    <a:pt x="931405" y="36245"/>
                  </a:lnTo>
                  <a:lnTo>
                    <a:pt x="941031" y="34036"/>
                  </a:lnTo>
                  <a:lnTo>
                    <a:pt x="950709" y="37160"/>
                  </a:lnTo>
                  <a:lnTo>
                    <a:pt x="958786" y="44335"/>
                  </a:lnTo>
                  <a:lnTo>
                    <a:pt x="963612" y="54292"/>
                  </a:lnTo>
                  <a:lnTo>
                    <a:pt x="964653" y="63563"/>
                  </a:lnTo>
                  <a:lnTo>
                    <a:pt x="964653" y="6337"/>
                  </a:lnTo>
                  <a:lnTo>
                    <a:pt x="961351" y="4165"/>
                  </a:lnTo>
                  <a:lnTo>
                    <a:pt x="947953" y="0"/>
                  </a:lnTo>
                  <a:lnTo>
                    <a:pt x="933069" y="1054"/>
                  </a:lnTo>
                  <a:lnTo>
                    <a:pt x="886510" y="20510"/>
                  </a:lnTo>
                  <a:lnTo>
                    <a:pt x="879081" y="26797"/>
                  </a:lnTo>
                  <a:lnTo>
                    <a:pt x="871105" y="32245"/>
                  </a:lnTo>
                  <a:lnTo>
                    <a:pt x="862926" y="37350"/>
                  </a:lnTo>
                  <a:lnTo>
                    <a:pt x="854862" y="42621"/>
                  </a:lnTo>
                  <a:lnTo>
                    <a:pt x="837857" y="55079"/>
                  </a:lnTo>
                  <a:lnTo>
                    <a:pt x="820597" y="67348"/>
                  </a:lnTo>
                  <a:lnTo>
                    <a:pt x="802259" y="77698"/>
                  </a:lnTo>
                  <a:lnTo>
                    <a:pt x="781989" y="84391"/>
                  </a:lnTo>
                  <a:lnTo>
                    <a:pt x="779614" y="84709"/>
                  </a:lnTo>
                  <a:lnTo>
                    <a:pt x="776058" y="87185"/>
                  </a:lnTo>
                  <a:lnTo>
                    <a:pt x="763854" y="95402"/>
                  </a:lnTo>
                  <a:lnTo>
                    <a:pt x="750671" y="100647"/>
                  </a:lnTo>
                  <a:lnTo>
                    <a:pt x="736828" y="103924"/>
                  </a:lnTo>
                  <a:lnTo>
                    <a:pt x="696963" y="110553"/>
                  </a:lnTo>
                  <a:lnTo>
                    <a:pt x="684352" y="112877"/>
                  </a:lnTo>
                  <a:lnTo>
                    <a:pt x="671741" y="115557"/>
                  </a:lnTo>
                  <a:lnTo>
                    <a:pt x="663359" y="117614"/>
                  </a:lnTo>
                  <a:lnTo>
                    <a:pt x="655091" y="119227"/>
                  </a:lnTo>
                  <a:lnTo>
                    <a:pt x="646747" y="119646"/>
                  </a:lnTo>
                  <a:lnTo>
                    <a:pt x="638187" y="118160"/>
                  </a:lnTo>
                  <a:lnTo>
                    <a:pt x="631990" y="117309"/>
                  </a:lnTo>
                  <a:lnTo>
                    <a:pt x="625665" y="118033"/>
                  </a:lnTo>
                  <a:lnTo>
                    <a:pt x="619379" y="120205"/>
                  </a:lnTo>
                  <a:lnTo>
                    <a:pt x="613321" y="123698"/>
                  </a:lnTo>
                  <a:lnTo>
                    <a:pt x="576605" y="149313"/>
                  </a:lnTo>
                  <a:lnTo>
                    <a:pt x="570928" y="152984"/>
                  </a:lnTo>
                  <a:lnTo>
                    <a:pt x="565048" y="156324"/>
                  </a:lnTo>
                  <a:lnTo>
                    <a:pt x="559346" y="158813"/>
                  </a:lnTo>
                  <a:lnTo>
                    <a:pt x="548144" y="161366"/>
                  </a:lnTo>
                  <a:lnTo>
                    <a:pt x="537908" y="165798"/>
                  </a:lnTo>
                  <a:lnTo>
                    <a:pt x="528307" y="171500"/>
                  </a:lnTo>
                  <a:lnTo>
                    <a:pt x="519023" y="177850"/>
                  </a:lnTo>
                  <a:lnTo>
                    <a:pt x="162560" y="427964"/>
                  </a:lnTo>
                  <a:lnTo>
                    <a:pt x="119240" y="458101"/>
                  </a:lnTo>
                  <a:lnTo>
                    <a:pt x="75222" y="487857"/>
                  </a:lnTo>
                  <a:lnTo>
                    <a:pt x="36004" y="522084"/>
                  </a:lnTo>
                  <a:lnTo>
                    <a:pt x="7137" y="562787"/>
                  </a:lnTo>
                  <a:lnTo>
                    <a:pt x="101" y="596493"/>
                  </a:lnTo>
                  <a:lnTo>
                    <a:pt x="0" y="597877"/>
                  </a:lnTo>
                  <a:lnTo>
                    <a:pt x="368" y="600214"/>
                  </a:lnTo>
                  <a:lnTo>
                    <a:pt x="30022" y="600214"/>
                  </a:lnTo>
                  <a:lnTo>
                    <a:pt x="29591" y="596493"/>
                  </a:lnTo>
                  <a:lnTo>
                    <a:pt x="31559" y="585025"/>
                  </a:lnTo>
                  <a:lnTo>
                    <a:pt x="57480" y="543052"/>
                  </a:lnTo>
                  <a:lnTo>
                    <a:pt x="86207" y="516788"/>
                  </a:lnTo>
                  <a:lnTo>
                    <a:pt x="530072" y="206743"/>
                  </a:lnTo>
                  <a:lnTo>
                    <a:pt x="566534" y="187807"/>
                  </a:lnTo>
                  <a:lnTo>
                    <a:pt x="576605" y="183730"/>
                  </a:lnTo>
                  <a:lnTo>
                    <a:pt x="585965" y="178447"/>
                  </a:lnTo>
                  <a:lnTo>
                    <a:pt x="594474" y="172300"/>
                  </a:lnTo>
                  <a:lnTo>
                    <a:pt x="602043" y="165595"/>
                  </a:lnTo>
                  <a:lnTo>
                    <a:pt x="620090" y="153187"/>
                  </a:lnTo>
                  <a:lnTo>
                    <a:pt x="639038" y="144183"/>
                  </a:lnTo>
                  <a:lnTo>
                    <a:pt x="658710" y="138341"/>
                  </a:lnTo>
                  <a:lnTo>
                    <a:pt x="678954" y="135420"/>
                  </a:lnTo>
                  <a:lnTo>
                    <a:pt x="701497" y="133388"/>
                  </a:lnTo>
                  <a:lnTo>
                    <a:pt x="723823" y="130543"/>
                  </a:lnTo>
                  <a:lnTo>
                    <a:pt x="746226" y="128155"/>
                  </a:lnTo>
                  <a:lnTo>
                    <a:pt x="768972" y="127520"/>
                  </a:lnTo>
                  <a:lnTo>
                    <a:pt x="775792" y="127927"/>
                  </a:lnTo>
                  <a:lnTo>
                    <a:pt x="776579" y="127520"/>
                  </a:lnTo>
                  <a:lnTo>
                    <a:pt x="783463" y="123926"/>
                  </a:lnTo>
                  <a:lnTo>
                    <a:pt x="789571" y="119646"/>
                  </a:lnTo>
                  <a:lnTo>
                    <a:pt x="797902" y="114973"/>
                  </a:lnTo>
                  <a:lnTo>
                    <a:pt x="813638" y="104305"/>
                  </a:lnTo>
                  <a:lnTo>
                    <a:pt x="822464" y="99275"/>
                  </a:lnTo>
                  <a:lnTo>
                    <a:pt x="829132" y="96558"/>
                  </a:lnTo>
                  <a:lnTo>
                    <a:pt x="835152" y="96405"/>
                  </a:lnTo>
                  <a:lnTo>
                    <a:pt x="840574" y="98907"/>
                  </a:lnTo>
                  <a:lnTo>
                    <a:pt x="845464" y="104152"/>
                  </a:lnTo>
                  <a:lnTo>
                    <a:pt x="878573" y="151549"/>
                  </a:lnTo>
                  <a:lnTo>
                    <a:pt x="868260" y="165214"/>
                  </a:lnTo>
                  <a:lnTo>
                    <a:pt x="857783" y="179349"/>
                  </a:lnTo>
                  <a:lnTo>
                    <a:pt x="846632" y="193205"/>
                  </a:lnTo>
                  <a:lnTo>
                    <a:pt x="834288" y="206032"/>
                  </a:lnTo>
                  <a:lnTo>
                    <a:pt x="826744" y="216890"/>
                  </a:lnTo>
                  <a:lnTo>
                    <a:pt x="822413" y="228434"/>
                  </a:lnTo>
                  <a:lnTo>
                    <a:pt x="820559" y="240690"/>
                  </a:lnTo>
                  <a:lnTo>
                    <a:pt x="820458" y="253644"/>
                  </a:lnTo>
                  <a:lnTo>
                    <a:pt x="820826" y="262661"/>
                  </a:lnTo>
                  <a:lnTo>
                    <a:pt x="821410" y="272110"/>
                  </a:lnTo>
                  <a:lnTo>
                    <a:pt x="821931" y="281838"/>
                  </a:lnTo>
                  <a:lnTo>
                    <a:pt x="822134" y="291680"/>
                  </a:lnTo>
                  <a:lnTo>
                    <a:pt x="822071" y="296202"/>
                  </a:lnTo>
                  <a:lnTo>
                    <a:pt x="821969" y="303555"/>
                  </a:lnTo>
                  <a:lnTo>
                    <a:pt x="819772" y="314769"/>
                  </a:lnTo>
                  <a:lnTo>
                    <a:pt x="815060" y="325526"/>
                  </a:lnTo>
                  <a:lnTo>
                    <a:pt x="807364" y="336016"/>
                  </a:lnTo>
                  <a:lnTo>
                    <a:pt x="802106" y="342468"/>
                  </a:lnTo>
                  <a:lnTo>
                    <a:pt x="797013" y="348805"/>
                  </a:lnTo>
                  <a:lnTo>
                    <a:pt x="792480" y="355231"/>
                  </a:lnTo>
                  <a:lnTo>
                    <a:pt x="788898" y="361975"/>
                  </a:lnTo>
                  <a:lnTo>
                    <a:pt x="782904" y="371132"/>
                  </a:lnTo>
                  <a:lnTo>
                    <a:pt x="776351" y="378929"/>
                  </a:lnTo>
                  <a:lnTo>
                    <a:pt x="768959" y="385851"/>
                  </a:lnTo>
                  <a:lnTo>
                    <a:pt x="760425" y="392341"/>
                  </a:lnTo>
                  <a:lnTo>
                    <a:pt x="750735" y="399110"/>
                  </a:lnTo>
                  <a:lnTo>
                    <a:pt x="747890" y="402450"/>
                  </a:lnTo>
                  <a:lnTo>
                    <a:pt x="737412" y="415925"/>
                  </a:lnTo>
                  <a:lnTo>
                    <a:pt x="724827" y="426834"/>
                  </a:lnTo>
                  <a:lnTo>
                    <a:pt x="711047" y="436384"/>
                  </a:lnTo>
                  <a:lnTo>
                    <a:pt x="697026" y="445757"/>
                  </a:lnTo>
                  <a:lnTo>
                    <a:pt x="647954" y="481050"/>
                  </a:lnTo>
                  <a:lnTo>
                    <a:pt x="624395" y="499478"/>
                  </a:lnTo>
                  <a:lnTo>
                    <a:pt x="602310" y="519798"/>
                  </a:lnTo>
                  <a:lnTo>
                    <a:pt x="596265" y="525513"/>
                  </a:lnTo>
                  <a:lnTo>
                    <a:pt x="589622" y="530923"/>
                  </a:lnTo>
                  <a:lnTo>
                    <a:pt x="582587" y="536117"/>
                  </a:lnTo>
                  <a:lnTo>
                    <a:pt x="490880" y="600214"/>
                  </a:lnTo>
                  <a:lnTo>
                    <a:pt x="541515" y="600214"/>
                  </a:lnTo>
                  <a:lnTo>
                    <a:pt x="589318" y="566839"/>
                  </a:lnTo>
                  <a:lnTo>
                    <a:pt x="625957" y="538657"/>
                  </a:lnTo>
                  <a:lnTo>
                    <a:pt x="643267" y="523087"/>
                  </a:lnTo>
                  <a:lnTo>
                    <a:pt x="660920" y="508304"/>
                  </a:lnTo>
                  <a:lnTo>
                    <a:pt x="679043" y="494169"/>
                  </a:lnTo>
                  <a:lnTo>
                    <a:pt x="697814" y="480580"/>
                  </a:lnTo>
                  <a:lnTo>
                    <a:pt x="720852" y="465226"/>
                  </a:lnTo>
                  <a:lnTo>
                    <a:pt x="744054" y="449414"/>
                  </a:lnTo>
                  <a:lnTo>
                    <a:pt x="765733" y="431457"/>
                  </a:lnTo>
                  <a:lnTo>
                    <a:pt x="784263" y="409702"/>
                  </a:lnTo>
                  <a:lnTo>
                    <a:pt x="797191" y="401345"/>
                  </a:lnTo>
                  <a:lnTo>
                    <a:pt x="807224" y="390385"/>
                  </a:lnTo>
                  <a:lnTo>
                    <a:pt x="816178" y="378218"/>
                  </a:lnTo>
                  <a:lnTo>
                    <a:pt x="825881" y="366229"/>
                  </a:lnTo>
                  <a:lnTo>
                    <a:pt x="842238" y="344563"/>
                  </a:lnTo>
                  <a:lnTo>
                    <a:pt x="853198" y="321322"/>
                  </a:lnTo>
                  <a:lnTo>
                    <a:pt x="857681" y="296202"/>
                  </a:lnTo>
                  <a:lnTo>
                    <a:pt x="854684" y="268935"/>
                  </a:lnTo>
                  <a:lnTo>
                    <a:pt x="854100" y="268109"/>
                  </a:lnTo>
                  <a:lnTo>
                    <a:pt x="854938" y="267525"/>
                  </a:lnTo>
                  <a:lnTo>
                    <a:pt x="853719" y="265785"/>
                  </a:lnTo>
                  <a:lnTo>
                    <a:pt x="854252" y="249262"/>
                  </a:lnTo>
                  <a:lnTo>
                    <a:pt x="858164" y="233705"/>
                  </a:lnTo>
                  <a:lnTo>
                    <a:pt x="865759" y="219227"/>
                  </a:lnTo>
                  <a:lnTo>
                    <a:pt x="877366" y="206032"/>
                  </a:lnTo>
                  <a:lnTo>
                    <a:pt x="881481" y="200545"/>
                  </a:lnTo>
                  <a:lnTo>
                    <a:pt x="887234" y="193941"/>
                  </a:lnTo>
                  <a:lnTo>
                    <a:pt x="891895" y="189331"/>
                  </a:lnTo>
                  <a:lnTo>
                    <a:pt x="906729" y="173177"/>
                  </a:lnTo>
                  <a:lnTo>
                    <a:pt x="921143" y="156972"/>
                  </a:lnTo>
                  <a:lnTo>
                    <a:pt x="936510" y="141795"/>
                  </a:lnTo>
                  <a:lnTo>
                    <a:pt x="950074" y="131826"/>
                  </a:lnTo>
                  <a:lnTo>
                    <a:pt x="954239" y="128765"/>
                  </a:lnTo>
                  <a:lnTo>
                    <a:pt x="968921" y="117106"/>
                  </a:lnTo>
                  <a:lnTo>
                    <a:pt x="981151" y="103479"/>
                  </a:lnTo>
                  <a:lnTo>
                    <a:pt x="991971" y="88861"/>
                  </a:lnTo>
                  <a:lnTo>
                    <a:pt x="1002449" y="74256"/>
                  </a:lnTo>
                  <a:lnTo>
                    <a:pt x="1005789" y="67792"/>
                  </a:lnTo>
                  <a:lnTo>
                    <a:pt x="1006754" y="60921"/>
                  </a:lnTo>
                  <a:close/>
                </a:path>
                <a:path w="1648459" h="600710">
                  <a:moveTo>
                    <a:pt x="1648282" y="384314"/>
                  </a:moveTo>
                  <a:lnTo>
                    <a:pt x="1648155" y="379234"/>
                  </a:lnTo>
                  <a:lnTo>
                    <a:pt x="1648028" y="374154"/>
                  </a:lnTo>
                  <a:lnTo>
                    <a:pt x="1647901" y="369074"/>
                  </a:lnTo>
                  <a:lnTo>
                    <a:pt x="1647786" y="363994"/>
                  </a:lnTo>
                  <a:lnTo>
                    <a:pt x="1647659" y="358914"/>
                  </a:lnTo>
                  <a:lnTo>
                    <a:pt x="1647532" y="353834"/>
                  </a:lnTo>
                  <a:lnTo>
                    <a:pt x="1645424" y="322084"/>
                  </a:lnTo>
                  <a:lnTo>
                    <a:pt x="1635785" y="261124"/>
                  </a:lnTo>
                  <a:lnTo>
                    <a:pt x="1611591" y="225729"/>
                  </a:lnTo>
                  <a:lnTo>
                    <a:pt x="1611591" y="344944"/>
                  </a:lnTo>
                  <a:lnTo>
                    <a:pt x="1611566" y="374154"/>
                  </a:lnTo>
                  <a:lnTo>
                    <a:pt x="1611452" y="380504"/>
                  </a:lnTo>
                  <a:lnTo>
                    <a:pt x="1609737" y="391934"/>
                  </a:lnTo>
                  <a:lnTo>
                    <a:pt x="1606765" y="403364"/>
                  </a:lnTo>
                  <a:lnTo>
                    <a:pt x="1602943" y="416064"/>
                  </a:lnTo>
                  <a:lnTo>
                    <a:pt x="1598726" y="431304"/>
                  </a:lnTo>
                  <a:lnTo>
                    <a:pt x="1590344" y="426224"/>
                  </a:lnTo>
                  <a:lnTo>
                    <a:pt x="1583093" y="421144"/>
                  </a:lnTo>
                  <a:lnTo>
                    <a:pt x="1576654" y="414794"/>
                  </a:lnTo>
                  <a:lnTo>
                    <a:pt x="1570723" y="409714"/>
                  </a:lnTo>
                  <a:lnTo>
                    <a:pt x="1570609" y="466864"/>
                  </a:lnTo>
                  <a:lnTo>
                    <a:pt x="1566633" y="479564"/>
                  </a:lnTo>
                  <a:lnTo>
                    <a:pt x="1565160" y="482104"/>
                  </a:lnTo>
                  <a:lnTo>
                    <a:pt x="1564957" y="485914"/>
                  </a:lnTo>
                  <a:lnTo>
                    <a:pt x="1563484" y="488454"/>
                  </a:lnTo>
                  <a:lnTo>
                    <a:pt x="1554187" y="492264"/>
                  </a:lnTo>
                  <a:lnTo>
                    <a:pt x="1551292" y="485914"/>
                  </a:lnTo>
                  <a:lnTo>
                    <a:pt x="1545412" y="483374"/>
                  </a:lnTo>
                  <a:lnTo>
                    <a:pt x="1538097" y="478066"/>
                  </a:lnTo>
                  <a:lnTo>
                    <a:pt x="1538097" y="516394"/>
                  </a:lnTo>
                  <a:lnTo>
                    <a:pt x="1517891" y="527824"/>
                  </a:lnTo>
                  <a:lnTo>
                    <a:pt x="1499311" y="537984"/>
                  </a:lnTo>
                  <a:lnTo>
                    <a:pt x="1481670" y="546874"/>
                  </a:lnTo>
                  <a:lnTo>
                    <a:pt x="1464348" y="554494"/>
                  </a:lnTo>
                  <a:lnTo>
                    <a:pt x="1450797" y="557034"/>
                  </a:lnTo>
                  <a:lnTo>
                    <a:pt x="1444142" y="557034"/>
                  </a:lnTo>
                  <a:lnTo>
                    <a:pt x="1437855" y="558304"/>
                  </a:lnTo>
                  <a:lnTo>
                    <a:pt x="1415084" y="558304"/>
                  </a:lnTo>
                  <a:lnTo>
                    <a:pt x="1392720" y="557034"/>
                  </a:lnTo>
                  <a:lnTo>
                    <a:pt x="1370711" y="553224"/>
                  </a:lnTo>
                  <a:lnTo>
                    <a:pt x="1349006" y="546874"/>
                  </a:lnTo>
                  <a:lnTo>
                    <a:pt x="1319390" y="539254"/>
                  </a:lnTo>
                  <a:lnTo>
                    <a:pt x="1288186" y="529094"/>
                  </a:lnTo>
                  <a:lnTo>
                    <a:pt x="1269631" y="521474"/>
                  </a:lnTo>
                  <a:lnTo>
                    <a:pt x="1252385" y="510044"/>
                  </a:lnTo>
                  <a:lnTo>
                    <a:pt x="1235621" y="497344"/>
                  </a:lnTo>
                  <a:lnTo>
                    <a:pt x="1218577" y="485914"/>
                  </a:lnTo>
                  <a:lnTo>
                    <a:pt x="1215478" y="483374"/>
                  </a:lnTo>
                  <a:lnTo>
                    <a:pt x="1214628" y="478294"/>
                  </a:lnTo>
                  <a:lnTo>
                    <a:pt x="1211326" y="474484"/>
                  </a:lnTo>
                  <a:lnTo>
                    <a:pt x="1188135" y="408444"/>
                  </a:lnTo>
                  <a:lnTo>
                    <a:pt x="1178839" y="339864"/>
                  </a:lnTo>
                  <a:lnTo>
                    <a:pt x="1178661" y="334784"/>
                  </a:lnTo>
                  <a:lnTo>
                    <a:pt x="1178572" y="332244"/>
                  </a:lnTo>
                  <a:lnTo>
                    <a:pt x="1178712" y="330974"/>
                  </a:lnTo>
                  <a:lnTo>
                    <a:pt x="1179385" y="324624"/>
                  </a:lnTo>
                  <a:lnTo>
                    <a:pt x="1180490" y="317004"/>
                  </a:lnTo>
                  <a:lnTo>
                    <a:pt x="1180922" y="310654"/>
                  </a:lnTo>
                  <a:lnTo>
                    <a:pt x="1181011" y="309384"/>
                  </a:lnTo>
                  <a:lnTo>
                    <a:pt x="1181100" y="308114"/>
                  </a:lnTo>
                  <a:lnTo>
                    <a:pt x="1218196" y="320814"/>
                  </a:lnTo>
                  <a:lnTo>
                    <a:pt x="1246581" y="338594"/>
                  </a:lnTo>
                  <a:lnTo>
                    <a:pt x="1256512" y="342404"/>
                  </a:lnTo>
                  <a:lnTo>
                    <a:pt x="1267117" y="347484"/>
                  </a:lnTo>
                  <a:lnTo>
                    <a:pt x="1274089" y="350024"/>
                  </a:lnTo>
                  <a:lnTo>
                    <a:pt x="1280833" y="352564"/>
                  </a:lnTo>
                  <a:lnTo>
                    <a:pt x="1287170" y="357644"/>
                  </a:lnTo>
                  <a:lnTo>
                    <a:pt x="1292948" y="361454"/>
                  </a:lnTo>
                  <a:lnTo>
                    <a:pt x="1309395" y="374154"/>
                  </a:lnTo>
                  <a:lnTo>
                    <a:pt x="1325613" y="385584"/>
                  </a:lnTo>
                  <a:lnTo>
                    <a:pt x="1342555" y="395744"/>
                  </a:lnTo>
                  <a:lnTo>
                    <a:pt x="1361224" y="403364"/>
                  </a:lnTo>
                  <a:lnTo>
                    <a:pt x="1372539" y="408444"/>
                  </a:lnTo>
                  <a:lnTo>
                    <a:pt x="1383487" y="417334"/>
                  </a:lnTo>
                  <a:lnTo>
                    <a:pt x="1407642" y="433844"/>
                  </a:lnTo>
                  <a:lnTo>
                    <a:pt x="1420647" y="440194"/>
                  </a:lnTo>
                  <a:lnTo>
                    <a:pt x="1435125" y="445274"/>
                  </a:lnTo>
                  <a:lnTo>
                    <a:pt x="1438630" y="445274"/>
                  </a:lnTo>
                  <a:lnTo>
                    <a:pt x="1538097" y="516394"/>
                  </a:lnTo>
                  <a:lnTo>
                    <a:pt x="1538097" y="478066"/>
                  </a:lnTo>
                  <a:lnTo>
                    <a:pt x="1468462" y="427494"/>
                  </a:lnTo>
                  <a:lnTo>
                    <a:pt x="1460106" y="421144"/>
                  </a:lnTo>
                  <a:lnTo>
                    <a:pt x="1451698" y="416064"/>
                  </a:lnTo>
                  <a:lnTo>
                    <a:pt x="1442796" y="412254"/>
                  </a:lnTo>
                  <a:lnTo>
                    <a:pt x="1432966" y="409714"/>
                  </a:lnTo>
                  <a:lnTo>
                    <a:pt x="1425714" y="407174"/>
                  </a:lnTo>
                  <a:lnTo>
                    <a:pt x="1418983" y="404634"/>
                  </a:lnTo>
                  <a:lnTo>
                    <a:pt x="1412621" y="400824"/>
                  </a:lnTo>
                  <a:lnTo>
                    <a:pt x="1406436" y="397014"/>
                  </a:lnTo>
                  <a:lnTo>
                    <a:pt x="1379651" y="379234"/>
                  </a:lnTo>
                  <a:lnTo>
                    <a:pt x="1365935" y="370344"/>
                  </a:lnTo>
                  <a:lnTo>
                    <a:pt x="1351407" y="363994"/>
                  </a:lnTo>
                  <a:lnTo>
                    <a:pt x="1341272" y="360184"/>
                  </a:lnTo>
                  <a:lnTo>
                    <a:pt x="1331899" y="353834"/>
                  </a:lnTo>
                  <a:lnTo>
                    <a:pt x="1313802" y="338594"/>
                  </a:lnTo>
                  <a:lnTo>
                    <a:pt x="1302321" y="332244"/>
                  </a:lnTo>
                  <a:lnTo>
                    <a:pt x="1291145" y="324624"/>
                  </a:lnTo>
                  <a:lnTo>
                    <a:pt x="1279499" y="319544"/>
                  </a:lnTo>
                  <a:lnTo>
                    <a:pt x="1266583" y="315734"/>
                  </a:lnTo>
                  <a:lnTo>
                    <a:pt x="1260957" y="314464"/>
                  </a:lnTo>
                  <a:lnTo>
                    <a:pt x="1256538" y="309384"/>
                  </a:lnTo>
                  <a:lnTo>
                    <a:pt x="1251775" y="308114"/>
                  </a:lnTo>
                  <a:lnTo>
                    <a:pt x="1239697" y="301764"/>
                  </a:lnTo>
                  <a:lnTo>
                    <a:pt x="1228178" y="296684"/>
                  </a:lnTo>
                  <a:lnTo>
                    <a:pt x="1216837" y="290334"/>
                  </a:lnTo>
                  <a:lnTo>
                    <a:pt x="1205255" y="283984"/>
                  </a:lnTo>
                  <a:lnTo>
                    <a:pt x="1193939" y="275094"/>
                  </a:lnTo>
                  <a:lnTo>
                    <a:pt x="1195324" y="267474"/>
                  </a:lnTo>
                  <a:lnTo>
                    <a:pt x="1197000" y="261124"/>
                  </a:lnTo>
                  <a:lnTo>
                    <a:pt x="1200708" y="256044"/>
                  </a:lnTo>
                  <a:lnTo>
                    <a:pt x="1214437" y="257314"/>
                  </a:lnTo>
                  <a:lnTo>
                    <a:pt x="1274064" y="270014"/>
                  </a:lnTo>
                  <a:lnTo>
                    <a:pt x="1324356" y="291604"/>
                  </a:lnTo>
                  <a:lnTo>
                    <a:pt x="1334338" y="297954"/>
                  </a:lnTo>
                  <a:lnTo>
                    <a:pt x="1338199" y="299224"/>
                  </a:lnTo>
                  <a:lnTo>
                    <a:pt x="1374114" y="317004"/>
                  </a:lnTo>
                  <a:lnTo>
                    <a:pt x="1394104" y="332244"/>
                  </a:lnTo>
                  <a:lnTo>
                    <a:pt x="1404213" y="338594"/>
                  </a:lnTo>
                  <a:lnTo>
                    <a:pt x="1415148" y="344944"/>
                  </a:lnTo>
                  <a:lnTo>
                    <a:pt x="1426819" y="348754"/>
                  </a:lnTo>
                  <a:lnTo>
                    <a:pt x="1433131" y="351294"/>
                  </a:lnTo>
                  <a:lnTo>
                    <a:pt x="1439087" y="355104"/>
                  </a:lnTo>
                  <a:lnTo>
                    <a:pt x="1444955" y="358914"/>
                  </a:lnTo>
                  <a:lnTo>
                    <a:pt x="1450962" y="362724"/>
                  </a:lnTo>
                  <a:lnTo>
                    <a:pt x="1475600" y="380504"/>
                  </a:lnTo>
                  <a:lnTo>
                    <a:pt x="1500365" y="399554"/>
                  </a:lnTo>
                  <a:lnTo>
                    <a:pt x="1550428" y="435114"/>
                  </a:lnTo>
                  <a:lnTo>
                    <a:pt x="1562595" y="444004"/>
                  </a:lnTo>
                  <a:lnTo>
                    <a:pt x="1569300" y="454164"/>
                  </a:lnTo>
                  <a:lnTo>
                    <a:pt x="1570609" y="466864"/>
                  </a:lnTo>
                  <a:lnTo>
                    <a:pt x="1570609" y="409638"/>
                  </a:lnTo>
                  <a:lnTo>
                    <a:pt x="1490687" y="351294"/>
                  </a:lnTo>
                  <a:lnTo>
                    <a:pt x="1475511" y="339864"/>
                  </a:lnTo>
                  <a:lnTo>
                    <a:pt x="1460207" y="329704"/>
                  </a:lnTo>
                  <a:lnTo>
                    <a:pt x="1443990" y="320814"/>
                  </a:lnTo>
                  <a:lnTo>
                    <a:pt x="1422273" y="314464"/>
                  </a:lnTo>
                  <a:lnTo>
                    <a:pt x="1418120" y="310654"/>
                  </a:lnTo>
                  <a:lnTo>
                    <a:pt x="1395755" y="295414"/>
                  </a:lnTo>
                  <a:lnTo>
                    <a:pt x="1371765" y="281444"/>
                  </a:lnTo>
                  <a:lnTo>
                    <a:pt x="1347330" y="267474"/>
                  </a:lnTo>
                  <a:lnTo>
                    <a:pt x="1327950" y="256044"/>
                  </a:lnTo>
                  <a:lnTo>
                    <a:pt x="1288643" y="242074"/>
                  </a:lnTo>
                  <a:lnTo>
                    <a:pt x="1276388" y="240804"/>
                  </a:lnTo>
                  <a:lnTo>
                    <a:pt x="1262405" y="240804"/>
                  </a:lnTo>
                  <a:lnTo>
                    <a:pt x="1248752" y="238264"/>
                  </a:lnTo>
                  <a:lnTo>
                    <a:pt x="1235075" y="234454"/>
                  </a:lnTo>
                  <a:lnTo>
                    <a:pt x="1221066" y="229374"/>
                  </a:lnTo>
                  <a:lnTo>
                    <a:pt x="1225067" y="215404"/>
                  </a:lnTo>
                  <a:lnTo>
                    <a:pt x="1252461" y="188734"/>
                  </a:lnTo>
                  <a:lnTo>
                    <a:pt x="1295755" y="168414"/>
                  </a:lnTo>
                  <a:lnTo>
                    <a:pt x="1329677" y="160794"/>
                  </a:lnTo>
                  <a:lnTo>
                    <a:pt x="1348562" y="156984"/>
                  </a:lnTo>
                  <a:lnTo>
                    <a:pt x="1367561" y="154444"/>
                  </a:lnTo>
                  <a:lnTo>
                    <a:pt x="1386586" y="154444"/>
                  </a:lnTo>
                  <a:lnTo>
                    <a:pt x="1432153" y="159524"/>
                  </a:lnTo>
                  <a:lnTo>
                    <a:pt x="1475028" y="174764"/>
                  </a:lnTo>
                  <a:lnTo>
                    <a:pt x="1533588" y="206514"/>
                  </a:lnTo>
                  <a:lnTo>
                    <a:pt x="1560283" y="226834"/>
                  </a:lnTo>
                  <a:lnTo>
                    <a:pt x="1587182" y="245884"/>
                  </a:lnTo>
                  <a:lnTo>
                    <a:pt x="1607451" y="297954"/>
                  </a:lnTo>
                  <a:lnTo>
                    <a:pt x="1611591" y="344944"/>
                  </a:lnTo>
                  <a:lnTo>
                    <a:pt x="1611591" y="225729"/>
                  </a:lnTo>
                  <a:lnTo>
                    <a:pt x="1595247" y="214134"/>
                  </a:lnTo>
                  <a:lnTo>
                    <a:pt x="1569720" y="195084"/>
                  </a:lnTo>
                  <a:lnTo>
                    <a:pt x="1543850" y="177304"/>
                  </a:lnTo>
                  <a:lnTo>
                    <a:pt x="1517764" y="158254"/>
                  </a:lnTo>
                  <a:lnTo>
                    <a:pt x="1501241" y="154444"/>
                  </a:lnTo>
                  <a:lnTo>
                    <a:pt x="1485811" y="149364"/>
                  </a:lnTo>
                  <a:lnTo>
                    <a:pt x="1455115" y="135394"/>
                  </a:lnTo>
                  <a:lnTo>
                    <a:pt x="1444193" y="130314"/>
                  </a:lnTo>
                  <a:lnTo>
                    <a:pt x="1432509" y="127774"/>
                  </a:lnTo>
                  <a:lnTo>
                    <a:pt x="1420787" y="127774"/>
                  </a:lnTo>
                  <a:lnTo>
                    <a:pt x="1409687" y="129044"/>
                  </a:lnTo>
                  <a:lnTo>
                    <a:pt x="1391539" y="130314"/>
                  </a:lnTo>
                  <a:lnTo>
                    <a:pt x="1373225" y="132854"/>
                  </a:lnTo>
                  <a:lnTo>
                    <a:pt x="1336357" y="135394"/>
                  </a:lnTo>
                  <a:lnTo>
                    <a:pt x="1310970" y="136664"/>
                  </a:lnTo>
                  <a:lnTo>
                    <a:pt x="1287437" y="141744"/>
                  </a:lnTo>
                  <a:lnTo>
                    <a:pt x="1242326" y="159524"/>
                  </a:lnTo>
                  <a:lnTo>
                    <a:pt x="1206131" y="187464"/>
                  </a:lnTo>
                  <a:lnTo>
                    <a:pt x="1198918" y="198894"/>
                  </a:lnTo>
                  <a:lnTo>
                    <a:pt x="1193952" y="202704"/>
                  </a:lnTo>
                  <a:lnTo>
                    <a:pt x="1179461" y="209054"/>
                  </a:lnTo>
                  <a:lnTo>
                    <a:pt x="1168958" y="219214"/>
                  </a:lnTo>
                  <a:lnTo>
                    <a:pt x="1161580" y="230644"/>
                  </a:lnTo>
                  <a:lnTo>
                    <a:pt x="1156462" y="245884"/>
                  </a:lnTo>
                  <a:lnTo>
                    <a:pt x="1153718" y="250964"/>
                  </a:lnTo>
                  <a:lnTo>
                    <a:pt x="1148346" y="256044"/>
                  </a:lnTo>
                  <a:lnTo>
                    <a:pt x="1141628" y="266204"/>
                  </a:lnTo>
                  <a:lnTo>
                    <a:pt x="1136865" y="270014"/>
                  </a:lnTo>
                  <a:lnTo>
                    <a:pt x="1116596" y="313194"/>
                  </a:lnTo>
                  <a:lnTo>
                    <a:pt x="1111237" y="324624"/>
                  </a:lnTo>
                  <a:lnTo>
                    <a:pt x="1106411" y="334784"/>
                  </a:lnTo>
                  <a:lnTo>
                    <a:pt x="1102042" y="346214"/>
                  </a:lnTo>
                  <a:lnTo>
                    <a:pt x="1098105" y="356374"/>
                  </a:lnTo>
                  <a:lnTo>
                    <a:pt x="1093812" y="366534"/>
                  </a:lnTo>
                  <a:lnTo>
                    <a:pt x="1091158" y="376694"/>
                  </a:lnTo>
                  <a:lnTo>
                    <a:pt x="1090066" y="388124"/>
                  </a:lnTo>
                  <a:lnTo>
                    <a:pt x="1090193" y="391934"/>
                  </a:lnTo>
                  <a:lnTo>
                    <a:pt x="1090282" y="394474"/>
                  </a:lnTo>
                  <a:lnTo>
                    <a:pt x="1090371" y="397014"/>
                  </a:lnTo>
                  <a:lnTo>
                    <a:pt x="1096111" y="450354"/>
                  </a:lnTo>
                  <a:lnTo>
                    <a:pt x="1118260" y="498614"/>
                  </a:lnTo>
                  <a:lnTo>
                    <a:pt x="1119886" y="503694"/>
                  </a:lnTo>
                  <a:lnTo>
                    <a:pt x="1123264" y="507504"/>
                  </a:lnTo>
                  <a:lnTo>
                    <a:pt x="1125093" y="512584"/>
                  </a:lnTo>
                  <a:lnTo>
                    <a:pt x="1135189" y="530364"/>
                  </a:lnTo>
                  <a:lnTo>
                    <a:pt x="1146556" y="544334"/>
                  </a:lnTo>
                  <a:lnTo>
                    <a:pt x="1159725" y="558304"/>
                  </a:lnTo>
                  <a:lnTo>
                    <a:pt x="1175258" y="571004"/>
                  </a:lnTo>
                  <a:lnTo>
                    <a:pt x="1216088" y="600214"/>
                  </a:lnTo>
                  <a:lnTo>
                    <a:pt x="1265770" y="600214"/>
                  </a:lnTo>
                  <a:lnTo>
                    <a:pt x="1176947" y="536714"/>
                  </a:lnTo>
                  <a:lnTo>
                    <a:pt x="1158290" y="510044"/>
                  </a:lnTo>
                  <a:lnTo>
                    <a:pt x="1141920" y="482104"/>
                  </a:lnTo>
                  <a:lnTo>
                    <a:pt x="1129322" y="452894"/>
                  </a:lnTo>
                  <a:lnTo>
                    <a:pt x="1121994" y="419874"/>
                  </a:lnTo>
                  <a:lnTo>
                    <a:pt x="1121397" y="409714"/>
                  </a:lnTo>
                  <a:lnTo>
                    <a:pt x="1121524" y="400824"/>
                  </a:lnTo>
                  <a:lnTo>
                    <a:pt x="1121575" y="399554"/>
                  </a:lnTo>
                  <a:lnTo>
                    <a:pt x="1121676" y="397014"/>
                  </a:lnTo>
                  <a:lnTo>
                    <a:pt x="1121791" y="394474"/>
                  </a:lnTo>
                  <a:lnTo>
                    <a:pt x="1121841" y="393204"/>
                  </a:lnTo>
                  <a:lnTo>
                    <a:pt x="1123289" y="380504"/>
                  </a:lnTo>
                  <a:lnTo>
                    <a:pt x="1125131" y="366534"/>
                  </a:lnTo>
                  <a:lnTo>
                    <a:pt x="1125601" y="363994"/>
                  </a:lnTo>
                  <a:lnTo>
                    <a:pt x="1128534" y="358914"/>
                  </a:lnTo>
                  <a:lnTo>
                    <a:pt x="1130503" y="355104"/>
                  </a:lnTo>
                  <a:lnTo>
                    <a:pt x="1132446" y="350024"/>
                  </a:lnTo>
                  <a:lnTo>
                    <a:pt x="1131887" y="346214"/>
                  </a:lnTo>
                  <a:lnTo>
                    <a:pt x="1133830" y="341134"/>
                  </a:lnTo>
                  <a:lnTo>
                    <a:pt x="1135303" y="339864"/>
                  </a:lnTo>
                  <a:lnTo>
                    <a:pt x="1133475" y="333514"/>
                  </a:lnTo>
                  <a:lnTo>
                    <a:pt x="1141247" y="330974"/>
                  </a:lnTo>
                  <a:lnTo>
                    <a:pt x="1144917" y="350024"/>
                  </a:lnTo>
                  <a:lnTo>
                    <a:pt x="1148359" y="369074"/>
                  </a:lnTo>
                  <a:lnTo>
                    <a:pt x="1151255" y="388124"/>
                  </a:lnTo>
                  <a:lnTo>
                    <a:pt x="1153375" y="407174"/>
                  </a:lnTo>
                  <a:lnTo>
                    <a:pt x="1157935" y="430034"/>
                  </a:lnTo>
                  <a:lnTo>
                    <a:pt x="1164983" y="451624"/>
                  </a:lnTo>
                  <a:lnTo>
                    <a:pt x="1173848" y="473214"/>
                  </a:lnTo>
                  <a:lnTo>
                    <a:pt x="1183817" y="494804"/>
                  </a:lnTo>
                  <a:lnTo>
                    <a:pt x="1185938" y="502424"/>
                  </a:lnTo>
                  <a:lnTo>
                    <a:pt x="1249540" y="548144"/>
                  </a:lnTo>
                  <a:lnTo>
                    <a:pt x="1264005" y="557034"/>
                  </a:lnTo>
                  <a:lnTo>
                    <a:pt x="1279436" y="563384"/>
                  </a:lnTo>
                  <a:lnTo>
                    <a:pt x="1311186" y="571004"/>
                  </a:lnTo>
                  <a:lnTo>
                    <a:pt x="1323149" y="574814"/>
                  </a:lnTo>
                  <a:lnTo>
                    <a:pt x="1334617" y="578624"/>
                  </a:lnTo>
                  <a:lnTo>
                    <a:pt x="1345552" y="581164"/>
                  </a:lnTo>
                  <a:lnTo>
                    <a:pt x="1355940" y="584974"/>
                  </a:lnTo>
                  <a:lnTo>
                    <a:pt x="1370965" y="588784"/>
                  </a:lnTo>
                  <a:lnTo>
                    <a:pt x="1385900" y="590054"/>
                  </a:lnTo>
                  <a:lnTo>
                    <a:pt x="1400822" y="590054"/>
                  </a:lnTo>
                  <a:lnTo>
                    <a:pt x="1415808" y="591324"/>
                  </a:lnTo>
                  <a:lnTo>
                    <a:pt x="1438071" y="591324"/>
                  </a:lnTo>
                  <a:lnTo>
                    <a:pt x="1449171" y="590054"/>
                  </a:lnTo>
                  <a:lnTo>
                    <a:pt x="1460119" y="590054"/>
                  </a:lnTo>
                  <a:lnTo>
                    <a:pt x="1462646" y="588784"/>
                  </a:lnTo>
                  <a:lnTo>
                    <a:pt x="1465732" y="591324"/>
                  </a:lnTo>
                  <a:lnTo>
                    <a:pt x="1472336" y="592594"/>
                  </a:lnTo>
                  <a:lnTo>
                    <a:pt x="1457375" y="600214"/>
                  </a:lnTo>
                  <a:lnTo>
                    <a:pt x="1516138" y="600214"/>
                  </a:lnTo>
                  <a:lnTo>
                    <a:pt x="1555089" y="558304"/>
                  </a:lnTo>
                  <a:lnTo>
                    <a:pt x="1561211" y="546874"/>
                  </a:lnTo>
                  <a:lnTo>
                    <a:pt x="1565897" y="543064"/>
                  </a:lnTo>
                  <a:lnTo>
                    <a:pt x="1594027" y="515124"/>
                  </a:lnTo>
                  <a:lnTo>
                    <a:pt x="1628203" y="457974"/>
                  </a:lnTo>
                  <a:lnTo>
                    <a:pt x="1637753" y="431304"/>
                  </a:lnTo>
                  <a:lnTo>
                    <a:pt x="1639582" y="426224"/>
                  </a:lnTo>
                  <a:lnTo>
                    <a:pt x="1642275" y="416064"/>
                  </a:lnTo>
                  <a:lnTo>
                    <a:pt x="1644980" y="404634"/>
                  </a:lnTo>
                  <a:lnTo>
                    <a:pt x="1647151" y="394474"/>
                  </a:lnTo>
                  <a:lnTo>
                    <a:pt x="1648282" y="384314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38996" y="475995"/>
            <a:ext cx="518858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60" dirty="0">
                <a:latin typeface="+mj-lt"/>
                <a:cs typeface="+mj-lt"/>
              </a:rPr>
              <a:t>R</a:t>
            </a:r>
            <a:r>
              <a:rPr lang="en-US" sz="3600" spc="-160" dirty="0">
                <a:latin typeface="+mj-lt"/>
                <a:cs typeface="+mj-lt"/>
              </a:rPr>
              <a:t>e</a:t>
            </a:r>
            <a:r>
              <a:rPr sz="3600" spc="-160" dirty="0">
                <a:latin typeface="+mj-lt"/>
                <a:cs typeface="+mj-lt"/>
              </a:rPr>
              <a:t>sults:</a:t>
            </a:r>
            <a:r>
              <a:rPr sz="3600" spc="-229" dirty="0">
                <a:latin typeface="+mj-lt"/>
                <a:cs typeface="+mj-lt"/>
              </a:rPr>
              <a:t> </a:t>
            </a:r>
            <a:r>
              <a:rPr sz="3600" spc="-165" dirty="0">
                <a:latin typeface="+mj-lt"/>
                <a:cs typeface="+mj-lt"/>
              </a:rPr>
              <a:t>C</a:t>
            </a:r>
            <a:r>
              <a:rPr lang="en-US" sz="3600" spc="-165" dirty="0">
                <a:latin typeface="+mj-lt"/>
                <a:cs typeface="+mj-lt"/>
              </a:rPr>
              <a:t>h</a:t>
            </a:r>
            <a:r>
              <a:rPr sz="3600" spc="-165" dirty="0">
                <a:latin typeface="+mj-lt"/>
                <a:cs typeface="+mj-lt"/>
              </a:rPr>
              <a:t>i-</a:t>
            </a:r>
            <a:r>
              <a:rPr lang="en-US" sz="3600" spc="-145" dirty="0">
                <a:latin typeface="+mj-lt"/>
                <a:cs typeface="+mj-lt"/>
              </a:rPr>
              <a:t>squared </a:t>
            </a:r>
            <a:r>
              <a:rPr sz="3600" spc="-60" dirty="0">
                <a:latin typeface="+mj-lt"/>
                <a:cs typeface="+mj-lt"/>
              </a:rPr>
              <a:t>t</a:t>
            </a:r>
            <a:r>
              <a:rPr lang="en-US" sz="3600" spc="-60" dirty="0">
                <a:latin typeface="+mj-lt"/>
                <a:cs typeface="+mj-lt"/>
              </a:rPr>
              <a:t>e</a:t>
            </a:r>
            <a:r>
              <a:rPr sz="3600" spc="-60" dirty="0">
                <a:latin typeface="+mj-lt"/>
                <a:cs typeface="+mj-lt"/>
              </a:rPr>
              <a:t>st</a:t>
            </a:r>
            <a:endParaRPr sz="3600" spc="-60" dirty="0">
              <a:latin typeface="+mj-lt"/>
              <a:cs typeface="+mj-l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552" y="1553971"/>
            <a:ext cx="5939790" cy="30638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8450" marR="97155" indent="-285750">
              <a:lnSpc>
                <a:spcPct val="99000"/>
              </a:lnSpc>
              <a:spcBef>
                <a:spcPts val="110"/>
              </a:spcBef>
              <a:buFont typeface="Arial" panose="020B0604020202090204"/>
              <a:buChar char="•"/>
              <a:tabLst>
                <a:tab pos="298450" algn="l"/>
              </a:tabLst>
            </a:pP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Chi-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squared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test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results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indicate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there </a:t>
            </a:r>
            <a:r>
              <a:rPr sz="1800" spc="60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an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association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between </a:t>
            </a:r>
            <a:r>
              <a:rPr sz="1800" spc="125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levels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being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hospitalized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myocardial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infarction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(χ2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=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10.618,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p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=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0.01398).</a:t>
            </a:r>
            <a:endParaRPr sz="1800">
              <a:latin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Clr>
                <a:srgbClr val="0A1533"/>
              </a:buClr>
              <a:buFont typeface="Arial" panose="020B0604020202090204"/>
              <a:buChar char="•"/>
            </a:pPr>
            <a:endParaRPr sz="1800">
              <a:latin typeface="+mn-lt"/>
              <a:cs typeface="+mn-lt"/>
            </a:endParaRPr>
          </a:p>
          <a:p>
            <a:pPr marL="297815" indent="-285115">
              <a:lnSpc>
                <a:spcPct val="100000"/>
              </a:lnSpc>
              <a:buFont typeface="Arial" panose="020B0604020202090204"/>
              <a:buChar char="•"/>
              <a:tabLst>
                <a:tab pos="297815" algn="l"/>
              </a:tabLst>
            </a:pP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Thus,</a:t>
            </a:r>
            <a:r>
              <a:rPr sz="1800" spc="-10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we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reject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null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hypothesis.</a:t>
            </a:r>
            <a:endParaRPr sz="1800">
              <a:latin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0A1533"/>
              </a:buClr>
              <a:buFont typeface="Arial" panose="020B0604020202090204"/>
              <a:buChar char="•"/>
            </a:pPr>
            <a:endParaRPr sz="1800">
              <a:latin typeface="+mn-lt"/>
              <a:cs typeface="+mn-lt"/>
            </a:endParaRPr>
          </a:p>
          <a:p>
            <a:pPr marL="298450" marR="5080" indent="-285750">
              <a:lnSpc>
                <a:spcPct val="99000"/>
              </a:lnSpc>
              <a:buFont typeface="Arial" panose="020B0604020202090204"/>
              <a:buChar char="•"/>
              <a:tabLst>
                <a:tab pos="298450" algn="l"/>
              </a:tabLst>
            </a:pP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Individuals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who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are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overweight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or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obese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are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more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likely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be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 hospitalized</a:t>
            </a:r>
            <a:r>
              <a:rPr sz="1800" spc="-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(10.02%</a:t>
            </a:r>
            <a:r>
              <a:rPr sz="1800" spc="-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-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11.21%)</a:t>
            </a:r>
            <a:r>
              <a:rPr sz="1800" spc="-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10" dirty="0">
                <a:solidFill>
                  <a:srgbClr val="0A1533"/>
                </a:solidFill>
                <a:latin typeface="+mn-lt"/>
                <a:cs typeface="+mn-lt"/>
              </a:rPr>
              <a:t>as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opposed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to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those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who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are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healthy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(8.55%).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People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with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25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level 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falls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into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underweight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category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were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least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likely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being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hospitalized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myocardial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infarction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(6.82%).</a:t>
            </a:r>
            <a:endParaRPr sz="1800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219"/>
            <a:ext cx="1988021" cy="180613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454503" y="3921119"/>
            <a:ext cx="1648460" cy="1222375"/>
            <a:chOff x="7454503" y="3921119"/>
            <a:chExt cx="1648460" cy="1222375"/>
          </a:xfrm>
        </p:grpSpPr>
        <p:sp>
          <p:nvSpPr>
            <p:cNvPr id="4" name="object 4"/>
            <p:cNvSpPr/>
            <p:nvPr/>
          </p:nvSpPr>
          <p:spPr>
            <a:xfrm>
              <a:off x="8387689" y="3921119"/>
              <a:ext cx="645795" cy="582930"/>
            </a:xfrm>
            <a:custGeom>
              <a:avLst/>
              <a:gdLst/>
              <a:ahLst/>
              <a:cxnLst/>
              <a:rect l="l" t="t" r="r" b="b"/>
              <a:pathLst>
                <a:path w="645795" h="582929">
                  <a:moveTo>
                    <a:pt x="186168" y="358140"/>
                  </a:moveTo>
                  <a:lnTo>
                    <a:pt x="147777" y="358140"/>
                  </a:lnTo>
                  <a:lnTo>
                    <a:pt x="151561" y="360680"/>
                  </a:lnTo>
                  <a:lnTo>
                    <a:pt x="152336" y="360680"/>
                  </a:lnTo>
                  <a:lnTo>
                    <a:pt x="164490" y="373380"/>
                  </a:lnTo>
                  <a:lnTo>
                    <a:pt x="198240" y="407670"/>
                  </a:lnTo>
                  <a:lnTo>
                    <a:pt x="233791" y="439420"/>
                  </a:lnTo>
                  <a:lnTo>
                    <a:pt x="270731" y="471170"/>
                  </a:lnTo>
                  <a:lnTo>
                    <a:pt x="308648" y="500380"/>
                  </a:lnTo>
                  <a:lnTo>
                    <a:pt x="347129" y="529590"/>
                  </a:lnTo>
                  <a:lnTo>
                    <a:pt x="389601" y="556260"/>
                  </a:lnTo>
                  <a:lnTo>
                    <a:pt x="434378" y="576580"/>
                  </a:lnTo>
                  <a:lnTo>
                    <a:pt x="466955" y="582930"/>
                  </a:lnTo>
                  <a:lnTo>
                    <a:pt x="483168" y="581660"/>
                  </a:lnTo>
                  <a:lnTo>
                    <a:pt x="499541" y="576580"/>
                  </a:lnTo>
                  <a:lnTo>
                    <a:pt x="512447" y="570230"/>
                  </a:lnTo>
                  <a:lnTo>
                    <a:pt x="524862" y="562610"/>
                  </a:lnTo>
                  <a:lnTo>
                    <a:pt x="534616" y="556260"/>
                  </a:lnTo>
                  <a:lnTo>
                    <a:pt x="469782" y="556260"/>
                  </a:lnTo>
                  <a:lnTo>
                    <a:pt x="454858" y="554990"/>
                  </a:lnTo>
                  <a:lnTo>
                    <a:pt x="415616" y="537210"/>
                  </a:lnTo>
                  <a:lnTo>
                    <a:pt x="369488" y="510540"/>
                  </a:lnTo>
                  <a:lnTo>
                    <a:pt x="302938" y="462280"/>
                  </a:lnTo>
                  <a:lnTo>
                    <a:pt x="259524" y="426720"/>
                  </a:lnTo>
                  <a:lnTo>
                    <a:pt x="217662" y="389890"/>
                  </a:lnTo>
                  <a:lnTo>
                    <a:pt x="186168" y="358140"/>
                  </a:lnTo>
                  <a:close/>
                </a:path>
                <a:path w="645795" h="582929">
                  <a:moveTo>
                    <a:pt x="393816" y="139700"/>
                  </a:moveTo>
                  <a:lnTo>
                    <a:pt x="349415" y="139700"/>
                  </a:lnTo>
                  <a:lnTo>
                    <a:pt x="355647" y="142240"/>
                  </a:lnTo>
                  <a:lnTo>
                    <a:pt x="361010" y="146050"/>
                  </a:lnTo>
                  <a:lnTo>
                    <a:pt x="366077" y="151130"/>
                  </a:lnTo>
                  <a:lnTo>
                    <a:pt x="371424" y="154940"/>
                  </a:lnTo>
                  <a:lnTo>
                    <a:pt x="376651" y="160020"/>
                  </a:lnTo>
                  <a:lnTo>
                    <a:pt x="382035" y="163830"/>
                  </a:lnTo>
                  <a:lnTo>
                    <a:pt x="387419" y="168910"/>
                  </a:lnTo>
                  <a:lnTo>
                    <a:pt x="392645" y="173990"/>
                  </a:lnTo>
                  <a:lnTo>
                    <a:pt x="426696" y="201930"/>
                  </a:lnTo>
                  <a:lnTo>
                    <a:pt x="583717" y="356870"/>
                  </a:lnTo>
                  <a:lnTo>
                    <a:pt x="609600" y="391160"/>
                  </a:lnTo>
                  <a:lnTo>
                    <a:pt x="618094" y="419100"/>
                  </a:lnTo>
                  <a:lnTo>
                    <a:pt x="616691" y="426720"/>
                  </a:lnTo>
                  <a:lnTo>
                    <a:pt x="613232" y="433070"/>
                  </a:lnTo>
                  <a:lnTo>
                    <a:pt x="609777" y="440690"/>
                  </a:lnTo>
                  <a:lnTo>
                    <a:pt x="606120" y="445770"/>
                  </a:lnTo>
                  <a:lnTo>
                    <a:pt x="602034" y="452120"/>
                  </a:lnTo>
                  <a:lnTo>
                    <a:pt x="580657" y="474980"/>
                  </a:lnTo>
                  <a:lnTo>
                    <a:pt x="545614" y="510540"/>
                  </a:lnTo>
                  <a:lnTo>
                    <a:pt x="513384" y="537210"/>
                  </a:lnTo>
                  <a:lnTo>
                    <a:pt x="498817" y="546100"/>
                  </a:lnTo>
                  <a:lnTo>
                    <a:pt x="484434" y="553720"/>
                  </a:lnTo>
                  <a:lnTo>
                    <a:pt x="469782" y="556260"/>
                  </a:lnTo>
                  <a:lnTo>
                    <a:pt x="534616" y="556260"/>
                  </a:lnTo>
                  <a:lnTo>
                    <a:pt x="581706" y="511810"/>
                  </a:lnTo>
                  <a:lnTo>
                    <a:pt x="615581" y="476250"/>
                  </a:lnTo>
                  <a:lnTo>
                    <a:pt x="622209" y="469900"/>
                  </a:lnTo>
                  <a:lnTo>
                    <a:pt x="643540" y="433070"/>
                  </a:lnTo>
                  <a:lnTo>
                    <a:pt x="645775" y="421640"/>
                  </a:lnTo>
                  <a:lnTo>
                    <a:pt x="645010" y="408940"/>
                  </a:lnTo>
                  <a:lnTo>
                    <a:pt x="625413" y="365760"/>
                  </a:lnTo>
                  <a:lnTo>
                    <a:pt x="584790" y="318770"/>
                  </a:lnTo>
                  <a:lnTo>
                    <a:pt x="549489" y="281940"/>
                  </a:lnTo>
                  <a:lnTo>
                    <a:pt x="512899" y="246380"/>
                  </a:lnTo>
                  <a:lnTo>
                    <a:pt x="451386" y="190500"/>
                  </a:lnTo>
                  <a:lnTo>
                    <a:pt x="403641" y="148590"/>
                  </a:lnTo>
                  <a:lnTo>
                    <a:pt x="393816" y="139700"/>
                  </a:lnTo>
                  <a:close/>
                </a:path>
                <a:path w="645795" h="582929">
                  <a:moveTo>
                    <a:pt x="259795" y="0"/>
                  </a:moveTo>
                  <a:lnTo>
                    <a:pt x="244937" y="3810"/>
                  </a:lnTo>
                  <a:lnTo>
                    <a:pt x="228942" y="17780"/>
                  </a:lnTo>
                  <a:lnTo>
                    <a:pt x="221361" y="25400"/>
                  </a:lnTo>
                  <a:lnTo>
                    <a:pt x="202705" y="41910"/>
                  </a:lnTo>
                  <a:lnTo>
                    <a:pt x="165364" y="76200"/>
                  </a:lnTo>
                  <a:lnTo>
                    <a:pt x="146265" y="93980"/>
                  </a:lnTo>
                  <a:lnTo>
                    <a:pt x="113136" y="123190"/>
                  </a:lnTo>
                  <a:lnTo>
                    <a:pt x="80795" y="154940"/>
                  </a:lnTo>
                  <a:lnTo>
                    <a:pt x="49176" y="185420"/>
                  </a:lnTo>
                  <a:lnTo>
                    <a:pt x="18211" y="217170"/>
                  </a:lnTo>
                  <a:lnTo>
                    <a:pt x="12865" y="223520"/>
                  </a:lnTo>
                  <a:lnTo>
                    <a:pt x="8356" y="229870"/>
                  </a:lnTo>
                  <a:lnTo>
                    <a:pt x="4508" y="236220"/>
                  </a:lnTo>
                  <a:lnTo>
                    <a:pt x="1435" y="238760"/>
                  </a:lnTo>
                  <a:lnTo>
                    <a:pt x="0" y="243840"/>
                  </a:lnTo>
                  <a:lnTo>
                    <a:pt x="1435" y="246380"/>
                  </a:lnTo>
                  <a:lnTo>
                    <a:pt x="3994" y="257810"/>
                  </a:lnTo>
                  <a:lnTo>
                    <a:pt x="6242" y="267970"/>
                  </a:lnTo>
                  <a:lnTo>
                    <a:pt x="10461" y="279400"/>
                  </a:lnTo>
                  <a:lnTo>
                    <a:pt x="18935" y="289560"/>
                  </a:lnTo>
                  <a:lnTo>
                    <a:pt x="34717" y="304800"/>
                  </a:lnTo>
                  <a:lnTo>
                    <a:pt x="50285" y="320040"/>
                  </a:lnTo>
                  <a:lnTo>
                    <a:pt x="65720" y="336550"/>
                  </a:lnTo>
                  <a:lnTo>
                    <a:pt x="81102" y="351790"/>
                  </a:lnTo>
                  <a:lnTo>
                    <a:pt x="98113" y="367030"/>
                  </a:lnTo>
                  <a:lnTo>
                    <a:pt x="112725" y="372110"/>
                  </a:lnTo>
                  <a:lnTo>
                    <a:pt x="128193" y="369570"/>
                  </a:lnTo>
                  <a:lnTo>
                    <a:pt x="147777" y="358140"/>
                  </a:lnTo>
                  <a:lnTo>
                    <a:pt x="186168" y="358140"/>
                  </a:lnTo>
                  <a:lnTo>
                    <a:pt x="173570" y="345440"/>
                  </a:lnTo>
                  <a:lnTo>
                    <a:pt x="170393" y="341630"/>
                  </a:lnTo>
                  <a:lnTo>
                    <a:pt x="116687" y="341630"/>
                  </a:lnTo>
                  <a:lnTo>
                    <a:pt x="98708" y="327660"/>
                  </a:lnTo>
                  <a:lnTo>
                    <a:pt x="72745" y="303530"/>
                  </a:lnTo>
                  <a:lnTo>
                    <a:pt x="45067" y="276860"/>
                  </a:lnTo>
                  <a:lnTo>
                    <a:pt x="21945" y="251460"/>
                  </a:lnTo>
                  <a:lnTo>
                    <a:pt x="34998" y="237490"/>
                  </a:lnTo>
                  <a:lnTo>
                    <a:pt x="63627" y="210820"/>
                  </a:lnTo>
                  <a:lnTo>
                    <a:pt x="89342" y="193040"/>
                  </a:lnTo>
                  <a:lnTo>
                    <a:pt x="125673" y="193040"/>
                  </a:lnTo>
                  <a:lnTo>
                    <a:pt x="124266" y="191770"/>
                  </a:lnTo>
                  <a:lnTo>
                    <a:pt x="106108" y="172720"/>
                  </a:lnTo>
                  <a:lnTo>
                    <a:pt x="119068" y="156210"/>
                  </a:lnTo>
                  <a:lnTo>
                    <a:pt x="133515" y="142240"/>
                  </a:lnTo>
                  <a:lnTo>
                    <a:pt x="148656" y="129540"/>
                  </a:lnTo>
                  <a:lnTo>
                    <a:pt x="163702" y="115570"/>
                  </a:lnTo>
                  <a:lnTo>
                    <a:pt x="177850" y="102870"/>
                  </a:lnTo>
                  <a:lnTo>
                    <a:pt x="192627" y="91440"/>
                  </a:lnTo>
                  <a:lnTo>
                    <a:pt x="207537" y="78740"/>
                  </a:lnTo>
                  <a:lnTo>
                    <a:pt x="222084" y="64770"/>
                  </a:lnTo>
                  <a:lnTo>
                    <a:pt x="252105" y="64770"/>
                  </a:lnTo>
                  <a:lnTo>
                    <a:pt x="238023" y="49530"/>
                  </a:lnTo>
                  <a:lnTo>
                    <a:pt x="258457" y="29210"/>
                  </a:lnTo>
                  <a:lnTo>
                    <a:pt x="304390" y="29210"/>
                  </a:lnTo>
                  <a:lnTo>
                    <a:pt x="291820" y="16510"/>
                  </a:lnTo>
                  <a:lnTo>
                    <a:pt x="274946" y="3810"/>
                  </a:lnTo>
                  <a:lnTo>
                    <a:pt x="259795" y="0"/>
                  </a:lnTo>
                  <a:close/>
                </a:path>
                <a:path w="645795" h="582929">
                  <a:moveTo>
                    <a:pt x="65163" y="229870"/>
                  </a:moveTo>
                  <a:lnTo>
                    <a:pt x="60667" y="232410"/>
                  </a:lnTo>
                  <a:lnTo>
                    <a:pt x="55308" y="234950"/>
                  </a:lnTo>
                  <a:lnTo>
                    <a:pt x="54521" y="240030"/>
                  </a:lnTo>
                  <a:lnTo>
                    <a:pt x="57594" y="245110"/>
                  </a:lnTo>
                  <a:lnTo>
                    <a:pt x="62102" y="252730"/>
                  </a:lnTo>
                  <a:lnTo>
                    <a:pt x="65951" y="257810"/>
                  </a:lnTo>
                  <a:lnTo>
                    <a:pt x="71234" y="262890"/>
                  </a:lnTo>
                  <a:lnTo>
                    <a:pt x="86797" y="279400"/>
                  </a:lnTo>
                  <a:lnTo>
                    <a:pt x="103147" y="295910"/>
                  </a:lnTo>
                  <a:lnTo>
                    <a:pt x="120781" y="309880"/>
                  </a:lnTo>
                  <a:lnTo>
                    <a:pt x="140195" y="322580"/>
                  </a:lnTo>
                  <a:lnTo>
                    <a:pt x="134704" y="331470"/>
                  </a:lnTo>
                  <a:lnTo>
                    <a:pt x="128736" y="336550"/>
                  </a:lnTo>
                  <a:lnTo>
                    <a:pt x="122621" y="339090"/>
                  </a:lnTo>
                  <a:lnTo>
                    <a:pt x="116687" y="341630"/>
                  </a:lnTo>
                  <a:lnTo>
                    <a:pt x="170393" y="341630"/>
                  </a:lnTo>
                  <a:lnTo>
                    <a:pt x="168275" y="339090"/>
                  </a:lnTo>
                  <a:lnTo>
                    <a:pt x="162928" y="334010"/>
                  </a:lnTo>
                  <a:lnTo>
                    <a:pt x="174265" y="318770"/>
                  </a:lnTo>
                  <a:lnTo>
                    <a:pt x="185341" y="306070"/>
                  </a:lnTo>
                  <a:lnTo>
                    <a:pt x="157632" y="306070"/>
                  </a:lnTo>
                  <a:lnTo>
                    <a:pt x="146429" y="300990"/>
                  </a:lnTo>
                  <a:lnTo>
                    <a:pt x="105138" y="267970"/>
                  </a:lnTo>
                  <a:lnTo>
                    <a:pt x="83881" y="245110"/>
                  </a:lnTo>
                  <a:lnTo>
                    <a:pt x="73520" y="234950"/>
                  </a:lnTo>
                  <a:lnTo>
                    <a:pt x="69735" y="231140"/>
                  </a:lnTo>
                  <a:lnTo>
                    <a:pt x="65163" y="229870"/>
                  </a:lnTo>
                  <a:close/>
                </a:path>
                <a:path w="645795" h="582929">
                  <a:moveTo>
                    <a:pt x="125673" y="193040"/>
                  </a:moveTo>
                  <a:lnTo>
                    <a:pt x="89342" y="193040"/>
                  </a:lnTo>
                  <a:lnTo>
                    <a:pt x="95341" y="194310"/>
                  </a:lnTo>
                  <a:lnTo>
                    <a:pt x="101536" y="198120"/>
                  </a:lnTo>
                  <a:lnTo>
                    <a:pt x="141657" y="231140"/>
                  </a:lnTo>
                  <a:lnTo>
                    <a:pt x="161585" y="248920"/>
                  </a:lnTo>
                  <a:lnTo>
                    <a:pt x="181140" y="265430"/>
                  </a:lnTo>
                  <a:lnTo>
                    <a:pt x="183426" y="267970"/>
                  </a:lnTo>
                  <a:lnTo>
                    <a:pt x="184137" y="270510"/>
                  </a:lnTo>
                  <a:lnTo>
                    <a:pt x="186423" y="271780"/>
                  </a:lnTo>
                  <a:lnTo>
                    <a:pt x="180465" y="283210"/>
                  </a:lnTo>
                  <a:lnTo>
                    <a:pt x="175480" y="290830"/>
                  </a:lnTo>
                  <a:lnTo>
                    <a:pt x="168769" y="297180"/>
                  </a:lnTo>
                  <a:lnTo>
                    <a:pt x="157632" y="306070"/>
                  </a:lnTo>
                  <a:lnTo>
                    <a:pt x="185341" y="306070"/>
                  </a:lnTo>
                  <a:lnTo>
                    <a:pt x="186448" y="304800"/>
                  </a:lnTo>
                  <a:lnTo>
                    <a:pt x="199193" y="290830"/>
                  </a:lnTo>
                  <a:lnTo>
                    <a:pt x="212217" y="278130"/>
                  </a:lnTo>
                  <a:lnTo>
                    <a:pt x="241092" y="252730"/>
                  </a:lnTo>
                  <a:lnTo>
                    <a:pt x="203860" y="252730"/>
                  </a:lnTo>
                  <a:lnTo>
                    <a:pt x="177622" y="236220"/>
                  </a:lnTo>
                  <a:lnTo>
                    <a:pt x="149598" y="214630"/>
                  </a:lnTo>
                  <a:lnTo>
                    <a:pt x="125673" y="193040"/>
                  </a:lnTo>
                  <a:close/>
                </a:path>
                <a:path w="645795" h="582929">
                  <a:moveTo>
                    <a:pt x="173570" y="151130"/>
                  </a:moveTo>
                  <a:lnTo>
                    <a:pt x="169773" y="153670"/>
                  </a:lnTo>
                  <a:lnTo>
                    <a:pt x="166776" y="157480"/>
                  </a:lnTo>
                  <a:lnTo>
                    <a:pt x="165201" y="161290"/>
                  </a:lnTo>
                  <a:lnTo>
                    <a:pt x="165989" y="162560"/>
                  </a:lnTo>
                  <a:lnTo>
                    <a:pt x="171348" y="168910"/>
                  </a:lnTo>
                  <a:lnTo>
                    <a:pt x="227431" y="224790"/>
                  </a:lnTo>
                  <a:lnTo>
                    <a:pt x="222357" y="233680"/>
                  </a:lnTo>
                  <a:lnTo>
                    <a:pt x="217069" y="241300"/>
                  </a:lnTo>
                  <a:lnTo>
                    <a:pt x="211070" y="247650"/>
                  </a:lnTo>
                  <a:lnTo>
                    <a:pt x="203860" y="252730"/>
                  </a:lnTo>
                  <a:lnTo>
                    <a:pt x="241092" y="252730"/>
                  </a:lnTo>
                  <a:lnTo>
                    <a:pt x="242536" y="251460"/>
                  </a:lnTo>
                  <a:lnTo>
                    <a:pt x="257199" y="236220"/>
                  </a:lnTo>
                  <a:lnTo>
                    <a:pt x="270598" y="220980"/>
                  </a:lnTo>
                  <a:lnTo>
                    <a:pt x="282387" y="208280"/>
                  </a:lnTo>
                  <a:lnTo>
                    <a:pt x="244094" y="208280"/>
                  </a:lnTo>
                  <a:lnTo>
                    <a:pt x="239522" y="204470"/>
                  </a:lnTo>
                  <a:lnTo>
                    <a:pt x="234226" y="201930"/>
                  </a:lnTo>
                  <a:lnTo>
                    <a:pt x="228942" y="196850"/>
                  </a:lnTo>
                  <a:lnTo>
                    <a:pt x="218825" y="187960"/>
                  </a:lnTo>
                  <a:lnTo>
                    <a:pt x="198862" y="170180"/>
                  </a:lnTo>
                  <a:lnTo>
                    <a:pt x="188709" y="161290"/>
                  </a:lnTo>
                  <a:lnTo>
                    <a:pt x="184924" y="157480"/>
                  </a:lnTo>
                  <a:lnTo>
                    <a:pt x="180352" y="153670"/>
                  </a:lnTo>
                  <a:lnTo>
                    <a:pt x="174345" y="152400"/>
                  </a:lnTo>
                  <a:lnTo>
                    <a:pt x="173570" y="151130"/>
                  </a:lnTo>
                  <a:close/>
                </a:path>
                <a:path w="645795" h="582929">
                  <a:moveTo>
                    <a:pt x="206146" y="104140"/>
                  </a:moveTo>
                  <a:lnTo>
                    <a:pt x="204647" y="104140"/>
                  </a:lnTo>
                  <a:lnTo>
                    <a:pt x="200139" y="107950"/>
                  </a:lnTo>
                  <a:lnTo>
                    <a:pt x="199288" y="110490"/>
                  </a:lnTo>
                  <a:lnTo>
                    <a:pt x="200075" y="111760"/>
                  </a:lnTo>
                  <a:lnTo>
                    <a:pt x="203149" y="115570"/>
                  </a:lnTo>
                  <a:lnTo>
                    <a:pt x="206146" y="120650"/>
                  </a:lnTo>
                  <a:lnTo>
                    <a:pt x="209943" y="124460"/>
                  </a:lnTo>
                  <a:lnTo>
                    <a:pt x="220186" y="134620"/>
                  </a:lnTo>
                  <a:lnTo>
                    <a:pt x="230500" y="143510"/>
                  </a:lnTo>
                  <a:lnTo>
                    <a:pt x="240949" y="153670"/>
                  </a:lnTo>
                  <a:lnTo>
                    <a:pt x="251599" y="162560"/>
                  </a:lnTo>
                  <a:lnTo>
                    <a:pt x="257081" y="167640"/>
                  </a:lnTo>
                  <a:lnTo>
                    <a:pt x="267439" y="176530"/>
                  </a:lnTo>
                  <a:lnTo>
                    <a:pt x="272884" y="181610"/>
                  </a:lnTo>
                  <a:lnTo>
                    <a:pt x="268798" y="191770"/>
                  </a:lnTo>
                  <a:lnTo>
                    <a:pt x="261304" y="198120"/>
                  </a:lnTo>
                  <a:lnTo>
                    <a:pt x="252401" y="203200"/>
                  </a:lnTo>
                  <a:lnTo>
                    <a:pt x="244094" y="208280"/>
                  </a:lnTo>
                  <a:lnTo>
                    <a:pt x="282387" y="208280"/>
                  </a:lnTo>
                  <a:lnTo>
                    <a:pt x="296459" y="193040"/>
                  </a:lnTo>
                  <a:lnTo>
                    <a:pt x="309500" y="179070"/>
                  </a:lnTo>
                  <a:lnTo>
                    <a:pt x="322910" y="166370"/>
                  </a:lnTo>
                  <a:lnTo>
                    <a:pt x="324172" y="165100"/>
                  </a:lnTo>
                  <a:lnTo>
                    <a:pt x="292544" y="165100"/>
                  </a:lnTo>
                  <a:lnTo>
                    <a:pt x="282274" y="161290"/>
                  </a:lnTo>
                  <a:lnTo>
                    <a:pt x="272775" y="154940"/>
                  </a:lnTo>
                  <a:lnTo>
                    <a:pt x="254673" y="142240"/>
                  </a:lnTo>
                  <a:lnTo>
                    <a:pt x="245134" y="133350"/>
                  </a:lnTo>
                  <a:lnTo>
                    <a:pt x="216725" y="107950"/>
                  </a:lnTo>
                  <a:lnTo>
                    <a:pt x="213728" y="105410"/>
                  </a:lnTo>
                  <a:lnTo>
                    <a:pt x="209219" y="105410"/>
                  </a:lnTo>
                  <a:lnTo>
                    <a:pt x="206146" y="104140"/>
                  </a:lnTo>
                  <a:close/>
                </a:path>
                <a:path w="645795" h="582929">
                  <a:moveTo>
                    <a:pt x="252105" y="64770"/>
                  </a:moveTo>
                  <a:lnTo>
                    <a:pt x="222084" y="64770"/>
                  </a:lnTo>
                  <a:lnTo>
                    <a:pt x="239711" y="80010"/>
                  </a:lnTo>
                  <a:lnTo>
                    <a:pt x="264561" y="104140"/>
                  </a:lnTo>
                  <a:lnTo>
                    <a:pt x="288823" y="129540"/>
                  </a:lnTo>
                  <a:lnTo>
                    <a:pt x="304685" y="149860"/>
                  </a:lnTo>
                  <a:lnTo>
                    <a:pt x="304749" y="151130"/>
                  </a:lnTo>
                  <a:lnTo>
                    <a:pt x="303898" y="153670"/>
                  </a:lnTo>
                  <a:lnTo>
                    <a:pt x="292544" y="165100"/>
                  </a:lnTo>
                  <a:lnTo>
                    <a:pt x="324172" y="165100"/>
                  </a:lnTo>
                  <a:lnTo>
                    <a:pt x="349415" y="139700"/>
                  </a:lnTo>
                  <a:lnTo>
                    <a:pt x="393816" y="139700"/>
                  </a:lnTo>
                  <a:lnTo>
                    <a:pt x="383991" y="130810"/>
                  </a:lnTo>
                  <a:lnTo>
                    <a:pt x="322186" y="130810"/>
                  </a:lnTo>
                  <a:lnTo>
                    <a:pt x="304547" y="115570"/>
                  </a:lnTo>
                  <a:lnTo>
                    <a:pt x="280081" y="92710"/>
                  </a:lnTo>
                  <a:lnTo>
                    <a:pt x="255626" y="68580"/>
                  </a:lnTo>
                  <a:lnTo>
                    <a:pt x="252105" y="64770"/>
                  </a:lnTo>
                  <a:close/>
                </a:path>
                <a:path w="645795" h="582929">
                  <a:moveTo>
                    <a:pt x="304390" y="29210"/>
                  </a:moveTo>
                  <a:lnTo>
                    <a:pt x="258457" y="29210"/>
                  </a:lnTo>
                  <a:lnTo>
                    <a:pt x="263029" y="31750"/>
                  </a:lnTo>
                  <a:lnTo>
                    <a:pt x="267601" y="33020"/>
                  </a:lnTo>
                  <a:lnTo>
                    <a:pt x="331977" y="97790"/>
                  </a:lnTo>
                  <a:lnTo>
                    <a:pt x="336550" y="104140"/>
                  </a:lnTo>
                  <a:lnTo>
                    <a:pt x="336550" y="118110"/>
                  </a:lnTo>
                  <a:lnTo>
                    <a:pt x="334264" y="119380"/>
                  </a:lnTo>
                  <a:lnTo>
                    <a:pt x="322186" y="130810"/>
                  </a:lnTo>
                  <a:lnTo>
                    <a:pt x="383991" y="130810"/>
                  </a:lnTo>
                  <a:lnTo>
                    <a:pt x="379780" y="127000"/>
                  </a:lnTo>
                  <a:lnTo>
                    <a:pt x="374047" y="121920"/>
                  </a:lnTo>
                  <a:lnTo>
                    <a:pt x="368758" y="115570"/>
                  </a:lnTo>
                  <a:lnTo>
                    <a:pt x="364605" y="107950"/>
                  </a:lnTo>
                  <a:lnTo>
                    <a:pt x="362280" y="99060"/>
                  </a:lnTo>
                  <a:lnTo>
                    <a:pt x="360346" y="91440"/>
                  </a:lnTo>
                  <a:lnTo>
                    <a:pt x="356985" y="85090"/>
                  </a:lnTo>
                  <a:lnTo>
                    <a:pt x="352484" y="77470"/>
                  </a:lnTo>
                  <a:lnTo>
                    <a:pt x="347129" y="72390"/>
                  </a:lnTo>
                  <a:lnTo>
                    <a:pt x="304390" y="2921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1217" y="4171428"/>
              <a:ext cx="232895" cy="2081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454493" y="4543285"/>
              <a:ext cx="1648460" cy="600710"/>
            </a:xfrm>
            <a:custGeom>
              <a:avLst/>
              <a:gdLst/>
              <a:ahLst/>
              <a:cxnLst/>
              <a:rect l="l" t="t" r="r" b="b"/>
              <a:pathLst>
                <a:path w="1648459" h="600710">
                  <a:moveTo>
                    <a:pt x="392264" y="505663"/>
                  </a:moveTo>
                  <a:lnTo>
                    <a:pt x="364439" y="476529"/>
                  </a:lnTo>
                  <a:lnTo>
                    <a:pt x="354291" y="477520"/>
                  </a:lnTo>
                  <a:lnTo>
                    <a:pt x="344817" y="482587"/>
                  </a:lnTo>
                  <a:lnTo>
                    <a:pt x="337781" y="487502"/>
                  </a:lnTo>
                  <a:lnTo>
                    <a:pt x="336765" y="497332"/>
                  </a:lnTo>
                  <a:lnTo>
                    <a:pt x="342011" y="502907"/>
                  </a:lnTo>
                  <a:lnTo>
                    <a:pt x="347980" y="508342"/>
                  </a:lnTo>
                  <a:lnTo>
                    <a:pt x="354152" y="513524"/>
                  </a:lnTo>
                  <a:lnTo>
                    <a:pt x="367461" y="524344"/>
                  </a:lnTo>
                  <a:lnTo>
                    <a:pt x="375691" y="521322"/>
                  </a:lnTo>
                  <a:lnTo>
                    <a:pt x="382828" y="517817"/>
                  </a:lnTo>
                  <a:lnTo>
                    <a:pt x="388493" y="512902"/>
                  </a:lnTo>
                  <a:lnTo>
                    <a:pt x="392264" y="505663"/>
                  </a:lnTo>
                  <a:close/>
                </a:path>
                <a:path w="1648459" h="600710">
                  <a:moveTo>
                    <a:pt x="552462" y="391134"/>
                  </a:moveTo>
                  <a:lnTo>
                    <a:pt x="525284" y="362077"/>
                  </a:lnTo>
                  <a:lnTo>
                    <a:pt x="520788" y="365099"/>
                  </a:lnTo>
                  <a:lnTo>
                    <a:pt x="518490" y="371754"/>
                  </a:lnTo>
                  <a:lnTo>
                    <a:pt x="517804" y="380111"/>
                  </a:lnTo>
                  <a:lnTo>
                    <a:pt x="516369" y="383705"/>
                  </a:lnTo>
                  <a:lnTo>
                    <a:pt x="507784" y="388353"/>
                  </a:lnTo>
                  <a:lnTo>
                    <a:pt x="502818" y="390588"/>
                  </a:lnTo>
                  <a:lnTo>
                    <a:pt x="498805" y="395973"/>
                  </a:lnTo>
                  <a:lnTo>
                    <a:pt x="486473" y="404596"/>
                  </a:lnTo>
                  <a:lnTo>
                    <a:pt x="480606" y="407339"/>
                  </a:lnTo>
                  <a:lnTo>
                    <a:pt x="472516" y="405104"/>
                  </a:lnTo>
                  <a:lnTo>
                    <a:pt x="468071" y="404380"/>
                  </a:lnTo>
                  <a:lnTo>
                    <a:pt x="462407" y="405638"/>
                  </a:lnTo>
                  <a:lnTo>
                    <a:pt x="458012" y="408698"/>
                  </a:lnTo>
                  <a:lnTo>
                    <a:pt x="431673" y="424789"/>
                  </a:lnTo>
                  <a:lnTo>
                    <a:pt x="421919" y="430085"/>
                  </a:lnTo>
                  <a:lnTo>
                    <a:pt x="423024" y="438962"/>
                  </a:lnTo>
                  <a:lnTo>
                    <a:pt x="427278" y="446900"/>
                  </a:lnTo>
                  <a:lnTo>
                    <a:pt x="432587" y="454596"/>
                  </a:lnTo>
                  <a:lnTo>
                    <a:pt x="436880" y="462775"/>
                  </a:lnTo>
                  <a:lnTo>
                    <a:pt x="443496" y="464680"/>
                  </a:lnTo>
                  <a:lnTo>
                    <a:pt x="449414" y="465734"/>
                  </a:lnTo>
                  <a:lnTo>
                    <a:pt x="453288" y="465620"/>
                  </a:lnTo>
                  <a:lnTo>
                    <a:pt x="465137" y="463880"/>
                  </a:lnTo>
                  <a:lnTo>
                    <a:pt x="484835" y="422744"/>
                  </a:lnTo>
                  <a:lnTo>
                    <a:pt x="489419" y="418185"/>
                  </a:lnTo>
                  <a:lnTo>
                    <a:pt x="499008" y="420624"/>
                  </a:lnTo>
                  <a:lnTo>
                    <a:pt x="498525" y="440563"/>
                  </a:lnTo>
                  <a:lnTo>
                    <a:pt x="513245" y="437045"/>
                  </a:lnTo>
                  <a:lnTo>
                    <a:pt x="519176" y="427990"/>
                  </a:lnTo>
                  <a:lnTo>
                    <a:pt x="521373" y="416382"/>
                  </a:lnTo>
                  <a:lnTo>
                    <a:pt x="524878" y="405244"/>
                  </a:lnTo>
                  <a:lnTo>
                    <a:pt x="527202" y="404863"/>
                  </a:lnTo>
                  <a:lnTo>
                    <a:pt x="530491" y="403923"/>
                  </a:lnTo>
                  <a:lnTo>
                    <a:pt x="531977" y="404126"/>
                  </a:lnTo>
                  <a:lnTo>
                    <a:pt x="543572" y="402666"/>
                  </a:lnTo>
                  <a:lnTo>
                    <a:pt x="550519" y="398221"/>
                  </a:lnTo>
                  <a:lnTo>
                    <a:pt x="552462" y="391134"/>
                  </a:lnTo>
                  <a:close/>
                </a:path>
                <a:path w="1648459" h="600710">
                  <a:moveTo>
                    <a:pt x="603542" y="342519"/>
                  </a:moveTo>
                  <a:lnTo>
                    <a:pt x="601370" y="332930"/>
                  </a:lnTo>
                  <a:lnTo>
                    <a:pt x="591261" y="313042"/>
                  </a:lnTo>
                  <a:lnTo>
                    <a:pt x="588302" y="312508"/>
                  </a:lnTo>
                  <a:lnTo>
                    <a:pt x="585546" y="310502"/>
                  </a:lnTo>
                  <a:lnTo>
                    <a:pt x="580212" y="310286"/>
                  </a:lnTo>
                  <a:lnTo>
                    <a:pt x="577811" y="310718"/>
                  </a:lnTo>
                  <a:lnTo>
                    <a:pt x="574001" y="314617"/>
                  </a:lnTo>
                  <a:lnTo>
                    <a:pt x="573201" y="319112"/>
                  </a:lnTo>
                  <a:lnTo>
                    <a:pt x="571258" y="321830"/>
                  </a:lnTo>
                  <a:lnTo>
                    <a:pt x="580885" y="354304"/>
                  </a:lnTo>
                  <a:lnTo>
                    <a:pt x="580275" y="357314"/>
                  </a:lnTo>
                  <a:lnTo>
                    <a:pt x="585165" y="360438"/>
                  </a:lnTo>
                  <a:lnTo>
                    <a:pt x="588759" y="361873"/>
                  </a:lnTo>
                  <a:lnTo>
                    <a:pt x="595312" y="363829"/>
                  </a:lnTo>
                  <a:lnTo>
                    <a:pt x="601027" y="353301"/>
                  </a:lnTo>
                  <a:lnTo>
                    <a:pt x="603542" y="342519"/>
                  </a:lnTo>
                  <a:close/>
                </a:path>
                <a:path w="1648459" h="600710">
                  <a:moveTo>
                    <a:pt x="746531" y="308571"/>
                  </a:moveTo>
                  <a:lnTo>
                    <a:pt x="743508" y="287947"/>
                  </a:lnTo>
                  <a:lnTo>
                    <a:pt x="733323" y="267423"/>
                  </a:lnTo>
                  <a:lnTo>
                    <a:pt x="723379" y="253199"/>
                  </a:lnTo>
                  <a:lnTo>
                    <a:pt x="714921" y="241084"/>
                  </a:lnTo>
                  <a:lnTo>
                    <a:pt x="703834" y="230098"/>
                  </a:lnTo>
                  <a:lnTo>
                    <a:pt x="690791" y="222935"/>
                  </a:lnTo>
                  <a:lnTo>
                    <a:pt x="676402" y="220167"/>
                  </a:lnTo>
                  <a:lnTo>
                    <a:pt x="661276" y="222338"/>
                  </a:lnTo>
                  <a:lnTo>
                    <a:pt x="612635" y="239293"/>
                  </a:lnTo>
                  <a:lnTo>
                    <a:pt x="549732" y="277952"/>
                  </a:lnTo>
                  <a:lnTo>
                    <a:pt x="533450" y="289712"/>
                  </a:lnTo>
                  <a:lnTo>
                    <a:pt x="516953" y="301015"/>
                  </a:lnTo>
                  <a:lnTo>
                    <a:pt x="499351" y="310375"/>
                  </a:lnTo>
                  <a:lnTo>
                    <a:pt x="479412" y="316445"/>
                  </a:lnTo>
                  <a:lnTo>
                    <a:pt x="475919" y="316445"/>
                  </a:lnTo>
                  <a:lnTo>
                    <a:pt x="470420" y="321640"/>
                  </a:lnTo>
                  <a:lnTo>
                    <a:pt x="297281" y="442582"/>
                  </a:lnTo>
                  <a:lnTo>
                    <a:pt x="273227" y="468325"/>
                  </a:lnTo>
                  <a:lnTo>
                    <a:pt x="267195" y="474484"/>
                  </a:lnTo>
                  <a:lnTo>
                    <a:pt x="260591" y="479806"/>
                  </a:lnTo>
                  <a:lnTo>
                    <a:pt x="220929" y="508165"/>
                  </a:lnTo>
                  <a:lnTo>
                    <a:pt x="206146" y="521512"/>
                  </a:lnTo>
                  <a:lnTo>
                    <a:pt x="194094" y="538200"/>
                  </a:lnTo>
                  <a:lnTo>
                    <a:pt x="183870" y="545960"/>
                  </a:lnTo>
                  <a:lnTo>
                    <a:pt x="178574" y="556044"/>
                  </a:lnTo>
                  <a:lnTo>
                    <a:pt x="176491" y="567563"/>
                  </a:lnTo>
                  <a:lnTo>
                    <a:pt x="175933" y="579615"/>
                  </a:lnTo>
                  <a:lnTo>
                    <a:pt x="176517" y="591223"/>
                  </a:lnTo>
                  <a:lnTo>
                    <a:pt x="176555" y="591947"/>
                  </a:lnTo>
                  <a:lnTo>
                    <a:pt x="177685" y="600214"/>
                  </a:lnTo>
                  <a:lnTo>
                    <a:pt x="208838" y="600214"/>
                  </a:lnTo>
                  <a:lnTo>
                    <a:pt x="205854" y="591223"/>
                  </a:lnTo>
                  <a:lnTo>
                    <a:pt x="205346" y="581317"/>
                  </a:lnTo>
                  <a:lnTo>
                    <a:pt x="224624" y="544779"/>
                  </a:lnTo>
                  <a:lnTo>
                    <a:pt x="254330" y="517842"/>
                  </a:lnTo>
                  <a:lnTo>
                    <a:pt x="261048" y="513435"/>
                  </a:lnTo>
                  <a:lnTo>
                    <a:pt x="267716" y="508952"/>
                  </a:lnTo>
                  <a:lnTo>
                    <a:pt x="298602" y="484670"/>
                  </a:lnTo>
                  <a:lnTo>
                    <a:pt x="309054" y="467017"/>
                  </a:lnTo>
                  <a:lnTo>
                    <a:pt x="316725" y="463003"/>
                  </a:lnTo>
                  <a:lnTo>
                    <a:pt x="481088" y="348195"/>
                  </a:lnTo>
                  <a:lnTo>
                    <a:pt x="485762" y="343585"/>
                  </a:lnTo>
                  <a:lnTo>
                    <a:pt x="491998" y="343166"/>
                  </a:lnTo>
                  <a:lnTo>
                    <a:pt x="509879" y="337616"/>
                  </a:lnTo>
                  <a:lnTo>
                    <a:pt x="525957" y="328904"/>
                  </a:lnTo>
                  <a:lnTo>
                    <a:pt x="541058" y="318439"/>
                  </a:lnTo>
                  <a:lnTo>
                    <a:pt x="556018" y="307581"/>
                  </a:lnTo>
                  <a:lnTo>
                    <a:pt x="595604" y="279920"/>
                  </a:lnTo>
                  <a:lnTo>
                    <a:pt x="640930" y="260616"/>
                  </a:lnTo>
                  <a:lnTo>
                    <a:pt x="670966" y="253199"/>
                  </a:lnTo>
                  <a:lnTo>
                    <a:pt x="683006" y="255803"/>
                  </a:lnTo>
                  <a:lnTo>
                    <a:pt x="693686" y="262801"/>
                  </a:lnTo>
                  <a:lnTo>
                    <a:pt x="703694" y="273710"/>
                  </a:lnTo>
                  <a:lnTo>
                    <a:pt x="710730" y="287401"/>
                  </a:lnTo>
                  <a:lnTo>
                    <a:pt x="713397" y="301015"/>
                  </a:lnTo>
                  <a:lnTo>
                    <a:pt x="712978" y="314706"/>
                  </a:lnTo>
                  <a:lnTo>
                    <a:pt x="710806" y="328904"/>
                  </a:lnTo>
                  <a:lnTo>
                    <a:pt x="711352" y="335153"/>
                  </a:lnTo>
                  <a:lnTo>
                    <a:pt x="703986" y="341541"/>
                  </a:lnTo>
                  <a:lnTo>
                    <a:pt x="699325" y="346151"/>
                  </a:lnTo>
                  <a:lnTo>
                    <a:pt x="696150" y="350951"/>
                  </a:lnTo>
                  <a:lnTo>
                    <a:pt x="690537" y="352285"/>
                  </a:lnTo>
                  <a:lnTo>
                    <a:pt x="346379" y="595274"/>
                  </a:lnTo>
                  <a:lnTo>
                    <a:pt x="338734" y="600214"/>
                  </a:lnTo>
                  <a:lnTo>
                    <a:pt x="381685" y="600214"/>
                  </a:lnTo>
                  <a:lnTo>
                    <a:pt x="518718" y="504964"/>
                  </a:lnTo>
                  <a:lnTo>
                    <a:pt x="558342" y="478548"/>
                  </a:lnTo>
                  <a:lnTo>
                    <a:pt x="637298" y="424561"/>
                  </a:lnTo>
                  <a:lnTo>
                    <a:pt x="716775" y="369214"/>
                  </a:lnTo>
                  <a:lnTo>
                    <a:pt x="743915" y="329209"/>
                  </a:lnTo>
                  <a:lnTo>
                    <a:pt x="746531" y="308571"/>
                  </a:lnTo>
                  <a:close/>
                </a:path>
                <a:path w="1648459" h="600710">
                  <a:moveTo>
                    <a:pt x="1006754" y="60921"/>
                  </a:moveTo>
                  <a:lnTo>
                    <a:pt x="1005484" y="54292"/>
                  </a:lnTo>
                  <a:lnTo>
                    <a:pt x="1005420" y="53949"/>
                  </a:lnTo>
                  <a:lnTo>
                    <a:pt x="1001890" y="47155"/>
                  </a:lnTo>
                  <a:lnTo>
                    <a:pt x="997496" y="40640"/>
                  </a:lnTo>
                  <a:lnTo>
                    <a:pt x="993178" y="34036"/>
                  </a:lnTo>
                  <a:lnTo>
                    <a:pt x="989190" y="28244"/>
                  </a:lnTo>
                  <a:lnTo>
                    <a:pt x="984707" y="22555"/>
                  </a:lnTo>
                  <a:lnTo>
                    <a:pt x="973531" y="12141"/>
                  </a:lnTo>
                  <a:lnTo>
                    <a:pt x="964653" y="6337"/>
                  </a:lnTo>
                  <a:lnTo>
                    <a:pt x="964653" y="63563"/>
                  </a:lnTo>
                  <a:lnTo>
                    <a:pt x="964006" y="72161"/>
                  </a:lnTo>
                  <a:lnTo>
                    <a:pt x="961326" y="79971"/>
                  </a:lnTo>
                  <a:lnTo>
                    <a:pt x="956310" y="86893"/>
                  </a:lnTo>
                  <a:lnTo>
                    <a:pt x="950239" y="92240"/>
                  </a:lnTo>
                  <a:lnTo>
                    <a:pt x="944245" y="97688"/>
                  </a:lnTo>
                  <a:lnTo>
                    <a:pt x="938136" y="102984"/>
                  </a:lnTo>
                  <a:lnTo>
                    <a:pt x="931760" y="107861"/>
                  </a:lnTo>
                  <a:lnTo>
                    <a:pt x="897458" y="131826"/>
                  </a:lnTo>
                  <a:lnTo>
                    <a:pt x="887615" y="119227"/>
                  </a:lnTo>
                  <a:lnTo>
                    <a:pt x="879157" y="107861"/>
                  </a:lnTo>
                  <a:lnTo>
                    <a:pt x="872121" y="96558"/>
                  </a:lnTo>
                  <a:lnTo>
                    <a:pt x="872032" y="96405"/>
                  </a:lnTo>
                  <a:lnTo>
                    <a:pt x="871753" y="95961"/>
                  </a:lnTo>
                  <a:lnTo>
                    <a:pt x="897153" y="57378"/>
                  </a:lnTo>
                  <a:lnTo>
                    <a:pt x="931405" y="36245"/>
                  </a:lnTo>
                  <a:lnTo>
                    <a:pt x="941031" y="34036"/>
                  </a:lnTo>
                  <a:lnTo>
                    <a:pt x="950709" y="37160"/>
                  </a:lnTo>
                  <a:lnTo>
                    <a:pt x="958786" y="44335"/>
                  </a:lnTo>
                  <a:lnTo>
                    <a:pt x="963612" y="54292"/>
                  </a:lnTo>
                  <a:lnTo>
                    <a:pt x="964653" y="63563"/>
                  </a:lnTo>
                  <a:lnTo>
                    <a:pt x="964653" y="6337"/>
                  </a:lnTo>
                  <a:lnTo>
                    <a:pt x="961351" y="4165"/>
                  </a:lnTo>
                  <a:lnTo>
                    <a:pt x="947953" y="0"/>
                  </a:lnTo>
                  <a:lnTo>
                    <a:pt x="933069" y="1054"/>
                  </a:lnTo>
                  <a:lnTo>
                    <a:pt x="886510" y="20510"/>
                  </a:lnTo>
                  <a:lnTo>
                    <a:pt x="879081" y="26797"/>
                  </a:lnTo>
                  <a:lnTo>
                    <a:pt x="871105" y="32245"/>
                  </a:lnTo>
                  <a:lnTo>
                    <a:pt x="862926" y="37350"/>
                  </a:lnTo>
                  <a:lnTo>
                    <a:pt x="854862" y="42621"/>
                  </a:lnTo>
                  <a:lnTo>
                    <a:pt x="837857" y="55079"/>
                  </a:lnTo>
                  <a:lnTo>
                    <a:pt x="820597" y="67348"/>
                  </a:lnTo>
                  <a:lnTo>
                    <a:pt x="802259" y="77698"/>
                  </a:lnTo>
                  <a:lnTo>
                    <a:pt x="781989" y="84391"/>
                  </a:lnTo>
                  <a:lnTo>
                    <a:pt x="779614" y="84709"/>
                  </a:lnTo>
                  <a:lnTo>
                    <a:pt x="776058" y="87185"/>
                  </a:lnTo>
                  <a:lnTo>
                    <a:pt x="763854" y="95402"/>
                  </a:lnTo>
                  <a:lnTo>
                    <a:pt x="750671" y="100647"/>
                  </a:lnTo>
                  <a:lnTo>
                    <a:pt x="736828" y="103924"/>
                  </a:lnTo>
                  <a:lnTo>
                    <a:pt x="696963" y="110553"/>
                  </a:lnTo>
                  <a:lnTo>
                    <a:pt x="684352" y="112877"/>
                  </a:lnTo>
                  <a:lnTo>
                    <a:pt x="671741" y="115557"/>
                  </a:lnTo>
                  <a:lnTo>
                    <a:pt x="663359" y="117614"/>
                  </a:lnTo>
                  <a:lnTo>
                    <a:pt x="655091" y="119227"/>
                  </a:lnTo>
                  <a:lnTo>
                    <a:pt x="646747" y="119646"/>
                  </a:lnTo>
                  <a:lnTo>
                    <a:pt x="638187" y="118160"/>
                  </a:lnTo>
                  <a:lnTo>
                    <a:pt x="631990" y="117309"/>
                  </a:lnTo>
                  <a:lnTo>
                    <a:pt x="625665" y="118033"/>
                  </a:lnTo>
                  <a:lnTo>
                    <a:pt x="619379" y="120205"/>
                  </a:lnTo>
                  <a:lnTo>
                    <a:pt x="613321" y="123698"/>
                  </a:lnTo>
                  <a:lnTo>
                    <a:pt x="576605" y="149313"/>
                  </a:lnTo>
                  <a:lnTo>
                    <a:pt x="570928" y="152984"/>
                  </a:lnTo>
                  <a:lnTo>
                    <a:pt x="565048" y="156324"/>
                  </a:lnTo>
                  <a:lnTo>
                    <a:pt x="559346" y="158813"/>
                  </a:lnTo>
                  <a:lnTo>
                    <a:pt x="548144" y="161366"/>
                  </a:lnTo>
                  <a:lnTo>
                    <a:pt x="537908" y="165798"/>
                  </a:lnTo>
                  <a:lnTo>
                    <a:pt x="528307" y="171500"/>
                  </a:lnTo>
                  <a:lnTo>
                    <a:pt x="519023" y="177850"/>
                  </a:lnTo>
                  <a:lnTo>
                    <a:pt x="162560" y="427964"/>
                  </a:lnTo>
                  <a:lnTo>
                    <a:pt x="119240" y="458101"/>
                  </a:lnTo>
                  <a:lnTo>
                    <a:pt x="75222" y="487857"/>
                  </a:lnTo>
                  <a:lnTo>
                    <a:pt x="36004" y="522084"/>
                  </a:lnTo>
                  <a:lnTo>
                    <a:pt x="7137" y="562787"/>
                  </a:lnTo>
                  <a:lnTo>
                    <a:pt x="101" y="596493"/>
                  </a:lnTo>
                  <a:lnTo>
                    <a:pt x="0" y="597877"/>
                  </a:lnTo>
                  <a:lnTo>
                    <a:pt x="368" y="600214"/>
                  </a:lnTo>
                  <a:lnTo>
                    <a:pt x="30022" y="600214"/>
                  </a:lnTo>
                  <a:lnTo>
                    <a:pt x="29591" y="596493"/>
                  </a:lnTo>
                  <a:lnTo>
                    <a:pt x="31559" y="585025"/>
                  </a:lnTo>
                  <a:lnTo>
                    <a:pt x="57480" y="543052"/>
                  </a:lnTo>
                  <a:lnTo>
                    <a:pt x="86207" y="516788"/>
                  </a:lnTo>
                  <a:lnTo>
                    <a:pt x="530072" y="206743"/>
                  </a:lnTo>
                  <a:lnTo>
                    <a:pt x="566534" y="187807"/>
                  </a:lnTo>
                  <a:lnTo>
                    <a:pt x="576605" y="183730"/>
                  </a:lnTo>
                  <a:lnTo>
                    <a:pt x="585965" y="178447"/>
                  </a:lnTo>
                  <a:lnTo>
                    <a:pt x="594474" y="172300"/>
                  </a:lnTo>
                  <a:lnTo>
                    <a:pt x="602043" y="165595"/>
                  </a:lnTo>
                  <a:lnTo>
                    <a:pt x="620090" y="153187"/>
                  </a:lnTo>
                  <a:lnTo>
                    <a:pt x="639038" y="144183"/>
                  </a:lnTo>
                  <a:lnTo>
                    <a:pt x="658710" y="138341"/>
                  </a:lnTo>
                  <a:lnTo>
                    <a:pt x="678954" y="135420"/>
                  </a:lnTo>
                  <a:lnTo>
                    <a:pt x="701497" y="133388"/>
                  </a:lnTo>
                  <a:lnTo>
                    <a:pt x="723823" y="130543"/>
                  </a:lnTo>
                  <a:lnTo>
                    <a:pt x="746226" y="128155"/>
                  </a:lnTo>
                  <a:lnTo>
                    <a:pt x="768972" y="127520"/>
                  </a:lnTo>
                  <a:lnTo>
                    <a:pt x="775792" y="127927"/>
                  </a:lnTo>
                  <a:lnTo>
                    <a:pt x="776579" y="127520"/>
                  </a:lnTo>
                  <a:lnTo>
                    <a:pt x="783463" y="123926"/>
                  </a:lnTo>
                  <a:lnTo>
                    <a:pt x="789571" y="119646"/>
                  </a:lnTo>
                  <a:lnTo>
                    <a:pt x="797902" y="114973"/>
                  </a:lnTo>
                  <a:lnTo>
                    <a:pt x="813638" y="104305"/>
                  </a:lnTo>
                  <a:lnTo>
                    <a:pt x="822464" y="99275"/>
                  </a:lnTo>
                  <a:lnTo>
                    <a:pt x="829132" y="96558"/>
                  </a:lnTo>
                  <a:lnTo>
                    <a:pt x="835152" y="96405"/>
                  </a:lnTo>
                  <a:lnTo>
                    <a:pt x="840574" y="98907"/>
                  </a:lnTo>
                  <a:lnTo>
                    <a:pt x="845464" y="104152"/>
                  </a:lnTo>
                  <a:lnTo>
                    <a:pt x="878573" y="151549"/>
                  </a:lnTo>
                  <a:lnTo>
                    <a:pt x="868260" y="165214"/>
                  </a:lnTo>
                  <a:lnTo>
                    <a:pt x="857783" y="179349"/>
                  </a:lnTo>
                  <a:lnTo>
                    <a:pt x="846632" y="193205"/>
                  </a:lnTo>
                  <a:lnTo>
                    <a:pt x="834288" y="206032"/>
                  </a:lnTo>
                  <a:lnTo>
                    <a:pt x="826744" y="216890"/>
                  </a:lnTo>
                  <a:lnTo>
                    <a:pt x="822413" y="228434"/>
                  </a:lnTo>
                  <a:lnTo>
                    <a:pt x="820559" y="240690"/>
                  </a:lnTo>
                  <a:lnTo>
                    <a:pt x="820458" y="253644"/>
                  </a:lnTo>
                  <a:lnTo>
                    <a:pt x="820826" y="262661"/>
                  </a:lnTo>
                  <a:lnTo>
                    <a:pt x="821410" y="272110"/>
                  </a:lnTo>
                  <a:lnTo>
                    <a:pt x="821931" y="281838"/>
                  </a:lnTo>
                  <a:lnTo>
                    <a:pt x="822134" y="291680"/>
                  </a:lnTo>
                  <a:lnTo>
                    <a:pt x="822071" y="296202"/>
                  </a:lnTo>
                  <a:lnTo>
                    <a:pt x="821969" y="303555"/>
                  </a:lnTo>
                  <a:lnTo>
                    <a:pt x="819772" y="314769"/>
                  </a:lnTo>
                  <a:lnTo>
                    <a:pt x="815060" y="325526"/>
                  </a:lnTo>
                  <a:lnTo>
                    <a:pt x="807364" y="336016"/>
                  </a:lnTo>
                  <a:lnTo>
                    <a:pt x="802106" y="342468"/>
                  </a:lnTo>
                  <a:lnTo>
                    <a:pt x="797013" y="348805"/>
                  </a:lnTo>
                  <a:lnTo>
                    <a:pt x="792480" y="355231"/>
                  </a:lnTo>
                  <a:lnTo>
                    <a:pt x="788898" y="361975"/>
                  </a:lnTo>
                  <a:lnTo>
                    <a:pt x="782904" y="371132"/>
                  </a:lnTo>
                  <a:lnTo>
                    <a:pt x="776351" y="378929"/>
                  </a:lnTo>
                  <a:lnTo>
                    <a:pt x="768959" y="385851"/>
                  </a:lnTo>
                  <a:lnTo>
                    <a:pt x="760425" y="392341"/>
                  </a:lnTo>
                  <a:lnTo>
                    <a:pt x="750735" y="399110"/>
                  </a:lnTo>
                  <a:lnTo>
                    <a:pt x="747890" y="402450"/>
                  </a:lnTo>
                  <a:lnTo>
                    <a:pt x="737412" y="415925"/>
                  </a:lnTo>
                  <a:lnTo>
                    <a:pt x="724827" y="426834"/>
                  </a:lnTo>
                  <a:lnTo>
                    <a:pt x="711047" y="436384"/>
                  </a:lnTo>
                  <a:lnTo>
                    <a:pt x="697026" y="445757"/>
                  </a:lnTo>
                  <a:lnTo>
                    <a:pt x="647954" y="481050"/>
                  </a:lnTo>
                  <a:lnTo>
                    <a:pt x="624395" y="499478"/>
                  </a:lnTo>
                  <a:lnTo>
                    <a:pt x="602310" y="519798"/>
                  </a:lnTo>
                  <a:lnTo>
                    <a:pt x="596265" y="525513"/>
                  </a:lnTo>
                  <a:lnTo>
                    <a:pt x="589622" y="530923"/>
                  </a:lnTo>
                  <a:lnTo>
                    <a:pt x="582587" y="536117"/>
                  </a:lnTo>
                  <a:lnTo>
                    <a:pt x="490880" y="600214"/>
                  </a:lnTo>
                  <a:lnTo>
                    <a:pt x="541515" y="600214"/>
                  </a:lnTo>
                  <a:lnTo>
                    <a:pt x="589318" y="566839"/>
                  </a:lnTo>
                  <a:lnTo>
                    <a:pt x="625957" y="538657"/>
                  </a:lnTo>
                  <a:lnTo>
                    <a:pt x="643267" y="523087"/>
                  </a:lnTo>
                  <a:lnTo>
                    <a:pt x="660920" y="508304"/>
                  </a:lnTo>
                  <a:lnTo>
                    <a:pt x="679043" y="494169"/>
                  </a:lnTo>
                  <a:lnTo>
                    <a:pt x="697814" y="480580"/>
                  </a:lnTo>
                  <a:lnTo>
                    <a:pt x="720852" y="465226"/>
                  </a:lnTo>
                  <a:lnTo>
                    <a:pt x="744054" y="449414"/>
                  </a:lnTo>
                  <a:lnTo>
                    <a:pt x="765733" y="431457"/>
                  </a:lnTo>
                  <a:lnTo>
                    <a:pt x="784263" y="409702"/>
                  </a:lnTo>
                  <a:lnTo>
                    <a:pt x="797191" y="401345"/>
                  </a:lnTo>
                  <a:lnTo>
                    <a:pt x="807224" y="390385"/>
                  </a:lnTo>
                  <a:lnTo>
                    <a:pt x="816178" y="378218"/>
                  </a:lnTo>
                  <a:lnTo>
                    <a:pt x="825881" y="366229"/>
                  </a:lnTo>
                  <a:lnTo>
                    <a:pt x="842238" y="344563"/>
                  </a:lnTo>
                  <a:lnTo>
                    <a:pt x="853198" y="321322"/>
                  </a:lnTo>
                  <a:lnTo>
                    <a:pt x="857681" y="296202"/>
                  </a:lnTo>
                  <a:lnTo>
                    <a:pt x="854684" y="268935"/>
                  </a:lnTo>
                  <a:lnTo>
                    <a:pt x="854100" y="268109"/>
                  </a:lnTo>
                  <a:lnTo>
                    <a:pt x="854938" y="267525"/>
                  </a:lnTo>
                  <a:lnTo>
                    <a:pt x="853719" y="265785"/>
                  </a:lnTo>
                  <a:lnTo>
                    <a:pt x="854252" y="249262"/>
                  </a:lnTo>
                  <a:lnTo>
                    <a:pt x="858164" y="233705"/>
                  </a:lnTo>
                  <a:lnTo>
                    <a:pt x="865759" y="219227"/>
                  </a:lnTo>
                  <a:lnTo>
                    <a:pt x="877366" y="206032"/>
                  </a:lnTo>
                  <a:lnTo>
                    <a:pt x="881481" y="200545"/>
                  </a:lnTo>
                  <a:lnTo>
                    <a:pt x="887234" y="193941"/>
                  </a:lnTo>
                  <a:lnTo>
                    <a:pt x="891895" y="189331"/>
                  </a:lnTo>
                  <a:lnTo>
                    <a:pt x="906729" y="173177"/>
                  </a:lnTo>
                  <a:lnTo>
                    <a:pt x="921143" y="156972"/>
                  </a:lnTo>
                  <a:lnTo>
                    <a:pt x="936510" y="141795"/>
                  </a:lnTo>
                  <a:lnTo>
                    <a:pt x="950074" y="131826"/>
                  </a:lnTo>
                  <a:lnTo>
                    <a:pt x="954239" y="128765"/>
                  </a:lnTo>
                  <a:lnTo>
                    <a:pt x="968921" y="117106"/>
                  </a:lnTo>
                  <a:lnTo>
                    <a:pt x="981151" y="103479"/>
                  </a:lnTo>
                  <a:lnTo>
                    <a:pt x="991971" y="88861"/>
                  </a:lnTo>
                  <a:lnTo>
                    <a:pt x="1002449" y="74256"/>
                  </a:lnTo>
                  <a:lnTo>
                    <a:pt x="1005789" y="67792"/>
                  </a:lnTo>
                  <a:lnTo>
                    <a:pt x="1006754" y="60921"/>
                  </a:lnTo>
                  <a:close/>
                </a:path>
                <a:path w="1648459" h="600710">
                  <a:moveTo>
                    <a:pt x="1648282" y="384314"/>
                  </a:moveTo>
                  <a:lnTo>
                    <a:pt x="1648155" y="379234"/>
                  </a:lnTo>
                  <a:lnTo>
                    <a:pt x="1648028" y="374154"/>
                  </a:lnTo>
                  <a:lnTo>
                    <a:pt x="1647901" y="369074"/>
                  </a:lnTo>
                  <a:lnTo>
                    <a:pt x="1647786" y="363994"/>
                  </a:lnTo>
                  <a:lnTo>
                    <a:pt x="1647659" y="358914"/>
                  </a:lnTo>
                  <a:lnTo>
                    <a:pt x="1647532" y="353834"/>
                  </a:lnTo>
                  <a:lnTo>
                    <a:pt x="1645424" y="322084"/>
                  </a:lnTo>
                  <a:lnTo>
                    <a:pt x="1635785" y="261124"/>
                  </a:lnTo>
                  <a:lnTo>
                    <a:pt x="1611591" y="225729"/>
                  </a:lnTo>
                  <a:lnTo>
                    <a:pt x="1611591" y="344944"/>
                  </a:lnTo>
                  <a:lnTo>
                    <a:pt x="1611566" y="374154"/>
                  </a:lnTo>
                  <a:lnTo>
                    <a:pt x="1611452" y="380504"/>
                  </a:lnTo>
                  <a:lnTo>
                    <a:pt x="1609737" y="391934"/>
                  </a:lnTo>
                  <a:lnTo>
                    <a:pt x="1606765" y="403364"/>
                  </a:lnTo>
                  <a:lnTo>
                    <a:pt x="1602943" y="416064"/>
                  </a:lnTo>
                  <a:lnTo>
                    <a:pt x="1598726" y="431304"/>
                  </a:lnTo>
                  <a:lnTo>
                    <a:pt x="1590344" y="426224"/>
                  </a:lnTo>
                  <a:lnTo>
                    <a:pt x="1583093" y="421144"/>
                  </a:lnTo>
                  <a:lnTo>
                    <a:pt x="1576654" y="414794"/>
                  </a:lnTo>
                  <a:lnTo>
                    <a:pt x="1570723" y="409714"/>
                  </a:lnTo>
                  <a:lnTo>
                    <a:pt x="1570609" y="466864"/>
                  </a:lnTo>
                  <a:lnTo>
                    <a:pt x="1566633" y="479564"/>
                  </a:lnTo>
                  <a:lnTo>
                    <a:pt x="1565160" y="482104"/>
                  </a:lnTo>
                  <a:lnTo>
                    <a:pt x="1564957" y="485914"/>
                  </a:lnTo>
                  <a:lnTo>
                    <a:pt x="1563484" y="488454"/>
                  </a:lnTo>
                  <a:lnTo>
                    <a:pt x="1554187" y="492264"/>
                  </a:lnTo>
                  <a:lnTo>
                    <a:pt x="1551292" y="485914"/>
                  </a:lnTo>
                  <a:lnTo>
                    <a:pt x="1545412" y="483374"/>
                  </a:lnTo>
                  <a:lnTo>
                    <a:pt x="1538097" y="478066"/>
                  </a:lnTo>
                  <a:lnTo>
                    <a:pt x="1538097" y="516394"/>
                  </a:lnTo>
                  <a:lnTo>
                    <a:pt x="1517891" y="527824"/>
                  </a:lnTo>
                  <a:lnTo>
                    <a:pt x="1499311" y="537984"/>
                  </a:lnTo>
                  <a:lnTo>
                    <a:pt x="1481670" y="546874"/>
                  </a:lnTo>
                  <a:lnTo>
                    <a:pt x="1464348" y="554494"/>
                  </a:lnTo>
                  <a:lnTo>
                    <a:pt x="1450797" y="557034"/>
                  </a:lnTo>
                  <a:lnTo>
                    <a:pt x="1444142" y="557034"/>
                  </a:lnTo>
                  <a:lnTo>
                    <a:pt x="1437855" y="558304"/>
                  </a:lnTo>
                  <a:lnTo>
                    <a:pt x="1415084" y="558304"/>
                  </a:lnTo>
                  <a:lnTo>
                    <a:pt x="1392720" y="557034"/>
                  </a:lnTo>
                  <a:lnTo>
                    <a:pt x="1370711" y="553224"/>
                  </a:lnTo>
                  <a:lnTo>
                    <a:pt x="1349006" y="546874"/>
                  </a:lnTo>
                  <a:lnTo>
                    <a:pt x="1319390" y="539254"/>
                  </a:lnTo>
                  <a:lnTo>
                    <a:pt x="1288186" y="529094"/>
                  </a:lnTo>
                  <a:lnTo>
                    <a:pt x="1269631" y="521474"/>
                  </a:lnTo>
                  <a:lnTo>
                    <a:pt x="1252385" y="510044"/>
                  </a:lnTo>
                  <a:lnTo>
                    <a:pt x="1235621" y="497344"/>
                  </a:lnTo>
                  <a:lnTo>
                    <a:pt x="1218577" y="485914"/>
                  </a:lnTo>
                  <a:lnTo>
                    <a:pt x="1215478" y="483374"/>
                  </a:lnTo>
                  <a:lnTo>
                    <a:pt x="1214628" y="478294"/>
                  </a:lnTo>
                  <a:lnTo>
                    <a:pt x="1211326" y="474484"/>
                  </a:lnTo>
                  <a:lnTo>
                    <a:pt x="1188135" y="408444"/>
                  </a:lnTo>
                  <a:lnTo>
                    <a:pt x="1178839" y="339864"/>
                  </a:lnTo>
                  <a:lnTo>
                    <a:pt x="1178661" y="334784"/>
                  </a:lnTo>
                  <a:lnTo>
                    <a:pt x="1178572" y="332244"/>
                  </a:lnTo>
                  <a:lnTo>
                    <a:pt x="1178712" y="330974"/>
                  </a:lnTo>
                  <a:lnTo>
                    <a:pt x="1179385" y="324624"/>
                  </a:lnTo>
                  <a:lnTo>
                    <a:pt x="1180490" y="317004"/>
                  </a:lnTo>
                  <a:lnTo>
                    <a:pt x="1180922" y="310654"/>
                  </a:lnTo>
                  <a:lnTo>
                    <a:pt x="1181011" y="309384"/>
                  </a:lnTo>
                  <a:lnTo>
                    <a:pt x="1181100" y="308114"/>
                  </a:lnTo>
                  <a:lnTo>
                    <a:pt x="1218196" y="320814"/>
                  </a:lnTo>
                  <a:lnTo>
                    <a:pt x="1246581" y="338594"/>
                  </a:lnTo>
                  <a:lnTo>
                    <a:pt x="1256512" y="342404"/>
                  </a:lnTo>
                  <a:lnTo>
                    <a:pt x="1267117" y="347484"/>
                  </a:lnTo>
                  <a:lnTo>
                    <a:pt x="1274089" y="350024"/>
                  </a:lnTo>
                  <a:lnTo>
                    <a:pt x="1280833" y="352564"/>
                  </a:lnTo>
                  <a:lnTo>
                    <a:pt x="1287170" y="357644"/>
                  </a:lnTo>
                  <a:lnTo>
                    <a:pt x="1292948" y="361454"/>
                  </a:lnTo>
                  <a:lnTo>
                    <a:pt x="1309395" y="374154"/>
                  </a:lnTo>
                  <a:lnTo>
                    <a:pt x="1325613" y="385584"/>
                  </a:lnTo>
                  <a:lnTo>
                    <a:pt x="1342555" y="395744"/>
                  </a:lnTo>
                  <a:lnTo>
                    <a:pt x="1361224" y="403364"/>
                  </a:lnTo>
                  <a:lnTo>
                    <a:pt x="1372539" y="408444"/>
                  </a:lnTo>
                  <a:lnTo>
                    <a:pt x="1383487" y="417334"/>
                  </a:lnTo>
                  <a:lnTo>
                    <a:pt x="1407642" y="433844"/>
                  </a:lnTo>
                  <a:lnTo>
                    <a:pt x="1420647" y="440194"/>
                  </a:lnTo>
                  <a:lnTo>
                    <a:pt x="1435125" y="445274"/>
                  </a:lnTo>
                  <a:lnTo>
                    <a:pt x="1438630" y="445274"/>
                  </a:lnTo>
                  <a:lnTo>
                    <a:pt x="1538097" y="516394"/>
                  </a:lnTo>
                  <a:lnTo>
                    <a:pt x="1538097" y="478066"/>
                  </a:lnTo>
                  <a:lnTo>
                    <a:pt x="1468462" y="427494"/>
                  </a:lnTo>
                  <a:lnTo>
                    <a:pt x="1460106" y="421144"/>
                  </a:lnTo>
                  <a:lnTo>
                    <a:pt x="1451698" y="416064"/>
                  </a:lnTo>
                  <a:lnTo>
                    <a:pt x="1442796" y="412254"/>
                  </a:lnTo>
                  <a:lnTo>
                    <a:pt x="1432966" y="409714"/>
                  </a:lnTo>
                  <a:lnTo>
                    <a:pt x="1425714" y="407174"/>
                  </a:lnTo>
                  <a:lnTo>
                    <a:pt x="1418983" y="404634"/>
                  </a:lnTo>
                  <a:lnTo>
                    <a:pt x="1412621" y="400824"/>
                  </a:lnTo>
                  <a:lnTo>
                    <a:pt x="1406436" y="397014"/>
                  </a:lnTo>
                  <a:lnTo>
                    <a:pt x="1379651" y="379234"/>
                  </a:lnTo>
                  <a:lnTo>
                    <a:pt x="1365935" y="370344"/>
                  </a:lnTo>
                  <a:lnTo>
                    <a:pt x="1351407" y="363994"/>
                  </a:lnTo>
                  <a:lnTo>
                    <a:pt x="1341272" y="360184"/>
                  </a:lnTo>
                  <a:lnTo>
                    <a:pt x="1331899" y="353834"/>
                  </a:lnTo>
                  <a:lnTo>
                    <a:pt x="1313802" y="338594"/>
                  </a:lnTo>
                  <a:lnTo>
                    <a:pt x="1302321" y="332244"/>
                  </a:lnTo>
                  <a:lnTo>
                    <a:pt x="1291145" y="324624"/>
                  </a:lnTo>
                  <a:lnTo>
                    <a:pt x="1279499" y="319544"/>
                  </a:lnTo>
                  <a:lnTo>
                    <a:pt x="1266583" y="315734"/>
                  </a:lnTo>
                  <a:lnTo>
                    <a:pt x="1260957" y="314464"/>
                  </a:lnTo>
                  <a:lnTo>
                    <a:pt x="1256538" y="309384"/>
                  </a:lnTo>
                  <a:lnTo>
                    <a:pt x="1251775" y="308114"/>
                  </a:lnTo>
                  <a:lnTo>
                    <a:pt x="1239697" y="301764"/>
                  </a:lnTo>
                  <a:lnTo>
                    <a:pt x="1228178" y="296684"/>
                  </a:lnTo>
                  <a:lnTo>
                    <a:pt x="1216837" y="290334"/>
                  </a:lnTo>
                  <a:lnTo>
                    <a:pt x="1205255" y="283984"/>
                  </a:lnTo>
                  <a:lnTo>
                    <a:pt x="1193939" y="275094"/>
                  </a:lnTo>
                  <a:lnTo>
                    <a:pt x="1195324" y="267474"/>
                  </a:lnTo>
                  <a:lnTo>
                    <a:pt x="1197000" y="261124"/>
                  </a:lnTo>
                  <a:lnTo>
                    <a:pt x="1200708" y="256044"/>
                  </a:lnTo>
                  <a:lnTo>
                    <a:pt x="1214437" y="257314"/>
                  </a:lnTo>
                  <a:lnTo>
                    <a:pt x="1274064" y="270014"/>
                  </a:lnTo>
                  <a:lnTo>
                    <a:pt x="1324356" y="291604"/>
                  </a:lnTo>
                  <a:lnTo>
                    <a:pt x="1334338" y="297954"/>
                  </a:lnTo>
                  <a:lnTo>
                    <a:pt x="1338199" y="299224"/>
                  </a:lnTo>
                  <a:lnTo>
                    <a:pt x="1374114" y="317004"/>
                  </a:lnTo>
                  <a:lnTo>
                    <a:pt x="1394104" y="332244"/>
                  </a:lnTo>
                  <a:lnTo>
                    <a:pt x="1404213" y="338594"/>
                  </a:lnTo>
                  <a:lnTo>
                    <a:pt x="1415148" y="344944"/>
                  </a:lnTo>
                  <a:lnTo>
                    <a:pt x="1426819" y="348754"/>
                  </a:lnTo>
                  <a:lnTo>
                    <a:pt x="1433131" y="351294"/>
                  </a:lnTo>
                  <a:lnTo>
                    <a:pt x="1439087" y="355104"/>
                  </a:lnTo>
                  <a:lnTo>
                    <a:pt x="1444955" y="358914"/>
                  </a:lnTo>
                  <a:lnTo>
                    <a:pt x="1450962" y="362724"/>
                  </a:lnTo>
                  <a:lnTo>
                    <a:pt x="1475600" y="380504"/>
                  </a:lnTo>
                  <a:lnTo>
                    <a:pt x="1500365" y="399554"/>
                  </a:lnTo>
                  <a:lnTo>
                    <a:pt x="1550428" y="435114"/>
                  </a:lnTo>
                  <a:lnTo>
                    <a:pt x="1562595" y="444004"/>
                  </a:lnTo>
                  <a:lnTo>
                    <a:pt x="1569300" y="454164"/>
                  </a:lnTo>
                  <a:lnTo>
                    <a:pt x="1570609" y="466864"/>
                  </a:lnTo>
                  <a:lnTo>
                    <a:pt x="1570609" y="409638"/>
                  </a:lnTo>
                  <a:lnTo>
                    <a:pt x="1490687" y="351294"/>
                  </a:lnTo>
                  <a:lnTo>
                    <a:pt x="1475511" y="339864"/>
                  </a:lnTo>
                  <a:lnTo>
                    <a:pt x="1460207" y="329704"/>
                  </a:lnTo>
                  <a:lnTo>
                    <a:pt x="1443990" y="320814"/>
                  </a:lnTo>
                  <a:lnTo>
                    <a:pt x="1422273" y="314464"/>
                  </a:lnTo>
                  <a:lnTo>
                    <a:pt x="1418120" y="310654"/>
                  </a:lnTo>
                  <a:lnTo>
                    <a:pt x="1395755" y="295414"/>
                  </a:lnTo>
                  <a:lnTo>
                    <a:pt x="1371765" y="281444"/>
                  </a:lnTo>
                  <a:lnTo>
                    <a:pt x="1347330" y="267474"/>
                  </a:lnTo>
                  <a:lnTo>
                    <a:pt x="1327950" y="256044"/>
                  </a:lnTo>
                  <a:lnTo>
                    <a:pt x="1288643" y="242074"/>
                  </a:lnTo>
                  <a:lnTo>
                    <a:pt x="1276388" y="240804"/>
                  </a:lnTo>
                  <a:lnTo>
                    <a:pt x="1262405" y="240804"/>
                  </a:lnTo>
                  <a:lnTo>
                    <a:pt x="1248752" y="238264"/>
                  </a:lnTo>
                  <a:lnTo>
                    <a:pt x="1235075" y="234454"/>
                  </a:lnTo>
                  <a:lnTo>
                    <a:pt x="1221066" y="229374"/>
                  </a:lnTo>
                  <a:lnTo>
                    <a:pt x="1225067" y="215404"/>
                  </a:lnTo>
                  <a:lnTo>
                    <a:pt x="1252461" y="188734"/>
                  </a:lnTo>
                  <a:lnTo>
                    <a:pt x="1295755" y="168414"/>
                  </a:lnTo>
                  <a:lnTo>
                    <a:pt x="1329677" y="160794"/>
                  </a:lnTo>
                  <a:lnTo>
                    <a:pt x="1348562" y="156984"/>
                  </a:lnTo>
                  <a:lnTo>
                    <a:pt x="1367561" y="154444"/>
                  </a:lnTo>
                  <a:lnTo>
                    <a:pt x="1386586" y="154444"/>
                  </a:lnTo>
                  <a:lnTo>
                    <a:pt x="1432153" y="159524"/>
                  </a:lnTo>
                  <a:lnTo>
                    <a:pt x="1475028" y="174764"/>
                  </a:lnTo>
                  <a:lnTo>
                    <a:pt x="1533588" y="206514"/>
                  </a:lnTo>
                  <a:lnTo>
                    <a:pt x="1560283" y="226834"/>
                  </a:lnTo>
                  <a:lnTo>
                    <a:pt x="1587182" y="245884"/>
                  </a:lnTo>
                  <a:lnTo>
                    <a:pt x="1607451" y="297954"/>
                  </a:lnTo>
                  <a:lnTo>
                    <a:pt x="1611591" y="344944"/>
                  </a:lnTo>
                  <a:lnTo>
                    <a:pt x="1611591" y="225729"/>
                  </a:lnTo>
                  <a:lnTo>
                    <a:pt x="1595247" y="214134"/>
                  </a:lnTo>
                  <a:lnTo>
                    <a:pt x="1569720" y="195084"/>
                  </a:lnTo>
                  <a:lnTo>
                    <a:pt x="1543850" y="177304"/>
                  </a:lnTo>
                  <a:lnTo>
                    <a:pt x="1517764" y="158254"/>
                  </a:lnTo>
                  <a:lnTo>
                    <a:pt x="1501241" y="154444"/>
                  </a:lnTo>
                  <a:lnTo>
                    <a:pt x="1485811" y="149364"/>
                  </a:lnTo>
                  <a:lnTo>
                    <a:pt x="1455115" y="135394"/>
                  </a:lnTo>
                  <a:lnTo>
                    <a:pt x="1444193" y="130314"/>
                  </a:lnTo>
                  <a:lnTo>
                    <a:pt x="1432509" y="127774"/>
                  </a:lnTo>
                  <a:lnTo>
                    <a:pt x="1420787" y="127774"/>
                  </a:lnTo>
                  <a:lnTo>
                    <a:pt x="1409687" y="129044"/>
                  </a:lnTo>
                  <a:lnTo>
                    <a:pt x="1391539" y="130314"/>
                  </a:lnTo>
                  <a:lnTo>
                    <a:pt x="1373225" y="132854"/>
                  </a:lnTo>
                  <a:lnTo>
                    <a:pt x="1336357" y="135394"/>
                  </a:lnTo>
                  <a:lnTo>
                    <a:pt x="1310970" y="136664"/>
                  </a:lnTo>
                  <a:lnTo>
                    <a:pt x="1287437" y="141744"/>
                  </a:lnTo>
                  <a:lnTo>
                    <a:pt x="1242326" y="159524"/>
                  </a:lnTo>
                  <a:lnTo>
                    <a:pt x="1206131" y="187464"/>
                  </a:lnTo>
                  <a:lnTo>
                    <a:pt x="1198918" y="198894"/>
                  </a:lnTo>
                  <a:lnTo>
                    <a:pt x="1193952" y="202704"/>
                  </a:lnTo>
                  <a:lnTo>
                    <a:pt x="1179461" y="209054"/>
                  </a:lnTo>
                  <a:lnTo>
                    <a:pt x="1168958" y="219214"/>
                  </a:lnTo>
                  <a:lnTo>
                    <a:pt x="1161580" y="230644"/>
                  </a:lnTo>
                  <a:lnTo>
                    <a:pt x="1156462" y="245884"/>
                  </a:lnTo>
                  <a:lnTo>
                    <a:pt x="1153718" y="250964"/>
                  </a:lnTo>
                  <a:lnTo>
                    <a:pt x="1148346" y="256044"/>
                  </a:lnTo>
                  <a:lnTo>
                    <a:pt x="1141628" y="266204"/>
                  </a:lnTo>
                  <a:lnTo>
                    <a:pt x="1136865" y="270014"/>
                  </a:lnTo>
                  <a:lnTo>
                    <a:pt x="1116596" y="313194"/>
                  </a:lnTo>
                  <a:lnTo>
                    <a:pt x="1111237" y="324624"/>
                  </a:lnTo>
                  <a:lnTo>
                    <a:pt x="1106411" y="334784"/>
                  </a:lnTo>
                  <a:lnTo>
                    <a:pt x="1102042" y="346214"/>
                  </a:lnTo>
                  <a:lnTo>
                    <a:pt x="1098105" y="356374"/>
                  </a:lnTo>
                  <a:lnTo>
                    <a:pt x="1093812" y="366534"/>
                  </a:lnTo>
                  <a:lnTo>
                    <a:pt x="1091158" y="376694"/>
                  </a:lnTo>
                  <a:lnTo>
                    <a:pt x="1090066" y="388124"/>
                  </a:lnTo>
                  <a:lnTo>
                    <a:pt x="1090193" y="391934"/>
                  </a:lnTo>
                  <a:lnTo>
                    <a:pt x="1090282" y="394474"/>
                  </a:lnTo>
                  <a:lnTo>
                    <a:pt x="1090371" y="397014"/>
                  </a:lnTo>
                  <a:lnTo>
                    <a:pt x="1096111" y="450354"/>
                  </a:lnTo>
                  <a:lnTo>
                    <a:pt x="1118260" y="498614"/>
                  </a:lnTo>
                  <a:lnTo>
                    <a:pt x="1119886" y="503694"/>
                  </a:lnTo>
                  <a:lnTo>
                    <a:pt x="1123264" y="507504"/>
                  </a:lnTo>
                  <a:lnTo>
                    <a:pt x="1125093" y="512584"/>
                  </a:lnTo>
                  <a:lnTo>
                    <a:pt x="1135189" y="530364"/>
                  </a:lnTo>
                  <a:lnTo>
                    <a:pt x="1146556" y="544334"/>
                  </a:lnTo>
                  <a:lnTo>
                    <a:pt x="1159725" y="558304"/>
                  </a:lnTo>
                  <a:lnTo>
                    <a:pt x="1175258" y="571004"/>
                  </a:lnTo>
                  <a:lnTo>
                    <a:pt x="1216088" y="600214"/>
                  </a:lnTo>
                  <a:lnTo>
                    <a:pt x="1265770" y="600214"/>
                  </a:lnTo>
                  <a:lnTo>
                    <a:pt x="1176947" y="536714"/>
                  </a:lnTo>
                  <a:lnTo>
                    <a:pt x="1158290" y="510044"/>
                  </a:lnTo>
                  <a:lnTo>
                    <a:pt x="1141920" y="482104"/>
                  </a:lnTo>
                  <a:lnTo>
                    <a:pt x="1129322" y="452894"/>
                  </a:lnTo>
                  <a:lnTo>
                    <a:pt x="1121994" y="419874"/>
                  </a:lnTo>
                  <a:lnTo>
                    <a:pt x="1121397" y="409714"/>
                  </a:lnTo>
                  <a:lnTo>
                    <a:pt x="1121524" y="400824"/>
                  </a:lnTo>
                  <a:lnTo>
                    <a:pt x="1121575" y="399554"/>
                  </a:lnTo>
                  <a:lnTo>
                    <a:pt x="1121676" y="397014"/>
                  </a:lnTo>
                  <a:lnTo>
                    <a:pt x="1121791" y="394474"/>
                  </a:lnTo>
                  <a:lnTo>
                    <a:pt x="1121841" y="393204"/>
                  </a:lnTo>
                  <a:lnTo>
                    <a:pt x="1123289" y="380504"/>
                  </a:lnTo>
                  <a:lnTo>
                    <a:pt x="1125131" y="366534"/>
                  </a:lnTo>
                  <a:lnTo>
                    <a:pt x="1125601" y="363994"/>
                  </a:lnTo>
                  <a:lnTo>
                    <a:pt x="1128534" y="358914"/>
                  </a:lnTo>
                  <a:lnTo>
                    <a:pt x="1130503" y="355104"/>
                  </a:lnTo>
                  <a:lnTo>
                    <a:pt x="1132446" y="350024"/>
                  </a:lnTo>
                  <a:lnTo>
                    <a:pt x="1131887" y="346214"/>
                  </a:lnTo>
                  <a:lnTo>
                    <a:pt x="1133830" y="341134"/>
                  </a:lnTo>
                  <a:lnTo>
                    <a:pt x="1135303" y="339864"/>
                  </a:lnTo>
                  <a:lnTo>
                    <a:pt x="1133475" y="333514"/>
                  </a:lnTo>
                  <a:lnTo>
                    <a:pt x="1141247" y="330974"/>
                  </a:lnTo>
                  <a:lnTo>
                    <a:pt x="1144917" y="350024"/>
                  </a:lnTo>
                  <a:lnTo>
                    <a:pt x="1148359" y="369074"/>
                  </a:lnTo>
                  <a:lnTo>
                    <a:pt x="1151255" y="388124"/>
                  </a:lnTo>
                  <a:lnTo>
                    <a:pt x="1153375" y="407174"/>
                  </a:lnTo>
                  <a:lnTo>
                    <a:pt x="1157935" y="430034"/>
                  </a:lnTo>
                  <a:lnTo>
                    <a:pt x="1164983" y="451624"/>
                  </a:lnTo>
                  <a:lnTo>
                    <a:pt x="1173848" y="473214"/>
                  </a:lnTo>
                  <a:lnTo>
                    <a:pt x="1183817" y="494804"/>
                  </a:lnTo>
                  <a:lnTo>
                    <a:pt x="1185938" y="502424"/>
                  </a:lnTo>
                  <a:lnTo>
                    <a:pt x="1249540" y="548144"/>
                  </a:lnTo>
                  <a:lnTo>
                    <a:pt x="1264005" y="557034"/>
                  </a:lnTo>
                  <a:lnTo>
                    <a:pt x="1279436" y="563384"/>
                  </a:lnTo>
                  <a:lnTo>
                    <a:pt x="1311186" y="571004"/>
                  </a:lnTo>
                  <a:lnTo>
                    <a:pt x="1323149" y="574814"/>
                  </a:lnTo>
                  <a:lnTo>
                    <a:pt x="1334617" y="578624"/>
                  </a:lnTo>
                  <a:lnTo>
                    <a:pt x="1345552" y="581164"/>
                  </a:lnTo>
                  <a:lnTo>
                    <a:pt x="1355940" y="584974"/>
                  </a:lnTo>
                  <a:lnTo>
                    <a:pt x="1370965" y="588784"/>
                  </a:lnTo>
                  <a:lnTo>
                    <a:pt x="1385900" y="590054"/>
                  </a:lnTo>
                  <a:lnTo>
                    <a:pt x="1400822" y="590054"/>
                  </a:lnTo>
                  <a:lnTo>
                    <a:pt x="1415808" y="591324"/>
                  </a:lnTo>
                  <a:lnTo>
                    <a:pt x="1438071" y="591324"/>
                  </a:lnTo>
                  <a:lnTo>
                    <a:pt x="1449171" y="590054"/>
                  </a:lnTo>
                  <a:lnTo>
                    <a:pt x="1460119" y="590054"/>
                  </a:lnTo>
                  <a:lnTo>
                    <a:pt x="1462646" y="588784"/>
                  </a:lnTo>
                  <a:lnTo>
                    <a:pt x="1465732" y="591324"/>
                  </a:lnTo>
                  <a:lnTo>
                    <a:pt x="1472336" y="592594"/>
                  </a:lnTo>
                  <a:lnTo>
                    <a:pt x="1457375" y="600214"/>
                  </a:lnTo>
                  <a:lnTo>
                    <a:pt x="1516138" y="600214"/>
                  </a:lnTo>
                  <a:lnTo>
                    <a:pt x="1555089" y="558304"/>
                  </a:lnTo>
                  <a:lnTo>
                    <a:pt x="1561211" y="546874"/>
                  </a:lnTo>
                  <a:lnTo>
                    <a:pt x="1565897" y="543064"/>
                  </a:lnTo>
                  <a:lnTo>
                    <a:pt x="1594027" y="515124"/>
                  </a:lnTo>
                  <a:lnTo>
                    <a:pt x="1628203" y="457974"/>
                  </a:lnTo>
                  <a:lnTo>
                    <a:pt x="1637753" y="431304"/>
                  </a:lnTo>
                  <a:lnTo>
                    <a:pt x="1639582" y="426224"/>
                  </a:lnTo>
                  <a:lnTo>
                    <a:pt x="1642275" y="416064"/>
                  </a:lnTo>
                  <a:lnTo>
                    <a:pt x="1644980" y="404634"/>
                  </a:lnTo>
                  <a:lnTo>
                    <a:pt x="1647151" y="394474"/>
                  </a:lnTo>
                  <a:lnTo>
                    <a:pt x="1648282" y="384314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16418" y="475995"/>
            <a:ext cx="6311163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8535">
              <a:lnSpc>
                <a:spcPct val="100000"/>
              </a:lnSpc>
              <a:spcBef>
                <a:spcPts val="100"/>
              </a:spcBef>
            </a:pPr>
            <a:r>
              <a:rPr lang="en-US" sz="3600" spc="-280" dirty="0">
                <a:latin typeface="+mj-lt"/>
                <a:cs typeface="+mj-lt"/>
              </a:rPr>
              <a:t>Recoding</a:t>
            </a:r>
            <a:r>
              <a:rPr sz="3600" spc="-280" dirty="0">
                <a:latin typeface="+mj-lt"/>
                <a:cs typeface="+mj-lt"/>
              </a:rPr>
              <a:t> </a:t>
            </a:r>
            <a:r>
              <a:rPr lang="en-US" sz="3600" spc="-50" dirty="0">
                <a:latin typeface="+mj-lt"/>
                <a:cs typeface="+mj-lt"/>
              </a:rPr>
              <a:t>Procedures</a:t>
            </a:r>
            <a:endParaRPr lang="en-US" sz="3600" spc="-50" dirty="0">
              <a:latin typeface="+mj-lt"/>
              <a:cs typeface="+mj-l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895" y="1398270"/>
            <a:ext cx="7007860" cy="3049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4965" marR="5080" indent="-342900">
              <a:lnSpc>
                <a:spcPct val="99000"/>
              </a:lnSpc>
              <a:spcBef>
                <a:spcPts val="110"/>
              </a:spcBef>
              <a:buFont typeface="Arial" panose="020B0604020202090204"/>
              <a:buChar char="•"/>
              <a:tabLst>
                <a:tab pos="354965" algn="l"/>
              </a:tabLst>
            </a:pPr>
            <a:r>
              <a:rPr sz="1800" spc="-200" dirty="0">
                <a:solidFill>
                  <a:srgbClr val="0A1533"/>
                </a:solidFill>
                <a:latin typeface="+mn-lt"/>
                <a:cs typeface="+mn-lt"/>
              </a:rPr>
              <a:t>No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recoding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was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completed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Hospital_MI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variable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10" dirty="0">
                <a:solidFill>
                  <a:srgbClr val="0A1533"/>
                </a:solidFill>
                <a:latin typeface="+mn-lt"/>
                <a:cs typeface="+mn-lt"/>
              </a:rPr>
              <a:t>as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we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still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want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maintain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response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variable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whether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someone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was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hospitalized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myocardial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infarction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40" dirty="0">
                <a:solidFill>
                  <a:srgbClr val="0A1533"/>
                </a:solidFill>
                <a:latin typeface="+mn-lt"/>
                <a:cs typeface="+mn-lt"/>
              </a:rPr>
              <a:t>or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not.</a:t>
            </a:r>
            <a:endParaRPr sz="1800">
              <a:latin typeface="+mn-lt"/>
              <a:cs typeface="+mn-lt"/>
            </a:endParaRPr>
          </a:p>
          <a:p>
            <a:pPr marL="354965" indent="-342265">
              <a:lnSpc>
                <a:spcPct val="100000"/>
              </a:lnSpc>
              <a:spcBef>
                <a:spcPts val="50"/>
              </a:spcBef>
              <a:buFont typeface="Arial" panose="020B0604020202090204"/>
              <a:buChar char="•"/>
              <a:tabLst>
                <a:tab pos="354965" algn="l"/>
              </a:tabLst>
            </a:pP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BMIlevels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variable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was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dichotomized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10" dirty="0">
                <a:solidFill>
                  <a:srgbClr val="0A1533"/>
                </a:solidFill>
                <a:latin typeface="+mn-lt"/>
                <a:cs typeface="+mn-lt"/>
              </a:rPr>
              <a:t>as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BMIlevels2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such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endParaRPr sz="1800">
              <a:latin typeface="+mn-lt"/>
              <a:cs typeface="+mn-lt"/>
            </a:endParaRPr>
          </a:p>
          <a:p>
            <a:pPr marL="812165" lvl="1" indent="-317500">
              <a:lnSpc>
                <a:spcPts val="2125"/>
              </a:lnSpc>
              <a:spcBef>
                <a:spcPts val="45"/>
              </a:spcBef>
              <a:buFont typeface="Arial" panose="020B0604020202090204"/>
              <a:buChar char="•"/>
              <a:tabLst>
                <a:tab pos="812165" algn="l"/>
              </a:tabLst>
            </a:pP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The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obese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category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remained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same</a:t>
            </a:r>
            <a:endParaRPr sz="1800">
              <a:latin typeface="+mn-lt"/>
              <a:cs typeface="+mn-lt"/>
            </a:endParaRPr>
          </a:p>
          <a:p>
            <a:pPr marL="812165" lvl="1" indent="-317500">
              <a:lnSpc>
                <a:spcPts val="2125"/>
              </a:lnSpc>
              <a:buFont typeface="Arial" panose="020B0604020202090204"/>
              <a:buChar char="•"/>
              <a:tabLst>
                <a:tab pos="812165" algn="l"/>
              </a:tabLst>
            </a:pP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All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other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variables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("underweight",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"healthy",</a:t>
            </a:r>
            <a:endParaRPr sz="1800">
              <a:latin typeface="+mn-lt"/>
              <a:cs typeface="+mn-lt"/>
            </a:endParaRPr>
          </a:p>
          <a:p>
            <a:pPr marL="812165">
              <a:lnSpc>
                <a:spcPts val="2125"/>
              </a:lnSpc>
              <a:spcBef>
                <a:spcPts val="50"/>
              </a:spcBef>
            </a:pP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"overweight")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0" dirty="0">
                <a:solidFill>
                  <a:srgbClr val="0A1533"/>
                </a:solidFill>
                <a:latin typeface="+mn-lt"/>
                <a:cs typeface="+mn-lt"/>
              </a:rPr>
              <a:t>were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collapsed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into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category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"other".</a:t>
            </a:r>
            <a:endParaRPr sz="1800">
              <a:latin typeface="+mn-lt"/>
              <a:cs typeface="+mn-lt"/>
            </a:endParaRPr>
          </a:p>
          <a:p>
            <a:pPr marL="354965" indent="-342265">
              <a:lnSpc>
                <a:spcPts val="2125"/>
              </a:lnSpc>
              <a:buFont typeface="Arial" panose="020B0604020202090204"/>
              <a:buChar char="•"/>
              <a:tabLst>
                <a:tab pos="354965" algn="l"/>
              </a:tabLst>
            </a:pP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Rationale: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Given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that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10" dirty="0">
                <a:solidFill>
                  <a:srgbClr val="0A1533"/>
                </a:solidFill>
                <a:latin typeface="+mn-lt"/>
                <a:cs typeface="+mn-lt"/>
              </a:rPr>
              <a:t>our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research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question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examining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0" dirty="0">
                <a:solidFill>
                  <a:srgbClr val="0A1533"/>
                </a:solidFill>
                <a:latin typeface="+mn-lt"/>
                <a:cs typeface="+mn-lt"/>
              </a:rPr>
              <a:t>if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obesity</a:t>
            </a:r>
            <a:endParaRPr sz="1800">
              <a:latin typeface="+mn-lt"/>
              <a:cs typeface="+mn-lt"/>
            </a:endParaRPr>
          </a:p>
          <a:p>
            <a:pPr marL="354965" marR="240665">
              <a:lnSpc>
                <a:spcPct val="99000"/>
              </a:lnSpc>
              <a:spcBef>
                <a:spcPts val="60"/>
              </a:spcBef>
            </a:pPr>
            <a:r>
              <a:rPr sz="1800" spc="70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risk-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factor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heart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attack,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we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want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run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2-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sample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40" dirty="0">
                <a:solidFill>
                  <a:srgbClr val="0A1533"/>
                </a:solidFill>
                <a:latin typeface="+mn-lt"/>
                <a:cs typeface="+mn-lt"/>
              </a:rPr>
              <a:t>Z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test that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compares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obese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individuals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non-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obese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individuals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and 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their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hospitalization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rates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due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to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myocardial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infarction.</a:t>
            </a:r>
            <a:endParaRPr sz="1800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219"/>
            <a:ext cx="1988021" cy="180613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454503" y="3921119"/>
            <a:ext cx="1648460" cy="1222375"/>
            <a:chOff x="7454503" y="3921119"/>
            <a:chExt cx="1648460" cy="1222375"/>
          </a:xfrm>
        </p:grpSpPr>
        <p:sp>
          <p:nvSpPr>
            <p:cNvPr id="4" name="object 4"/>
            <p:cNvSpPr/>
            <p:nvPr/>
          </p:nvSpPr>
          <p:spPr>
            <a:xfrm>
              <a:off x="8387689" y="3921119"/>
              <a:ext cx="645795" cy="582930"/>
            </a:xfrm>
            <a:custGeom>
              <a:avLst/>
              <a:gdLst/>
              <a:ahLst/>
              <a:cxnLst/>
              <a:rect l="l" t="t" r="r" b="b"/>
              <a:pathLst>
                <a:path w="645795" h="582929">
                  <a:moveTo>
                    <a:pt x="186168" y="358140"/>
                  </a:moveTo>
                  <a:lnTo>
                    <a:pt x="147777" y="358140"/>
                  </a:lnTo>
                  <a:lnTo>
                    <a:pt x="151561" y="360680"/>
                  </a:lnTo>
                  <a:lnTo>
                    <a:pt x="152336" y="360680"/>
                  </a:lnTo>
                  <a:lnTo>
                    <a:pt x="164490" y="373380"/>
                  </a:lnTo>
                  <a:lnTo>
                    <a:pt x="198240" y="407670"/>
                  </a:lnTo>
                  <a:lnTo>
                    <a:pt x="233791" y="439420"/>
                  </a:lnTo>
                  <a:lnTo>
                    <a:pt x="270731" y="471170"/>
                  </a:lnTo>
                  <a:lnTo>
                    <a:pt x="308648" y="500380"/>
                  </a:lnTo>
                  <a:lnTo>
                    <a:pt x="347129" y="529590"/>
                  </a:lnTo>
                  <a:lnTo>
                    <a:pt x="389601" y="556260"/>
                  </a:lnTo>
                  <a:lnTo>
                    <a:pt x="434378" y="576580"/>
                  </a:lnTo>
                  <a:lnTo>
                    <a:pt x="466955" y="582930"/>
                  </a:lnTo>
                  <a:lnTo>
                    <a:pt x="483168" y="581660"/>
                  </a:lnTo>
                  <a:lnTo>
                    <a:pt x="499541" y="576580"/>
                  </a:lnTo>
                  <a:lnTo>
                    <a:pt x="512447" y="570230"/>
                  </a:lnTo>
                  <a:lnTo>
                    <a:pt x="524862" y="562610"/>
                  </a:lnTo>
                  <a:lnTo>
                    <a:pt x="534616" y="556260"/>
                  </a:lnTo>
                  <a:lnTo>
                    <a:pt x="469782" y="556260"/>
                  </a:lnTo>
                  <a:lnTo>
                    <a:pt x="454858" y="554990"/>
                  </a:lnTo>
                  <a:lnTo>
                    <a:pt x="415616" y="537210"/>
                  </a:lnTo>
                  <a:lnTo>
                    <a:pt x="369488" y="510540"/>
                  </a:lnTo>
                  <a:lnTo>
                    <a:pt x="302938" y="462280"/>
                  </a:lnTo>
                  <a:lnTo>
                    <a:pt x="259524" y="426720"/>
                  </a:lnTo>
                  <a:lnTo>
                    <a:pt x="217662" y="389890"/>
                  </a:lnTo>
                  <a:lnTo>
                    <a:pt x="186168" y="358140"/>
                  </a:lnTo>
                  <a:close/>
                </a:path>
                <a:path w="645795" h="582929">
                  <a:moveTo>
                    <a:pt x="393816" y="139700"/>
                  </a:moveTo>
                  <a:lnTo>
                    <a:pt x="349415" y="139700"/>
                  </a:lnTo>
                  <a:lnTo>
                    <a:pt x="355647" y="142240"/>
                  </a:lnTo>
                  <a:lnTo>
                    <a:pt x="361010" y="146050"/>
                  </a:lnTo>
                  <a:lnTo>
                    <a:pt x="366077" y="151130"/>
                  </a:lnTo>
                  <a:lnTo>
                    <a:pt x="371424" y="154940"/>
                  </a:lnTo>
                  <a:lnTo>
                    <a:pt x="376651" y="160020"/>
                  </a:lnTo>
                  <a:lnTo>
                    <a:pt x="382035" y="163830"/>
                  </a:lnTo>
                  <a:lnTo>
                    <a:pt x="387419" y="168910"/>
                  </a:lnTo>
                  <a:lnTo>
                    <a:pt x="392645" y="173990"/>
                  </a:lnTo>
                  <a:lnTo>
                    <a:pt x="426696" y="201930"/>
                  </a:lnTo>
                  <a:lnTo>
                    <a:pt x="583717" y="356870"/>
                  </a:lnTo>
                  <a:lnTo>
                    <a:pt x="609600" y="391160"/>
                  </a:lnTo>
                  <a:lnTo>
                    <a:pt x="618094" y="419100"/>
                  </a:lnTo>
                  <a:lnTo>
                    <a:pt x="616691" y="426720"/>
                  </a:lnTo>
                  <a:lnTo>
                    <a:pt x="613232" y="433070"/>
                  </a:lnTo>
                  <a:lnTo>
                    <a:pt x="609777" y="440690"/>
                  </a:lnTo>
                  <a:lnTo>
                    <a:pt x="606120" y="445770"/>
                  </a:lnTo>
                  <a:lnTo>
                    <a:pt x="602034" y="452120"/>
                  </a:lnTo>
                  <a:lnTo>
                    <a:pt x="580657" y="474980"/>
                  </a:lnTo>
                  <a:lnTo>
                    <a:pt x="545614" y="510540"/>
                  </a:lnTo>
                  <a:lnTo>
                    <a:pt x="513384" y="537210"/>
                  </a:lnTo>
                  <a:lnTo>
                    <a:pt x="498817" y="546100"/>
                  </a:lnTo>
                  <a:lnTo>
                    <a:pt x="484434" y="553720"/>
                  </a:lnTo>
                  <a:lnTo>
                    <a:pt x="469782" y="556260"/>
                  </a:lnTo>
                  <a:lnTo>
                    <a:pt x="534616" y="556260"/>
                  </a:lnTo>
                  <a:lnTo>
                    <a:pt x="581706" y="511810"/>
                  </a:lnTo>
                  <a:lnTo>
                    <a:pt x="615581" y="476250"/>
                  </a:lnTo>
                  <a:lnTo>
                    <a:pt x="622209" y="469900"/>
                  </a:lnTo>
                  <a:lnTo>
                    <a:pt x="643540" y="433070"/>
                  </a:lnTo>
                  <a:lnTo>
                    <a:pt x="645775" y="421640"/>
                  </a:lnTo>
                  <a:lnTo>
                    <a:pt x="645010" y="408940"/>
                  </a:lnTo>
                  <a:lnTo>
                    <a:pt x="625413" y="365760"/>
                  </a:lnTo>
                  <a:lnTo>
                    <a:pt x="584790" y="318770"/>
                  </a:lnTo>
                  <a:lnTo>
                    <a:pt x="549489" y="281940"/>
                  </a:lnTo>
                  <a:lnTo>
                    <a:pt x="512899" y="246380"/>
                  </a:lnTo>
                  <a:lnTo>
                    <a:pt x="451386" y="190500"/>
                  </a:lnTo>
                  <a:lnTo>
                    <a:pt x="403641" y="148590"/>
                  </a:lnTo>
                  <a:lnTo>
                    <a:pt x="393816" y="139700"/>
                  </a:lnTo>
                  <a:close/>
                </a:path>
                <a:path w="645795" h="582929">
                  <a:moveTo>
                    <a:pt x="259795" y="0"/>
                  </a:moveTo>
                  <a:lnTo>
                    <a:pt x="244937" y="3810"/>
                  </a:lnTo>
                  <a:lnTo>
                    <a:pt x="228942" y="17780"/>
                  </a:lnTo>
                  <a:lnTo>
                    <a:pt x="221361" y="25400"/>
                  </a:lnTo>
                  <a:lnTo>
                    <a:pt x="202705" y="41910"/>
                  </a:lnTo>
                  <a:lnTo>
                    <a:pt x="165364" y="76200"/>
                  </a:lnTo>
                  <a:lnTo>
                    <a:pt x="146265" y="93980"/>
                  </a:lnTo>
                  <a:lnTo>
                    <a:pt x="113136" y="123190"/>
                  </a:lnTo>
                  <a:lnTo>
                    <a:pt x="80795" y="154940"/>
                  </a:lnTo>
                  <a:lnTo>
                    <a:pt x="49176" y="185420"/>
                  </a:lnTo>
                  <a:lnTo>
                    <a:pt x="18211" y="217170"/>
                  </a:lnTo>
                  <a:lnTo>
                    <a:pt x="12865" y="223520"/>
                  </a:lnTo>
                  <a:lnTo>
                    <a:pt x="8356" y="229870"/>
                  </a:lnTo>
                  <a:lnTo>
                    <a:pt x="4508" y="236220"/>
                  </a:lnTo>
                  <a:lnTo>
                    <a:pt x="1435" y="238760"/>
                  </a:lnTo>
                  <a:lnTo>
                    <a:pt x="0" y="243840"/>
                  </a:lnTo>
                  <a:lnTo>
                    <a:pt x="1435" y="246380"/>
                  </a:lnTo>
                  <a:lnTo>
                    <a:pt x="3994" y="257810"/>
                  </a:lnTo>
                  <a:lnTo>
                    <a:pt x="6242" y="267970"/>
                  </a:lnTo>
                  <a:lnTo>
                    <a:pt x="10461" y="279400"/>
                  </a:lnTo>
                  <a:lnTo>
                    <a:pt x="18935" y="289560"/>
                  </a:lnTo>
                  <a:lnTo>
                    <a:pt x="34717" y="304800"/>
                  </a:lnTo>
                  <a:lnTo>
                    <a:pt x="50285" y="320040"/>
                  </a:lnTo>
                  <a:lnTo>
                    <a:pt x="65720" y="336550"/>
                  </a:lnTo>
                  <a:lnTo>
                    <a:pt x="81102" y="351790"/>
                  </a:lnTo>
                  <a:lnTo>
                    <a:pt x="98113" y="367030"/>
                  </a:lnTo>
                  <a:lnTo>
                    <a:pt x="112725" y="372110"/>
                  </a:lnTo>
                  <a:lnTo>
                    <a:pt x="128193" y="369570"/>
                  </a:lnTo>
                  <a:lnTo>
                    <a:pt x="147777" y="358140"/>
                  </a:lnTo>
                  <a:lnTo>
                    <a:pt x="186168" y="358140"/>
                  </a:lnTo>
                  <a:lnTo>
                    <a:pt x="173570" y="345440"/>
                  </a:lnTo>
                  <a:lnTo>
                    <a:pt x="170393" y="341630"/>
                  </a:lnTo>
                  <a:lnTo>
                    <a:pt x="116687" y="341630"/>
                  </a:lnTo>
                  <a:lnTo>
                    <a:pt x="98708" y="327660"/>
                  </a:lnTo>
                  <a:lnTo>
                    <a:pt x="72745" y="303530"/>
                  </a:lnTo>
                  <a:lnTo>
                    <a:pt x="45067" y="276860"/>
                  </a:lnTo>
                  <a:lnTo>
                    <a:pt x="21945" y="251460"/>
                  </a:lnTo>
                  <a:lnTo>
                    <a:pt x="34998" y="237490"/>
                  </a:lnTo>
                  <a:lnTo>
                    <a:pt x="63627" y="210820"/>
                  </a:lnTo>
                  <a:lnTo>
                    <a:pt x="89342" y="193040"/>
                  </a:lnTo>
                  <a:lnTo>
                    <a:pt x="125673" y="193040"/>
                  </a:lnTo>
                  <a:lnTo>
                    <a:pt x="124266" y="191770"/>
                  </a:lnTo>
                  <a:lnTo>
                    <a:pt x="106108" y="172720"/>
                  </a:lnTo>
                  <a:lnTo>
                    <a:pt x="119068" y="156210"/>
                  </a:lnTo>
                  <a:lnTo>
                    <a:pt x="133515" y="142240"/>
                  </a:lnTo>
                  <a:lnTo>
                    <a:pt x="148656" y="129540"/>
                  </a:lnTo>
                  <a:lnTo>
                    <a:pt x="163702" y="115570"/>
                  </a:lnTo>
                  <a:lnTo>
                    <a:pt x="177850" y="102870"/>
                  </a:lnTo>
                  <a:lnTo>
                    <a:pt x="192627" y="91440"/>
                  </a:lnTo>
                  <a:lnTo>
                    <a:pt x="207537" y="78740"/>
                  </a:lnTo>
                  <a:lnTo>
                    <a:pt x="222084" y="64770"/>
                  </a:lnTo>
                  <a:lnTo>
                    <a:pt x="252105" y="64770"/>
                  </a:lnTo>
                  <a:lnTo>
                    <a:pt x="238023" y="49530"/>
                  </a:lnTo>
                  <a:lnTo>
                    <a:pt x="258457" y="29210"/>
                  </a:lnTo>
                  <a:lnTo>
                    <a:pt x="304390" y="29210"/>
                  </a:lnTo>
                  <a:lnTo>
                    <a:pt x="291820" y="16510"/>
                  </a:lnTo>
                  <a:lnTo>
                    <a:pt x="274946" y="3810"/>
                  </a:lnTo>
                  <a:lnTo>
                    <a:pt x="259795" y="0"/>
                  </a:lnTo>
                  <a:close/>
                </a:path>
                <a:path w="645795" h="582929">
                  <a:moveTo>
                    <a:pt x="65163" y="229870"/>
                  </a:moveTo>
                  <a:lnTo>
                    <a:pt x="60667" y="232410"/>
                  </a:lnTo>
                  <a:lnTo>
                    <a:pt x="55308" y="234950"/>
                  </a:lnTo>
                  <a:lnTo>
                    <a:pt x="54521" y="240030"/>
                  </a:lnTo>
                  <a:lnTo>
                    <a:pt x="57594" y="245110"/>
                  </a:lnTo>
                  <a:lnTo>
                    <a:pt x="62102" y="252730"/>
                  </a:lnTo>
                  <a:lnTo>
                    <a:pt x="65951" y="257810"/>
                  </a:lnTo>
                  <a:lnTo>
                    <a:pt x="71234" y="262890"/>
                  </a:lnTo>
                  <a:lnTo>
                    <a:pt x="86797" y="279400"/>
                  </a:lnTo>
                  <a:lnTo>
                    <a:pt x="103147" y="295910"/>
                  </a:lnTo>
                  <a:lnTo>
                    <a:pt x="120781" y="309880"/>
                  </a:lnTo>
                  <a:lnTo>
                    <a:pt x="140195" y="322580"/>
                  </a:lnTo>
                  <a:lnTo>
                    <a:pt x="134704" y="331470"/>
                  </a:lnTo>
                  <a:lnTo>
                    <a:pt x="128736" y="336550"/>
                  </a:lnTo>
                  <a:lnTo>
                    <a:pt x="122621" y="339090"/>
                  </a:lnTo>
                  <a:lnTo>
                    <a:pt x="116687" y="341630"/>
                  </a:lnTo>
                  <a:lnTo>
                    <a:pt x="170393" y="341630"/>
                  </a:lnTo>
                  <a:lnTo>
                    <a:pt x="168275" y="339090"/>
                  </a:lnTo>
                  <a:lnTo>
                    <a:pt x="162928" y="334010"/>
                  </a:lnTo>
                  <a:lnTo>
                    <a:pt x="174265" y="318770"/>
                  </a:lnTo>
                  <a:lnTo>
                    <a:pt x="185341" y="306070"/>
                  </a:lnTo>
                  <a:lnTo>
                    <a:pt x="157632" y="306070"/>
                  </a:lnTo>
                  <a:lnTo>
                    <a:pt x="146429" y="300990"/>
                  </a:lnTo>
                  <a:lnTo>
                    <a:pt x="105138" y="267970"/>
                  </a:lnTo>
                  <a:lnTo>
                    <a:pt x="83881" y="245110"/>
                  </a:lnTo>
                  <a:lnTo>
                    <a:pt x="73520" y="234950"/>
                  </a:lnTo>
                  <a:lnTo>
                    <a:pt x="69735" y="231140"/>
                  </a:lnTo>
                  <a:lnTo>
                    <a:pt x="65163" y="229870"/>
                  </a:lnTo>
                  <a:close/>
                </a:path>
                <a:path w="645795" h="582929">
                  <a:moveTo>
                    <a:pt x="125673" y="193040"/>
                  </a:moveTo>
                  <a:lnTo>
                    <a:pt x="89342" y="193040"/>
                  </a:lnTo>
                  <a:lnTo>
                    <a:pt x="95341" y="194310"/>
                  </a:lnTo>
                  <a:lnTo>
                    <a:pt x="101536" y="198120"/>
                  </a:lnTo>
                  <a:lnTo>
                    <a:pt x="141657" y="231140"/>
                  </a:lnTo>
                  <a:lnTo>
                    <a:pt x="161585" y="248920"/>
                  </a:lnTo>
                  <a:lnTo>
                    <a:pt x="181140" y="265430"/>
                  </a:lnTo>
                  <a:lnTo>
                    <a:pt x="183426" y="267970"/>
                  </a:lnTo>
                  <a:lnTo>
                    <a:pt x="184137" y="270510"/>
                  </a:lnTo>
                  <a:lnTo>
                    <a:pt x="186423" y="271780"/>
                  </a:lnTo>
                  <a:lnTo>
                    <a:pt x="180465" y="283210"/>
                  </a:lnTo>
                  <a:lnTo>
                    <a:pt x="175480" y="290830"/>
                  </a:lnTo>
                  <a:lnTo>
                    <a:pt x="168769" y="297180"/>
                  </a:lnTo>
                  <a:lnTo>
                    <a:pt x="157632" y="306070"/>
                  </a:lnTo>
                  <a:lnTo>
                    <a:pt x="185341" y="306070"/>
                  </a:lnTo>
                  <a:lnTo>
                    <a:pt x="186448" y="304800"/>
                  </a:lnTo>
                  <a:lnTo>
                    <a:pt x="199193" y="290830"/>
                  </a:lnTo>
                  <a:lnTo>
                    <a:pt x="212217" y="278130"/>
                  </a:lnTo>
                  <a:lnTo>
                    <a:pt x="241092" y="252730"/>
                  </a:lnTo>
                  <a:lnTo>
                    <a:pt x="203860" y="252730"/>
                  </a:lnTo>
                  <a:lnTo>
                    <a:pt x="177622" y="236220"/>
                  </a:lnTo>
                  <a:lnTo>
                    <a:pt x="149598" y="214630"/>
                  </a:lnTo>
                  <a:lnTo>
                    <a:pt x="125673" y="193040"/>
                  </a:lnTo>
                  <a:close/>
                </a:path>
                <a:path w="645795" h="582929">
                  <a:moveTo>
                    <a:pt x="173570" y="151130"/>
                  </a:moveTo>
                  <a:lnTo>
                    <a:pt x="169773" y="153670"/>
                  </a:lnTo>
                  <a:lnTo>
                    <a:pt x="166776" y="157480"/>
                  </a:lnTo>
                  <a:lnTo>
                    <a:pt x="165201" y="161290"/>
                  </a:lnTo>
                  <a:lnTo>
                    <a:pt x="165989" y="162560"/>
                  </a:lnTo>
                  <a:lnTo>
                    <a:pt x="171348" y="168910"/>
                  </a:lnTo>
                  <a:lnTo>
                    <a:pt x="227431" y="224790"/>
                  </a:lnTo>
                  <a:lnTo>
                    <a:pt x="222357" y="233680"/>
                  </a:lnTo>
                  <a:lnTo>
                    <a:pt x="217069" y="241300"/>
                  </a:lnTo>
                  <a:lnTo>
                    <a:pt x="211070" y="247650"/>
                  </a:lnTo>
                  <a:lnTo>
                    <a:pt x="203860" y="252730"/>
                  </a:lnTo>
                  <a:lnTo>
                    <a:pt x="241092" y="252730"/>
                  </a:lnTo>
                  <a:lnTo>
                    <a:pt x="242536" y="251460"/>
                  </a:lnTo>
                  <a:lnTo>
                    <a:pt x="257199" y="236220"/>
                  </a:lnTo>
                  <a:lnTo>
                    <a:pt x="270598" y="220980"/>
                  </a:lnTo>
                  <a:lnTo>
                    <a:pt x="282387" y="208280"/>
                  </a:lnTo>
                  <a:lnTo>
                    <a:pt x="244094" y="208280"/>
                  </a:lnTo>
                  <a:lnTo>
                    <a:pt x="239522" y="204470"/>
                  </a:lnTo>
                  <a:lnTo>
                    <a:pt x="234226" y="201930"/>
                  </a:lnTo>
                  <a:lnTo>
                    <a:pt x="228942" y="196850"/>
                  </a:lnTo>
                  <a:lnTo>
                    <a:pt x="218825" y="187960"/>
                  </a:lnTo>
                  <a:lnTo>
                    <a:pt x="198862" y="170180"/>
                  </a:lnTo>
                  <a:lnTo>
                    <a:pt x="188709" y="161290"/>
                  </a:lnTo>
                  <a:lnTo>
                    <a:pt x="184924" y="157480"/>
                  </a:lnTo>
                  <a:lnTo>
                    <a:pt x="180352" y="153670"/>
                  </a:lnTo>
                  <a:lnTo>
                    <a:pt x="174345" y="152400"/>
                  </a:lnTo>
                  <a:lnTo>
                    <a:pt x="173570" y="151130"/>
                  </a:lnTo>
                  <a:close/>
                </a:path>
                <a:path w="645795" h="582929">
                  <a:moveTo>
                    <a:pt x="206146" y="104140"/>
                  </a:moveTo>
                  <a:lnTo>
                    <a:pt x="204647" y="104140"/>
                  </a:lnTo>
                  <a:lnTo>
                    <a:pt x="200139" y="107950"/>
                  </a:lnTo>
                  <a:lnTo>
                    <a:pt x="199288" y="110490"/>
                  </a:lnTo>
                  <a:lnTo>
                    <a:pt x="200075" y="111760"/>
                  </a:lnTo>
                  <a:lnTo>
                    <a:pt x="203149" y="115570"/>
                  </a:lnTo>
                  <a:lnTo>
                    <a:pt x="206146" y="120650"/>
                  </a:lnTo>
                  <a:lnTo>
                    <a:pt x="209943" y="124460"/>
                  </a:lnTo>
                  <a:lnTo>
                    <a:pt x="220186" y="134620"/>
                  </a:lnTo>
                  <a:lnTo>
                    <a:pt x="230500" y="143510"/>
                  </a:lnTo>
                  <a:lnTo>
                    <a:pt x="240949" y="153670"/>
                  </a:lnTo>
                  <a:lnTo>
                    <a:pt x="251599" y="162560"/>
                  </a:lnTo>
                  <a:lnTo>
                    <a:pt x="257081" y="167640"/>
                  </a:lnTo>
                  <a:lnTo>
                    <a:pt x="267439" y="176530"/>
                  </a:lnTo>
                  <a:lnTo>
                    <a:pt x="272884" y="181610"/>
                  </a:lnTo>
                  <a:lnTo>
                    <a:pt x="268798" y="191770"/>
                  </a:lnTo>
                  <a:lnTo>
                    <a:pt x="261304" y="198120"/>
                  </a:lnTo>
                  <a:lnTo>
                    <a:pt x="252401" y="203200"/>
                  </a:lnTo>
                  <a:lnTo>
                    <a:pt x="244094" y="208280"/>
                  </a:lnTo>
                  <a:lnTo>
                    <a:pt x="282387" y="208280"/>
                  </a:lnTo>
                  <a:lnTo>
                    <a:pt x="296459" y="193040"/>
                  </a:lnTo>
                  <a:lnTo>
                    <a:pt x="309500" y="179070"/>
                  </a:lnTo>
                  <a:lnTo>
                    <a:pt x="322910" y="166370"/>
                  </a:lnTo>
                  <a:lnTo>
                    <a:pt x="324172" y="165100"/>
                  </a:lnTo>
                  <a:lnTo>
                    <a:pt x="292544" y="165100"/>
                  </a:lnTo>
                  <a:lnTo>
                    <a:pt x="282274" y="161290"/>
                  </a:lnTo>
                  <a:lnTo>
                    <a:pt x="272775" y="154940"/>
                  </a:lnTo>
                  <a:lnTo>
                    <a:pt x="254673" y="142240"/>
                  </a:lnTo>
                  <a:lnTo>
                    <a:pt x="245134" y="133350"/>
                  </a:lnTo>
                  <a:lnTo>
                    <a:pt x="216725" y="107950"/>
                  </a:lnTo>
                  <a:lnTo>
                    <a:pt x="213728" y="105410"/>
                  </a:lnTo>
                  <a:lnTo>
                    <a:pt x="209219" y="105410"/>
                  </a:lnTo>
                  <a:lnTo>
                    <a:pt x="206146" y="104140"/>
                  </a:lnTo>
                  <a:close/>
                </a:path>
                <a:path w="645795" h="582929">
                  <a:moveTo>
                    <a:pt x="252105" y="64770"/>
                  </a:moveTo>
                  <a:lnTo>
                    <a:pt x="222084" y="64770"/>
                  </a:lnTo>
                  <a:lnTo>
                    <a:pt x="239711" y="80010"/>
                  </a:lnTo>
                  <a:lnTo>
                    <a:pt x="264561" y="104140"/>
                  </a:lnTo>
                  <a:lnTo>
                    <a:pt x="288823" y="129540"/>
                  </a:lnTo>
                  <a:lnTo>
                    <a:pt x="304685" y="149860"/>
                  </a:lnTo>
                  <a:lnTo>
                    <a:pt x="304749" y="151130"/>
                  </a:lnTo>
                  <a:lnTo>
                    <a:pt x="303898" y="153670"/>
                  </a:lnTo>
                  <a:lnTo>
                    <a:pt x="292544" y="165100"/>
                  </a:lnTo>
                  <a:lnTo>
                    <a:pt x="324172" y="165100"/>
                  </a:lnTo>
                  <a:lnTo>
                    <a:pt x="349415" y="139700"/>
                  </a:lnTo>
                  <a:lnTo>
                    <a:pt x="393816" y="139700"/>
                  </a:lnTo>
                  <a:lnTo>
                    <a:pt x="383991" y="130810"/>
                  </a:lnTo>
                  <a:lnTo>
                    <a:pt x="322186" y="130810"/>
                  </a:lnTo>
                  <a:lnTo>
                    <a:pt x="304547" y="115570"/>
                  </a:lnTo>
                  <a:lnTo>
                    <a:pt x="280081" y="92710"/>
                  </a:lnTo>
                  <a:lnTo>
                    <a:pt x="255626" y="68580"/>
                  </a:lnTo>
                  <a:lnTo>
                    <a:pt x="252105" y="64770"/>
                  </a:lnTo>
                  <a:close/>
                </a:path>
                <a:path w="645795" h="582929">
                  <a:moveTo>
                    <a:pt x="304390" y="29210"/>
                  </a:moveTo>
                  <a:lnTo>
                    <a:pt x="258457" y="29210"/>
                  </a:lnTo>
                  <a:lnTo>
                    <a:pt x="263029" y="31750"/>
                  </a:lnTo>
                  <a:lnTo>
                    <a:pt x="267601" y="33020"/>
                  </a:lnTo>
                  <a:lnTo>
                    <a:pt x="331977" y="97790"/>
                  </a:lnTo>
                  <a:lnTo>
                    <a:pt x="336550" y="104140"/>
                  </a:lnTo>
                  <a:lnTo>
                    <a:pt x="336550" y="118110"/>
                  </a:lnTo>
                  <a:lnTo>
                    <a:pt x="334264" y="119380"/>
                  </a:lnTo>
                  <a:lnTo>
                    <a:pt x="322186" y="130810"/>
                  </a:lnTo>
                  <a:lnTo>
                    <a:pt x="383991" y="130810"/>
                  </a:lnTo>
                  <a:lnTo>
                    <a:pt x="379780" y="127000"/>
                  </a:lnTo>
                  <a:lnTo>
                    <a:pt x="374047" y="121920"/>
                  </a:lnTo>
                  <a:lnTo>
                    <a:pt x="368758" y="115570"/>
                  </a:lnTo>
                  <a:lnTo>
                    <a:pt x="364605" y="107950"/>
                  </a:lnTo>
                  <a:lnTo>
                    <a:pt x="362280" y="99060"/>
                  </a:lnTo>
                  <a:lnTo>
                    <a:pt x="360346" y="91440"/>
                  </a:lnTo>
                  <a:lnTo>
                    <a:pt x="356985" y="85090"/>
                  </a:lnTo>
                  <a:lnTo>
                    <a:pt x="352484" y="77470"/>
                  </a:lnTo>
                  <a:lnTo>
                    <a:pt x="347129" y="72390"/>
                  </a:lnTo>
                  <a:lnTo>
                    <a:pt x="304390" y="2921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1217" y="4171428"/>
              <a:ext cx="232895" cy="2081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454493" y="4543285"/>
              <a:ext cx="1648460" cy="600710"/>
            </a:xfrm>
            <a:custGeom>
              <a:avLst/>
              <a:gdLst/>
              <a:ahLst/>
              <a:cxnLst/>
              <a:rect l="l" t="t" r="r" b="b"/>
              <a:pathLst>
                <a:path w="1648459" h="600710">
                  <a:moveTo>
                    <a:pt x="392264" y="505663"/>
                  </a:moveTo>
                  <a:lnTo>
                    <a:pt x="364439" y="476529"/>
                  </a:lnTo>
                  <a:lnTo>
                    <a:pt x="354291" y="477520"/>
                  </a:lnTo>
                  <a:lnTo>
                    <a:pt x="344817" y="482587"/>
                  </a:lnTo>
                  <a:lnTo>
                    <a:pt x="337781" y="487502"/>
                  </a:lnTo>
                  <a:lnTo>
                    <a:pt x="336765" y="497332"/>
                  </a:lnTo>
                  <a:lnTo>
                    <a:pt x="342011" y="502907"/>
                  </a:lnTo>
                  <a:lnTo>
                    <a:pt x="347980" y="508342"/>
                  </a:lnTo>
                  <a:lnTo>
                    <a:pt x="354152" y="513524"/>
                  </a:lnTo>
                  <a:lnTo>
                    <a:pt x="367461" y="524344"/>
                  </a:lnTo>
                  <a:lnTo>
                    <a:pt x="375691" y="521322"/>
                  </a:lnTo>
                  <a:lnTo>
                    <a:pt x="382828" y="517817"/>
                  </a:lnTo>
                  <a:lnTo>
                    <a:pt x="388493" y="512902"/>
                  </a:lnTo>
                  <a:lnTo>
                    <a:pt x="392264" y="505663"/>
                  </a:lnTo>
                  <a:close/>
                </a:path>
                <a:path w="1648459" h="600710">
                  <a:moveTo>
                    <a:pt x="552462" y="391134"/>
                  </a:moveTo>
                  <a:lnTo>
                    <a:pt x="525284" y="362077"/>
                  </a:lnTo>
                  <a:lnTo>
                    <a:pt x="520788" y="365099"/>
                  </a:lnTo>
                  <a:lnTo>
                    <a:pt x="518490" y="371754"/>
                  </a:lnTo>
                  <a:lnTo>
                    <a:pt x="517804" y="380111"/>
                  </a:lnTo>
                  <a:lnTo>
                    <a:pt x="516369" y="383705"/>
                  </a:lnTo>
                  <a:lnTo>
                    <a:pt x="507784" y="388353"/>
                  </a:lnTo>
                  <a:lnTo>
                    <a:pt x="502818" y="390588"/>
                  </a:lnTo>
                  <a:lnTo>
                    <a:pt x="498805" y="395973"/>
                  </a:lnTo>
                  <a:lnTo>
                    <a:pt x="486473" y="404596"/>
                  </a:lnTo>
                  <a:lnTo>
                    <a:pt x="480606" y="407339"/>
                  </a:lnTo>
                  <a:lnTo>
                    <a:pt x="472516" y="405104"/>
                  </a:lnTo>
                  <a:lnTo>
                    <a:pt x="468071" y="404380"/>
                  </a:lnTo>
                  <a:lnTo>
                    <a:pt x="462407" y="405638"/>
                  </a:lnTo>
                  <a:lnTo>
                    <a:pt x="458012" y="408698"/>
                  </a:lnTo>
                  <a:lnTo>
                    <a:pt x="431673" y="424789"/>
                  </a:lnTo>
                  <a:lnTo>
                    <a:pt x="421919" y="430085"/>
                  </a:lnTo>
                  <a:lnTo>
                    <a:pt x="423024" y="438962"/>
                  </a:lnTo>
                  <a:lnTo>
                    <a:pt x="427278" y="446900"/>
                  </a:lnTo>
                  <a:lnTo>
                    <a:pt x="432587" y="454596"/>
                  </a:lnTo>
                  <a:lnTo>
                    <a:pt x="436880" y="462775"/>
                  </a:lnTo>
                  <a:lnTo>
                    <a:pt x="443496" y="464680"/>
                  </a:lnTo>
                  <a:lnTo>
                    <a:pt x="449414" y="465734"/>
                  </a:lnTo>
                  <a:lnTo>
                    <a:pt x="453288" y="465620"/>
                  </a:lnTo>
                  <a:lnTo>
                    <a:pt x="465137" y="463880"/>
                  </a:lnTo>
                  <a:lnTo>
                    <a:pt x="484835" y="422744"/>
                  </a:lnTo>
                  <a:lnTo>
                    <a:pt x="489419" y="418185"/>
                  </a:lnTo>
                  <a:lnTo>
                    <a:pt x="499008" y="420624"/>
                  </a:lnTo>
                  <a:lnTo>
                    <a:pt x="498525" y="440563"/>
                  </a:lnTo>
                  <a:lnTo>
                    <a:pt x="513245" y="437045"/>
                  </a:lnTo>
                  <a:lnTo>
                    <a:pt x="519176" y="427990"/>
                  </a:lnTo>
                  <a:lnTo>
                    <a:pt x="521373" y="416382"/>
                  </a:lnTo>
                  <a:lnTo>
                    <a:pt x="524878" y="405244"/>
                  </a:lnTo>
                  <a:lnTo>
                    <a:pt x="527202" y="404863"/>
                  </a:lnTo>
                  <a:lnTo>
                    <a:pt x="530491" y="403923"/>
                  </a:lnTo>
                  <a:lnTo>
                    <a:pt x="531977" y="404126"/>
                  </a:lnTo>
                  <a:lnTo>
                    <a:pt x="543572" y="402666"/>
                  </a:lnTo>
                  <a:lnTo>
                    <a:pt x="550519" y="398221"/>
                  </a:lnTo>
                  <a:lnTo>
                    <a:pt x="552462" y="391134"/>
                  </a:lnTo>
                  <a:close/>
                </a:path>
                <a:path w="1648459" h="600710">
                  <a:moveTo>
                    <a:pt x="603542" y="342519"/>
                  </a:moveTo>
                  <a:lnTo>
                    <a:pt x="601370" y="332930"/>
                  </a:lnTo>
                  <a:lnTo>
                    <a:pt x="591261" y="313042"/>
                  </a:lnTo>
                  <a:lnTo>
                    <a:pt x="588302" y="312508"/>
                  </a:lnTo>
                  <a:lnTo>
                    <a:pt x="585546" y="310502"/>
                  </a:lnTo>
                  <a:lnTo>
                    <a:pt x="580212" y="310286"/>
                  </a:lnTo>
                  <a:lnTo>
                    <a:pt x="577811" y="310718"/>
                  </a:lnTo>
                  <a:lnTo>
                    <a:pt x="574001" y="314617"/>
                  </a:lnTo>
                  <a:lnTo>
                    <a:pt x="573201" y="319112"/>
                  </a:lnTo>
                  <a:lnTo>
                    <a:pt x="571258" y="321830"/>
                  </a:lnTo>
                  <a:lnTo>
                    <a:pt x="580885" y="354304"/>
                  </a:lnTo>
                  <a:lnTo>
                    <a:pt x="580275" y="357314"/>
                  </a:lnTo>
                  <a:lnTo>
                    <a:pt x="585165" y="360438"/>
                  </a:lnTo>
                  <a:lnTo>
                    <a:pt x="588759" y="361873"/>
                  </a:lnTo>
                  <a:lnTo>
                    <a:pt x="595312" y="363829"/>
                  </a:lnTo>
                  <a:lnTo>
                    <a:pt x="601027" y="353301"/>
                  </a:lnTo>
                  <a:lnTo>
                    <a:pt x="603542" y="342519"/>
                  </a:lnTo>
                  <a:close/>
                </a:path>
                <a:path w="1648459" h="600710">
                  <a:moveTo>
                    <a:pt x="746531" y="308571"/>
                  </a:moveTo>
                  <a:lnTo>
                    <a:pt x="743508" y="287947"/>
                  </a:lnTo>
                  <a:lnTo>
                    <a:pt x="733323" y="267423"/>
                  </a:lnTo>
                  <a:lnTo>
                    <a:pt x="723379" y="253199"/>
                  </a:lnTo>
                  <a:lnTo>
                    <a:pt x="714921" y="241084"/>
                  </a:lnTo>
                  <a:lnTo>
                    <a:pt x="703834" y="230098"/>
                  </a:lnTo>
                  <a:lnTo>
                    <a:pt x="690791" y="222935"/>
                  </a:lnTo>
                  <a:lnTo>
                    <a:pt x="676402" y="220167"/>
                  </a:lnTo>
                  <a:lnTo>
                    <a:pt x="661276" y="222338"/>
                  </a:lnTo>
                  <a:lnTo>
                    <a:pt x="612635" y="239293"/>
                  </a:lnTo>
                  <a:lnTo>
                    <a:pt x="549732" y="277952"/>
                  </a:lnTo>
                  <a:lnTo>
                    <a:pt x="533450" y="289712"/>
                  </a:lnTo>
                  <a:lnTo>
                    <a:pt x="516953" y="301015"/>
                  </a:lnTo>
                  <a:lnTo>
                    <a:pt x="499351" y="310375"/>
                  </a:lnTo>
                  <a:lnTo>
                    <a:pt x="479412" y="316445"/>
                  </a:lnTo>
                  <a:lnTo>
                    <a:pt x="475919" y="316445"/>
                  </a:lnTo>
                  <a:lnTo>
                    <a:pt x="470420" y="321640"/>
                  </a:lnTo>
                  <a:lnTo>
                    <a:pt x="297281" y="442582"/>
                  </a:lnTo>
                  <a:lnTo>
                    <a:pt x="273227" y="468325"/>
                  </a:lnTo>
                  <a:lnTo>
                    <a:pt x="267195" y="474484"/>
                  </a:lnTo>
                  <a:lnTo>
                    <a:pt x="260591" y="479806"/>
                  </a:lnTo>
                  <a:lnTo>
                    <a:pt x="220929" y="508165"/>
                  </a:lnTo>
                  <a:lnTo>
                    <a:pt x="206146" y="521512"/>
                  </a:lnTo>
                  <a:lnTo>
                    <a:pt x="194094" y="538200"/>
                  </a:lnTo>
                  <a:lnTo>
                    <a:pt x="183870" y="545960"/>
                  </a:lnTo>
                  <a:lnTo>
                    <a:pt x="178574" y="556044"/>
                  </a:lnTo>
                  <a:lnTo>
                    <a:pt x="176491" y="567563"/>
                  </a:lnTo>
                  <a:lnTo>
                    <a:pt x="175933" y="579615"/>
                  </a:lnTo>
                  <a:lnTo>
                    <a:pt x="176517" y="591223"/>
                  </a:lnTo>
                  <a:lnTo>
                    <a:pt x="176555" y="591947"/>
                  </a:lnTo>
                  <a:lnTo>
                    <a:pt x="177685" y="600214"/>
                  </a:lnTo>
                  <a:lnTo>
                    <a:pt x="208838" y="600214"/>
                  </a:lnTo>
                  <a:lnTo>
                    <a:pt x="205854" y="591223"/>
                  </a:lnTo>
                  <a:lnTo>
                    <a:pt x="205346" y="581317"/>
                  </a:lnTo>
                  <a:lnTo>
                    <a:pt x="224624" y="544779"/>
                  </a:lnTo>
                  <a:lnTo>
                    <a:pt x="254330" y="517842"/>
                  </a:lnTo>
                  <a:lnTo>
                    <a:pt x="261048" y="513435"/>
                  </a:lnTo>
                  <a:lnTo>
                    <a:pt x="267716" y="508952"/>
                  </a:lnTo>
                  <a:lnTo>
                    <a:pt x="298602" y="484670"/>
                  </a:lnTo>
                  <a:lnTo>
                    <a:pt x="309054" y="467017"/>
                  </a:lnTo>
                  <a:lnTo>
                    <a:pt x="316725" y="463003"/>
                  </a:lnTo>
                  <a:lnTo>
                    <a:pt x="481088" y="348195"/>
                  </a:lnTo>
                  <a:lnTo>
                    <a:pt x="485762" y="343585"/>
                  </a:lnTo>
                  <a:lnTo>
                    <a:pt x="491998" y="343166"/>
                  </a:lnTo>
                  <a:lnTo>
                    <a:pt x="509879" y="337616"/>
                  </a:lnTo>
                  <a:lnTo>
                    <a:pt x="525957" y="328904"/>
                  </a:lnTo>
                  <a:lnTo>
                    <a:pt x="541058" y="318439"/>
                  </a:lnTo>
                  <a:lnTo>
                    <a:pt x="556018" y="307581"/>
                  </a:lnTo>
                  <a:lnTo>
                    <a:pt x="595604" y="279920"/>
                  </a:lnTo>
                  <a:lnTo>
                    <a:pt x="640930" y="260616"/>
                  </a:lnTo>
                  <a:lnTo>
                    <a:pt x="670966" y="253199"/>
                  </a:lnTo>
                  <a:lnTo>
                    <a:pt x="683006" y="255803"/>
                  </a:lnTo>
                  <a:lnTo>
                    <a:pt x="693686" y="262801"/>
                  </a:lnTo>
                  <a:lnTo>
                    <a:pt x="703694" y="273710"/>
                  </a:lnTo>
                  <a:lnTo>
                    <a:pt x="710730" y="287401"/>
                  </a:lnTo>
                  <a:lnTo>
                    <a:pt x="713397" y="301015"/>
                  </a:lnTo>
                  <a:lnTo>
                    <a:pt x="712978" y="314706"/>
                  </a:lnTo>
                  <a:lnTo>
                    <a:pt x="710806" y="328904"/>
                  </a:lnTo>
                  <a:lnTo>
                    <a:pt x="711352" y="335153"/>
                  </a:lnTo>
                  <a:lnTo>
                    <a:pt x="703986" y="341541"/>
                  </a:lnTo>
                  <a:lnTo>
                    <a:pt x="699325" y="346151"/>
                  </a:lnTo>
                  <a:lnTo>
                    <a:pt x="696150" y="350951"/>
                  </a:lnTo>
                  <a:lnTo>
                    <a:pt x="690537" y="352285"/>
                  </a:lnTo>
                  <a:lnTo>
                    <a:pt x="346379" y="595274"/>
                  </a:lnTo>
                  <a:lnTo>
                    <a:pt x="338734" y="600214"/>
                  </a:lnTo>
                  <a:lnTo>
                    <a:pt x="381685" y="600214"/>
                  </a:lnTo>
                  <a:lnTo>
                    <a:pt x="518718" y="504964"/>
                  </a:lnTo>
                  <a:lnTo>
                    <a:pt x="558342" y="478548"/>
                  </a:lnTo>
                  <a:lnTo>
                    <a:pt x="637298" y="424561"/>
                  </a:lnTo>
                  <a:lnTo>
                    <a:pt x="716775" y="369214"/>
                  </a:lnTo>
                  <a:lnTo>
                    <a:pt x="743915" y="329209"/>
                  </a:lnTo>
                  <a:lnTo>
                    <a:pt x="746531" y="308571"/>
                  </a:lnTo>
                  <a:close/>
                </a:path>
                <a:path w="1648459" h="600710">
                  <a:moveTo>
                    <a:pt x="1006754" y="60921"/>
                  </a:moveTo>
                  <a:lnTo>
                    <a:pt x="1005484" y="54292"/>
                  </a:lnTo>
                  <a:lnTo>
                    <a:pt x="1005420" y="53949"/>
                  </a:lnTo>
                  <a:lnTo>
                    <a:pt x="1001890" y="47155"/>
                  </a:lnTo>
                  <a:lnTo>
                    <a:pt x="997496" y="40640"/>
                  </a:lnTo>
                  <a:lnTo>
                    <a:pt x="993178" y="34036"/>
                  </a:lnTo>
                  <a:lnTo>
                    <a:pt x="989190" y="28244"/>
                  </a:lnTo>
                  <a:lnTo>
                    <a:pt x="984707" y="22555"/>
                  </a:lnTo>
                  <a:lnTo>
                    <a:pt x="973531" y="12141"/>
                  </a:lnTo>
                  <a:lnTo>
                    <a:pt x="964653" y="6337"/>
                  </a:lnTo>
                  <a:lnTo>
                    <a:pt x="964653" y="63563"/>
                  </a:lnTo>
                  <a:lnTo>
                    <a:pt x="964006" y="72161"/>
                  </a:lnTo>
                  <a:lnTo>
                    <a:pt x="961326" y="79971"/>
                  </a:lnTo>
                  <a:lnTo>
                    <a:pt x="956310" y="86893"/>
                  </a:lnTo>
                  <a:lnTo>
                    <a:pt x="950239" y="92240"/>
                  </a:lnTo>
                  <a:lnTo>
                    <a:pt x="944245" y="97688"/>
                  </a:lnTo>
                  <a:lnTo>
                    <a:pt x="938136" y="102984"/>
                  </a:lnTo>
                  <a:lnTo>
                    <a:pt x="931760" y="107861"/>
                  </a:lnTo>
                  <a:lnTo>
                    <a:pt x="897458" y="131826"/>
                  </a:lnTo>
                  <a:lnTo>
                    <a:pt x="887615" y="119227"/>
                  </a:lnTo>
                  <a:lnTo>
                    <a:pt x="879157" y="107861"/>
                  </a:lnTo>
                  <a:lnTo>
                    <a:pt x="872121" y="96558"/>
                  </a:lnTo>
                  <a:lnTo>
                    <a:pt x="872032" y="96405"/>
                  </a:lnTo>
                  <a:lnTo>
                    <a:pt x="871753" y="95961"/>
                  </a:lnTo>
                  <a:lnTo>
                    <a:pt x="897153" y="57378"/>
                  </a:lnTo>
                  <a:lnTo>
                    <a:pt x="931405" y="36245"/>
                  </a:lnTo>
                  <a:lnTo>
                    <a:pt x="941031" y="34036"/>
                  </a:lnTo>
                  <a:lnTo>
                    <a:pt x="950709" y="37160"/>
                  </a:lnTo>
                  <a:lnTo>
                    <a:pt x="958786" y="44335"/>
                  </a:lnTo>
                  <a:lnTo>
                    <a:pt x="963612" y="54292"/>
                  </a:lnTo>
                  <a:lnTo>
                    <a:pt x="964653" y="63563"/>
                  </a:lnTo>
                  <a:lnTo>
                    <a:pt x="964653" y="6337"/>
                  </a:lnTo>
                  <a:lnTo>
                    <a:pt x="961351" y="4165"/>
                  </a:lnTo>
                  <a:lnTo>
                    <a:pt x="947953" y="0"/>
                  </a:lnTo>
                  <a:lnTo>
                    <a:pt x="933069" y="1054"/>
                  </a:lnTo>
                  <a:lnTo>
                    <a:pt x="886510" y="20510"/>
                  </a:lnTo>
                  <a:lnTo>
                    <a:pt x="879081" y="26797"/>
                  </a:lnTo>
                  <a:lnTo>
                    <a:pt x="871105" y="32245"/>
                  </a:lnTo>
                  <a:lnTo>
                    <a:pt x="862926" y="37350"/>
                  </a:lnTo>
                  <a:lnTo>
                    <a:pt x="854862" y="42621"/>
                  </a:lnTo>
                  <a:lnTo>
                    <a:pt x="837857" y="55079"/>
                  </a:lnTo>
                  <a:lnTo>
                    <a:pt x="820597" y="67348"/>
                  </a:lnTo>
                  <a:lnTo>
                    <a:pt x="802259" y="77698"/>
                  </a:lnTo>
                  <a:lnTo>
                    <a:pt x="781989" y="84391"/>
                  </a:lnTo>
                  <a:lnTo>
                    <a:pt x="779614" y="84709"/>
                  </a:lnTo>
                  <a:lnTo>
                    <a:pt x="776058" y="87185"/>
                  </a:lnTo>
                  <a:lnTo>
                    <a:pt x="763854" y="95402"/>
                  </a:lnTo>
                  <a:lnTo>
                    <a:pt x="750671" y="100647"/>
                  </a:lnTo>
                  <a:lnTo>
                    <a:pt x="736828" y="103924"/>
                  </a:lnTo>
                  <a:lnTo>
                    <a:pt x="696963" y="110553"/>
                  </a:lnTo>
                  <a:lnTo>
                    <a:pt x="684352" y="112877"/>
                  </a:lnTo>
                  <a:lnTo>
                    <a:pt x="671741" y="115557"/>
                  </a:lnTo>
                  <a:lnTo>
                    <a:pt x="663359" y="117614"/>
                  </a:lnTo>
                  <a:lnTo>
                    <a:pt x="655091" y="119227"/>
                  </a:lnTo>
                  <a:lnTo>
                    <a:pt x="646747" y="119646"/>
                  </a:lnTo>
                  <a:lnTo>
                    <a:pt x="638187" y="118160"/>
                  </a:lnTo>
                  <a:lnTo>
                    <a:pt x="631990" y="117309"/>
                  </a:lnTo>
                  <a:lnTo>
                    <a:pt x="625665" y="118033"/>
                  </a:lnTo>
                  <a:lnTo>
                    <a:pt x="619379" y="120205"/>
                  </a:lnTo>
                  <a:lnTo>
                    <a:pt x="613321" y="123698"/>
                  </a:lnTo>
                  <a:lnTo>
                    <a:pt x="576605" y="149313"/>
                  </a:lnTo>
                  <a:lnTo>
                    <a:pt x="570928" y="152984"/>
                  </a:lnTo>
                  <a:lnTo>
                    <a:pt x="565048" y="156324"/>
                  </a:lnTo>
                  <a:lnTo>
                    <a:pt x="559346" y="158813"/>
                  </a:lnTo>
                  <a:lnTo>
                    <a:pt x="548144" y="161366"/>
                  </a:lnTo>
                  <a:lnTo>
                    <a:pt x="537908" y="165798"/>
                  </a:lnTo>
                  <a:lnTo>
                    <a:pt x="528307" y="171500"/>
                  </a:lnTo>
                  <a:lnTo>
                    <a:pt x="519023" y="177850"/>
                  </a:lnTo>
                  <a:lnTo>
                    <a:pt x="162560" y="427964"/>
                  </a:lnTo>
                  <a:lnTo>
                    <a:pt x="119240" y="458101"/>
                  </a:lnTo>
                  <a:lnTo>
                    <a:pt x="75222" y="487857"/>
                  </a:lnTo>
                  <a:lnTo>
                    <a:pt x="36004" y="522084"/>
                  </a:lnTo>
                  <a:lnTo>
                    <a:pt x="7137" y="562787"/>
                  </a:lnTo>
                  <a:lnTo>
                    <a:pt x="101" y="596493"/>
                  </a:lnTo>
                  <a:lnTo>
                    <a:pt x="0" y="597877"/>
                  </a:lnTo>
                  <a:lnTo>
                    <a:pt x="368" y="600214"/>
                  </a:lnTo>
                  <a:lnTo>
                    <a:pt x="30022" y="600214"/>
                  </a:lnTo>
                  <a:lnTo>
                    <a:pt x="29591" y="596493"/>
                  </a:lnTo>
                  <a:lnTo>
                    <a:pt x="31559" y="585025"/>
                  </a:lnTo>
                  <a:lnTo>
                    <a:pt x="57480" y="543052"/>
                  </a:lnTo>
                  <a:lnTo>
                    <a:pt x="86207" y="516788"/>
                  </a:lnTo>
                  <a:lnTo>
                    <a:pt x="530072" y="206743"/>
                  </a:lnTo>
                  <a:lnTo>
                    <a:pt x="566534" y="187807"/>
                  </a:lnTo>
                  <a:lnTo>
                    <a:pt x="576605" y="183730"/>
                  </a:lnTo>
                  <a:lnTo>
                    <a:pt x="585965" y="178447"/>
                  </a:lnTo>
                  <a:lnTo>
                    <a:pt x="594474" y="172300"/>
                  </a:lnTo>
                  <a:lnTo>
                    <a:pt x="602043" y="165595"/>
                  </a:lnTo>
                  <a:lnTo>
                    <a:pt x="620090" y="153187"/>
                  </a:lnTo>
                  <a:lnTo>
                    <a:pt x="639038" y="144183"/>
                  </a:lnTo>
                  <a:lnTo>
                    <a:pt x="658710" y="138341"/>
                  </a:lnTo>
                  <a:lnTo>
                    <a:pt x="678954" y="135420"/>
                  </a:lnTo>
                  <a:lnTo>
                    <a:pt x="701497" y="133388"/>
                  </a:lnTo>
                  <a:lnTo>
                    <a:pt x="723823" y="130543"/>
                  </a:lnTo>
                  <a:lnTo>
                    <a:pt x="746226" y="128155"/>
                  </a:lnTo>
                  <a:lnTo>
                    <a:pt x="768972" y="127520"/>
                  </a:lnTo>
                  <a:lnTo>
                    <a:pt x="775792" y="127927"/>
                  </a:lnTo>
                  <a:lnTo>
                    <a:pt x="776579" y="127520"/>
                  </a:lnTo>
                  <a:lnTo>
                    <a:pt x="783463" y="123926"/>
                  </a:lnTo>
                  <a:lnTo>
                    <a:pt x="789571" y="119646"/>
                  </a:lnTo>
                  <a:lnTo>
                    <a:pt x="797902" y="114973"/>
                  </a:lnTo>
                  <a:lnTo>
                    <a:pt x="813638" y="104305"/>
                  </a:lnTo>
                  <a:lnTo>
                    <a:pt x="822464" y="99275"/>
                  </a:lnTo>
                  <a:lnTo>
                    <a:pt x="829132" y="96558"/>
                  </a:lnTo>
                  <a:lnTo>
                    <a:pt x="835152" y="96405"/>
                  </a:lnTo>
                  <a:lnTo>
                    <a:pt x="840574" y="98907"/>
                  </a:lnTo>
                  <a:lnTo>
                    <a:pt x="845464" y="104152"/>
                  </a:lnTo>
                  <a:lnTo>
                    <a:pt x="878573" y="151549"/>
                  </a:lnTo>
                  <a:lnTo>
                    <a:pt x="868260" y="165214"/>
                  </a:lnTo>
                  <a:lnTo>
                    <a:pt x="857783" y="179349"/>
                  </a:lnTo>
                  <a:lnTo>
                    <a:pt x="846632" y="193205"/>
                  </a:lnTo>
                  <a:lnTo>
                    <a:pt x="834288" y="206032"/>
                  </a:lnTo>
                  <a:lnTo>
                    <a:pt x="826744" y="216890"/>
                  </a:lnTo>
                  <a:lnTo>
                    <a:pt x="822413" y="228434"/>
                  </a:lnTo>
                  <a:lnTo>
                    <a:pt x="820559" y="240690"/>
                  </a:lnTo>
                  <a:lnTo>
                    <a:pt x="820458" y="253644"/>
                  </a:lnTo>
                  <a:lnTo>
                    <a:pt x="820826" y="262661"/>
                  </a:lnTo>
                  <a:lnTo>
                    <a:pt x="821410" y="272110"/>
                  </a:lnTo>
                  <a:lnTo>
                    <a:pt x="821931" y="281838"/>
                  </a:lnTo>
                  <a:lnTo>
                    <a:pt x="822134" y="291680"/>
                  </a:lnTo>
                  <a:lnTo>
                    <a:pt x="822071" y="296202"/>
                  </a:lnTo>
                  <a:lnTo>
                    <a:pt x="821969" y="303555"/>
                  </a:lnTo>
                  <a:lnTo>
                    <a:pt x="819772" y="314769"/>
                  </a:lnTo>
                  <a:lnTo>
                    <a:pt x="815060" y="325526"/>
                  </a:lnTo>
                  <a:lnTo>
                    <a:pt x="807364" y="336016"/>
                  </a:lnTo>
                  <a:lnTo>
                    <a:pt x="802106" y="342468"/>
                  </a:lnTo>
                  <a:lnTo>
                    <a:pt x="797013" y="348805"/>
                  </a:lnTo>
                  <a:lnTo>
                    <a:pt x="792480" y="355231"/>
                  </a:lnTo>
                  <a:lnTo>
                    <a:pt x="788898" y="361975"/>
                  </a:lnTo>
                  <a:lnTo>
                    <a:pt x="782904" y="371132"/>
                  </a:lnTo>
                  <a:lnTo>
                    <a:pt x="776351" y="378929"/>
                  </a:lnTo>
                  <a:lnTo>
                    <a:pt x="768959" y="385851"/>
                  </a:lnTo>
                  <a:lnTo>
                    <a:pt x="760425" y="392341"/>
                  </a:lnTo>
                  <a:lnTo>
                    <a:pt x="750735" y="399110"/>
                  </a:lnTo>
                  <a:lnTo>
                    <a:pt x="747890" y="402450"/>
                  </a:lnTo>
                  <a:lnTo>
                    <a:pt x="737412" y="415925"/>
                  </a:lnTo>
                  <a:lnTo>
                    <a:pt x="724827" y="426834"/>
                  </a:lnTo>
                  <a:lnTo>
                    <a:pt x="711047" y="436384"/>
                  </a:lnTo>
                  <a:lnTo>
                    <a:pt x="697026" y="445757"/>
                  </a:lnTo>
                  <a:lnTo>
                    <a:pt x="647954" y="481050"/>
                  </a:lnTo>
                  <a:lnTo>
                    <a:pt x="624395" y="499478"/>
                  </a:lnTo>
                  <a:lnTo>
                    <a:pt x="602310" y="519798"/>
                  </a:lnTo>
                  <a:lnTo>
                    <a:pt x="596265" y="525513"/>
                  </a:lnTo>
                  <a:lnTo>
                    <a:pt x="589622" y="530923"/>
                  </a:lnTo>
                  <a:lnTo>
                    <a:pt x="582587" y="536117"/>
                  </a:lnTo>
                  <a:lnTo>
                    <a:pt x="490880" y="600214"/>
                  </a:lnTo>
                  <a:lnTo>
                    <a:pt x="541515" y="600214"/>
                  </a:lnTo>
                  <a:lnTo>
                    <a:pt x="589318" y="566839"/>
                  </a:lnTo>
                  <a:lnTo>
                    <a:pt x="625957" y="538657"/>
                  </a:lnTo>
                  <a:lnTo>
                    <a:pt x="643267" y="523087"/>
                  </a:lnTo>
                  <a:lnTo>
                    <a:pt x="660920" y="508304"/>
                  </a:lnTo>
                  <a:lnTo>
                    <a:pt x="679043" y="494169"/>
                  </a:lnTo>
                  <a:lnTo>
                    <a:pt x="697814" y="480580"/>
                  </a:lnTo>
                  <a:lnTo>
                    <a:pt x="720852" y="465226"/>
                  </a:lnTo>
                  <a:lnTo>
                    <a:pt x="744054" y="449414"/>
                  </a:lnTo>
                  <a:lnTo>
                    <a:pt x="765733" y="431457"/>
                  </a:lnTo>
                  <a:lnTo>
                    <a:pt x="784263" y="409702"/>
                  </a:lnTo>
                  <a:lnTo>
                    <a:pt x="797191" y="401345"/>
                  </a:lnTo>
                  <a:lnTo>
                    <a:pt x="807224" y="390385"/>
                  </a:lnTo>
                  <a:lnTo>
                    <a:pt x="816178" y="378218"/>
                  </a:lnTo>
                  <a:lnTo>
                    <a:pt x="825881" y="366229"/>
                  </a:lnTo>
                  <a:lnTo>
                    <a:pt x="842238" y="344563"/>
                  </a:lnTo>
                  <a:lnTo>
                    <a:pt x="853198" y="321322"/>
                  </a:lnTo>
                  <a:lnTo>
                    <a:pt x="857681" y="296202"/>
                  </a:lnTo>
                  <a:lnTo>
                    <a:pt x="854684" y="268935"/>
                  </a:lnTo>
                  <a:lnTo>
                    <a:pt x="854100" y="268109"/>
                  </a:lnTo>
                  <a:lnTo>
                    <a:pt x="854938" y="267525"/>
                  </a:lnTo>
                  <a:lnTo>
                    <a:pt x="853719" y="265785"/>
                  </a:lnTo>
                  <a:lnTo>
                    <a:pt x="854252" y="249262"/>
                  </a:lnTo>
                  <a:lnTo>
                    <a:pt x="858164" y="233705"/>
                  </a:lnTo>
                  <a:lnTo>
                    <a:pt x="865759" y="219227"/>
                  </a:lnTo>
                  <a:lnTo>
                    <a:pt x="877366" y="206032"/>
                  </a:lnTo>
                  <a:lnTo>
                    <a:pt x="881481" y="200545"/>
                  </a:lnTo>
                  <a:lnTo>
                    <a:pt x="887234" y="193941"/>
                  </a:lnTo>
                  <a:lnTo>
                    <a:pt x="891895" y="189331"/>
                  </a:lnTo>
                  <a:lnTo>
                    <a:pt x="906729" y="173177"/>
                  </a:lnTo>
                  <a:lnTo>
                    <a:pt x="921143" y="156972"/>
                  </a:lnTo>
                  <a:lnTo>
                    <a:pt x="936510" y="141795"/>
                  </a:lnTo>
                  <a:lnTo>
                    <a:pt x="950074" y="131826"/>
                  </a:lnTo>
                  <a:lnTo>
                    <a:pt x="954239" y="128765"/>
                  </a:lnTo>
                  <a:lnTo>
                    <a:pt x="968921" y="117106"/>
                  </a:lnTo>
                  <a:lnTo>
                    <a:pt x="981151" y="103479"/>
                  </a:lnTo>
                  <a:lnTo>
                    <a:pt x="991971" y="88861"/>
                  </a:lnTo>
                  <a:lnTo>
                    <a:pt x="1002449" y="74256"/>
                  </a:lnTo>
                  <a:lnTo>
                    <a:pt x="1005789" y="67792"/>
                  </a:lnTo>
                  <a:lnTo>
                    <a:pt x="1006754" y="60921"/>
                  </a:lnTo>
                  <a:close/>
                </a:path>
                <a:path w="1648459" h="600710">
                  <a:moveTo>
                    <a:pt x="1648282" y="384314"/>
                  </a:moveTo>
                  <a:lnTo>
                    <a:pt x="1648155" y="379234"/>
                  </a:lnTo>
                  <a:lnTo>
                    <a:pt x="1648028" y="374154"/>
                  </a:lnTo>
                  <a:lnTo>
                    <a:pt x="1647901" y="369074"/>
                  </a:lnTo>
                  <a:lnTo>
                    <a:pt x="1647786" y="363994"/>
                  </a:lnTo>
                  <a:lnTo>
                    <a:pt x="1647659" y="358914"/>
                  </a:lnTo>
                  <a:lnTo>
                    <a:pt x="1647532" y="353834"/>
                  </a:lnTo>
                  <a:lnTo>
                    <a:pt x="1645424" y="322084"/>
                  </a:lnTo>
                  <a:lnTo>
                    <a:pt x="1635785" y="261124"/>
                  </a:lnTo>
                  <a:lnTo>
                    <a:pt x="1611591" y="225729"/>
                  </a:lnTo>
                  <a:lnTo>
                    <a:pt x="1611591" y="344944"/>
                  </a:lnTo>
                  <a:lnTo>
                    <a:pt x="1611566" y="374154"/>
                  </a:lnTo>
                  <a:lnTo>
                    <a:pt x="1611452" y="380504"/>
                  </a:lnTo>
                  <a:lnTo>
                    <a:pt x="1609737" y="391934"/>
                  </a:lnTo>
                  <a:lnTo>
                    <a:pt x="1606765" y="403364"/>
                  </a:lnTo>
                  <a:lnTo>
                    <a:pt x="1602943" y="416064"/>
                  </a:lnTo>
                  <a:lnTo>
                    <a:pt x="1598726" y="431304"/>
                  </a:lnTo>
                  <a:lnTo>
                    <a:pt x="1590344" y="426224"/>
                  </a:lnTo>
                  <a:lnTo>
                    <a:pt x="1583093" y="421144"/>
                  </a:lnTo>
                  <a:lnTo>
                    <a:pt x="1576654" y="414794"/>
                  </a:lnTo>
                  <a:lnTo>
                    <a:pt x="1570723" y="409714"/>
                  </a:lnTo>
                  <a:lnTo>
                    <a:pt x="1570609" y="466864"/>
                  </a:lnTo>
                  <a:lnTo>
                    <a:pt x="1566633" y="479564"/>
                  </a:lnTo>
                  <a:lnTo>
                    <a:pt x="1565160" y="482104"/>
                  </a:lnTo>
                  <a:lnTo>
                    <a:pt x="1564957" y="485914"/>
                  </a:lnTo>
                  <a:lnTo>
                    <a:pt x="1563484" y="488454"/>
                  </a:lnTo>
                  <a:lnTo>
                    <a:pt x="1554187" y="492264"/>
                  </a:lnTo>
                  <a:lnTo>
                    <a:pt x="1551292" y="485914"/>
                  </a:lnTo>
                  <a:lnTo>
                    <a:pt x="1545412" y="483374"/>
                  </a:lnTo>
                  <a:lnTo>
                    <a:pt x="1538097" y="478066"/>
                  </a:lnTo>
                  <a:lnTo>
                    <a:pt x="1538097" y="516394"/>
                  </a:lnTo>
                  <a:lnTo>
                    <a:pt x="1517891" y="527824"/>
                  </a:lnTo>
                  <a:lnTo>
                    <a:pt x="1499311" y="537984"/>
                  </a:lnTo>
                  <a:lnTo>
                    <a:pt x="1481670" y="546874"/>
                  </a:lnTo>
                  <a:lnTo>
                    <a:pt x="1464348" y="554494"/>
                  </a:lnTo>
                  <a:lnTo>
                    <a:pt x="1450797" y="557034"/>
                  </a:lnTo>
                  <a:lnTo>
                    <a:pt x="1444142" y="557034"/>
                  </a:lnTo>
                  <a:lnTo>
                    <a:pt x="1437855" y="558304"/>
                  </a:lnTo>
                  <a:lnTo>
                    <a:pt x="1415084" y="558304"/>
                  </a:lnTo>
                  <a:lnTo>
                    <a:pt x="1392720" y="557034"/>
                  </a:lnTo>
                  <a:lnTo>
                    <a:pt x="1370711" y="553224"/>
                  </a:lnTo>
                  <a:lnTo>
                    <a:pt x="1349006" y="546874"/>
                  </a:lnTo>
                  <a:lnTo>
                    <a:pt x="1319390" y="539254"/>
                  </a:lnTo>
                  <a:lnTo>
                    <a:pt x="1288186" y="529094"/>
                  </a:lnTo>
                  <a:lnTo>
                    <a:pt x="1269631" y="521474"/>
                  </a:lnTo>
                  <a:lnTo>
                    <a:pt x="1252385" y="510044"/>
                  </a:lnTo>
                  <a:lnTo>
                    <a:pt x="1235621" y="497344"/>
                  </a:lnTo>
                  <a:lnTo>
                    <a:pt x="1218577" y="485914"/>
                  </a:lnTo>
                  <a:lnTo>
                    <a:pt x="1215478" y="483374"/>
                  </a:lnTo>
                  <a:lnTo>
                    <a:pt x="1214628" y="478294"/>
                  </a:lnTo>
                  <a:lnTo>
                    <a:pt x="1211326" y="474484"/>
                  </a:lnTo>
                  <a:lnTo>
                    <a:pt x="1188135" y="408444"/>
                  </a:lnTo>
                  <a:lnTo>
                    <a:pt x="1178839" y="339864"/>
                  </a:lnTo>
                  <a:lnTo>
                    <a:pt x="1178661" y="334784"/>
                  </a:lnTo>
                  <a:lnTo>
                    <a:pt x="1178572" y="332244"/>
                  </a:lnTo>
                  <a:lnTo>
                    <a:pt x="1178712" y="330974"/>
                  </a:lnTo>
                  <a:lnTo>
                    <a:pt x="1179385" y="324624"/>
                  </a:lnTo>
                  <a:lnTo>
                    <a:pt x="1180490" y="317004"/>
                  </a:lnTo>
                  <a:lnTo>
                    <a:pt x="1180922" y="310654"/>
                  </a:lnTo>
                  <a:lnTo>
                    <a:pt x="1181011" y="309384"/>
                  </a:lnTo>
                  <a:lnTo>
                    <a:pt x="1181100" y="308114"/>
                  </a:lnTo>
                  <a:lnTo>
                    <a:pt x="1218196" y="320814"/>
                  </a:lnTo>
                  <a:lnTo>
                    <a:pt x="1246581" y="338594"/>
                  </a:lnTo>
                  <a:lnTo>
                    <a:pt x="1256512" y="342404"/>
                  </a:lnTo>
                  <a:lnTo>
                    <a:pt x="1267117" y="347484"/>
                  </a:lnTo>
                  <a:lnTo>
                    <a:pt x="1274089" y="350024"/>
                  </a:lnTo>
                  <a:lnTo>
                    <a:pt x="1280833" y="352564"/>
                  </a:lnTo>
                  <a:lnTo>
                    <a:pt x="1287170" y="357644"/>
                  </a:lnTo>
                  <a:lnTo>
                    <a:pt x="1292948" y="361454"/>
                  </a:lnTo>
                  <a:lnTo>
                    <a:pt x="1309395" y="374154"/>
                  </a:lnTo>
                  <a:lnTo>
                    <a:pt x="1325613" y="385584"/>
                  </a:lnTo>
                  <a:lnTo>
                    <a:pt x="1342555" y="395744"/>
                  </a:lnTo>
                  <a:lnTo>
                    <a:pt x="1361224" y="403364"/>
                  </a:lnTo>
                  <a:lnTo>
                    <a:pt x="1372539" y="408444"/>
                  </a:lnTo>
                  <a:lnTo>
                    <a:pt x="1383487" y="417334"/>
                  </a:lnTo>
                  <a:lnTo>
                    <a:pt x="1407642" y="433844"/>
                  </a:lnTo>
                  <a:lnTo>
                    <a:pt x="1420647" y="440194"/>
                  </a:lnTo>
                  <a:lnTo>
                    <a:pt x="1435125" y="445274"/>
                  </a:lnTo>
                  <a:lnTo>
                    <a:pt x="1438630" y="445274"/>
                  </a:lnTo>
                  <a:lnTo>
                    <a:pt x="1538097" y="516394"/>
                  </a:lnTo>
                  <a:lnTo>
                    <a:pt x="1538097" y="478066"/>
                  </a:lnTo>
                  <a:lnTo>
                    <a:pt x="1468462" y="427494"/>
                  </a:lnTo>
                  <a:lnTo>
                    <a:pt x="1460106" y="421144"/>
                  </a:lnTo>
                  <a:lnTo>
                    <a:pt x="1451698" y="416064"/>
                  </a:lnTo>
                  <a:lnTo>
                    <a:pt x="1442796" y="412254"/>
                  </a:lnTo>
                  <a:lnTo>
                    <a:pt x="1432966" y="409714"/>
                  </a:lnTo>
                  <a:lnTo>
                    <a:pt x="1425714" y="407174"/>
                  </a:lnTo>
                  <a:lnTo>
                    <a:pt x="1418983" y="404634"/>
                  </a:lnTo>
                  <a:lnTo>
                    <a:pt x="1412621" y="400824"/>
                  </a:lnTo>
                  <a:lnTo>
                    <a:pt x="1406436" y="397014"/>
                  </a:lnTo>
                  <a:lnTo>
                    <a:pt x="1379651" y="379234"/>
                  </a:lnTo>
                  <a:lnTo>
                    <a:pt x="1365935" y="370344"/>
                  </a:lnTo>
                  <a:lnTo>
                    <a:pt x="1351407" y="363994"/>
                  </a:lnTo>
                  <a:lnTo>
                    <a:pt x="1341272" y="360184"/>
                  </a:lnTo>
                  <a:lnTo>
                    <a:pt x="1331899" y="353834"/>
                  </a:lnTo>
                  <a:lnTo>
                    <a:pt x="1313802" y="338594"/>
                  </a:lnTo>
                  <a:lnTo>
                    <a:pt x="1302321" y="332244"/>
                  </a:lnTo>
                  <a:lnTo>
                    <a:pt x="1291145" y="324624"/>
                  </a:lnTo>
                  <a:lnTo>
                    <a:pt x="1279499" y="319544"/>
                  </a:lnTo>
                  <a:lnTo>
                    <a:pt x="1266583" y="315734"/>
                  </a:lnTo>
                  <a:lnTo>
                    <a:pt x="1260957" y="314464"/>
                  </a:lnTo>
                  <a:lnTo>
                    <a:pt x="1256538" y="309384"/>
                  </a:lnTo>
                  <a:lnTo>
                    <a:pt x="1251775" y="308114"/>
                  </a:lnTo>
                  <a:lnTo>
                    <a:pt x="1239697" y="301764"/>
                  </a:lnTo>
                  <a:lnTo>
                    <a:pt x="1228178" y="296684"/>
                  </a:lnTo>
                  <a:lnTo>
                    <a:pt x="1216837" y="290334"/>
                  </a:lnTo>
                  <a:lnTo>
                    <a:pt x="1205255" y="283984"/>
                  </a:lnTo>
                  <a:lnTo>
                    <a:pt x="1193939" y="275094"/>
                  </a:lnTo>
                  <a:lnTo>
                    <a:pt x="1195324" y="267474"/>
                  </a:lnTo>
                  <a:lnTo>
                    <a:pt x="1197000" y="261124"/>
                  </a:lnTo>
                  <a:lnTo>
                    <a:pt x="1200708" y="256044"/>
                  </a:lnTo>
                  <a:lnTo>
                    <a:pt x="1214437" y="257314"/>
                  </a:lnTo>
                  <a:lnTo>
                    <a:pt x="1274064" y="270014"/>
                  </a:lnTo>
                  <a:lnTo>
                    <a:pt x="1324356" y="291604"/>
                  </a:lnTo>
                  <a:lnTo>
                    <a:pt x="1334338" y="297954"/>
                  </a:lnTo>
                  <a:lnTo>
                    <a:pt x="1338199" y="299224"/>
                  </a:lnTo>
                  <a:lnTo>
                    <a:pt x="1374114" y="317004"/>
                  </a:lnTo>
                  <a:lnTo>
                    <a:pt x="1394104" y="332244"/>
                  </a:lnTo>
                  <a:lnTo>
                    <a:pt x="1404213" y="338594"/>
                  </a:lnTo>
                  <a:lnTo>
                    <a:pt x="1415148" y="344944"/>
                  </a:lnTo>
                  <a:lnTo>
                    <a:pt x="1426819" y="348754"/>
                  </a:lnTo>
                  <a:lnTo>
                    <a:pt x="1433131" y="351294"/>
                  </a:lnTo>
                  <a:lnTo>
                    <a:pt x="1439087" y="355104"/>
                  </a:lnTo>
                  <a:lnTo>
                    <a:pt x="1444955" y="358914"/>
                  </a:lnTo>
                  <a:lnTo>
                    <a:pt x="1450962" y="362724"/>
                  </a:lnTo>
                  <a:lnTo>
                    <a:pt x="1475600" y="380504"/>
                  </a:lnTo>
                  <a:lnTo>
                    <a:pt x="1500365" y="399554"/>
                  </a:lnTo>
                  <a:lnTo>
                    <a:pt x="1550428" y="435114"/>
                  </a:lnTo>
                  <a:lnTo>
                    <a:pt x="1562595" y="444004"/>
                  </a:lnTo>
                  <a:lnTo>
                    <a:pt x="1569300" y="454164"/>
                  </a:lnTo>
                  <a:lnTo>
                    <a:pt x="1570609" y="466864"/>
                  </a:lnTo>
                  <a:lnTo>
                    <a:pt x="1570609" y="409638"/>
                  </a:lnTo>
                  <a:lnTo>
                    <a:pt x="1490687" y="351294"/>
                  </a:lnTo>
                  <a:lnTo>
                    <a:pt x="1475511" y="339864"/>
                  </a:lnTo>
                  <a:lnTo>
                    <a:pt x="1460207" y="329704"/>
                  </a:lnTo>
                  <a:lnTo>
                    <a:pt x="1443990" y="320814"/>
                  </a:lnTo>
                  <a:lnTo>
                    <a:pt x="1422273" y="314464"/>
                  </a:lnTo>
                  <a:lnTo>
                    <a:pt x="1418120" y="310654"/>
                  </a:lnTo>
                  <a:lnTo>
                    <a:pt x="1395755" y="295414"/>
                  </a:lnTo>
                  <a:lnTo>
                    <a:pt x="1371765" y="281444"/>
                  </a:lnTo>
                  <a:lnTo>
                    <a:pt x="1347330" y="267474"/>
                  </a:lnTo>
                  <a:lnTo>
                    <a:pt x="1327950" y="256044"/>
                  </a:lnTo>
                  <a:lnTo>
                    <a:pt x="1288643" y="242074"/>
                  </a:lnTo>
                  <a:lnTo>
                    <a:pt x="1276388" y="240804"/>
                  </a:lnTo>
                  <a:lnTo>
                    <a:pt x="1262405" y="240804"/>
                  </a:lnTo>
                  <a:lnTo>
                    <a:pt x="1248752" y="238264"/>
                  </a:lnTo>
                  <a:lnTo>
                    <a:pt x="1235075" y="234454"/>
                  </a:lnTo>
                  <a:lnTo>
                    <a:pt x="1221066" y="229374"/>
                  </a:lnTo>
                  <a:lnTo>
                    <a:pt x="1225067" y="215404"/>
                  </a:lnTo>
                  <a:lnTo>
                    <a:pt x="1252461" y="188734"/>
                  </a:lnTo>
                  <a:lnTo>
                    <a:pt x="1295755" y="168414"/>
                  </a:lnTo>
                  <a:lnTo>
                    <a:pt x="1329677" y="160794"/>
                  </a:lnTo>
                  <a:lnTo>
                    <a:pt x="1348562" y="156984"/>
                  </a:lnTo>
                  <a:lnTo>
                    <a:pt x="1367561" y="154444"/>
                  </a:lnTo>
                  <a:lnTo>
                    <a:pt x="1386586" y="154444"/>
                  </a:lnTo>
                  <a:lnTo>
                    <a:pt x="1432153" y="159524"/>
                  </a:lnTo>
                  <a:lnTo>
                    <a:pt x="1475028" y="174764"/>
                  </a:lnTo>
                  <a:lnTo>
                    <a:pt x="1533588" y="206514"/>
                  </a:lnTo>
                  <a:lnTo>
                    <a:pt x="1560283" y="226834"/>
                  </a:lnTo>
                  <a:lnTo>
                    <a:pt x="1587182" y="245884"/>
                  </a:lnTo>
                  <a:lnTo>
                    <a:pt x="1607451" y="297954"/>
                  </a:lnTo>
                  <a:lnTo>
                    <a:pt x="1611591" y="344944"/>
                  </a:lnTo>
                  <a:lnTo>
                    <a:pt x="1611591" y="225729"/>
                  </a:lnTo>
                  <a:lnTo>
                    <a:pt x="1595247" y="214134"/>
                  </a:lnTo>
                  <a:lnTo>
                    <a:pt x="1569720" y="195084"/>
                  </a:lnTo>
                  <a:lnTo>
                    <a:pt x="1543850" y="177304"/>
                  </a:lnTo>
                  <a:lnTo>
                    <a:pt x="1517764" y="158254"/>
                  </a:lnTo>
                  <a:lnTo>
                    <a:pt x="1501241" y="154444"/>
                  </a:lnTo>
                  <a:lnTo>
                    <a:pt x="1485811" y="149364"/>
                  </a:lnTo>
                  <a:lnTo>
                    <a:pt x="1455115" y="135394"/>
                  </a:lnTo>
                  <a:lnTo>
                    <a:pt x="1444193" y="130314"/>
                  </a:lnTo>
                  <a:lnTo>
                    <a:pt x="1432509" y="127774"/>
                  </a:lnTo>
                  <a:lnTo>
                    <a:pt x="1420787" y="127774"/>
                  </a:lnTo>
                  <a:lnTo>
                    <a:pt x="1409687" y="129044"/>
                  </a:lnTo>
                  <a:lnTo>
                    <a:pt x="1391539" y="130314"/>
                  </a:lnTo>
                  <a:lnTo>
                    <a:pt x="1373225" y="132854"/>
                  </a:lnTo>
                  <a:lnTo>
                    <a:pt x="1336357" y="135394"/>
                  </a:lnTo>
                  <a:lnTo>
                    <a:pt x="1310970" y="136664"/>
                  </a:lnTo>
                  <a:lnTo>
                    <a:pt x="1287437" y="141744"/>
                  </a:lnTo>
                  <a:lnTo>
                    <a:pt x="1242326" y="159524"/>
                  </a:lnTo>
                  <a:lnTo>
                    <a:pt x="1206131" y="187464"/>
                  </a:lnTo>
                  <a:lnTo>
                    <a:pt x="1198918" y="198894"/>
                  </a:lnTo>
                  <a:lnTo>
                    <a:pt x="1193952" y="202704"/>
                  </a:lnTo>
                  <a:lnTo>
                    <a:pt x="1179461" y="209054"/>
                  </a:lnTo>
                  <a:lnTo>
                    <a:pt x="1168958" y="219214"/>
                  </a:lnTo>
                  <a:lnTo>
                    <a:pt x="1161580" y="230644"/>
                  </a:lnTo>
                  <a:lnTo>
                    <a:pt x="1156462" y="245884"/>
                  </a:lnTo>
                  <a:lnTo>
                    <a:pt x="1153718" y="250964"/>
                  </a:lnTo>
                  <a:lnTo>
                    <a:pt x="1148346" y="256044"/>
                  </a:lnTo>
                  <a:lnTo>
                    <a:pt x="1141628" y="266204"/>
                  </a:lnTo>
                  <a:lnTo>
                    <a:pt x="1136865" y="270014"/>
                  </a:lnTo>
                  <a:lnTo>
                    <a:pt x="1116596" y="313194"/>
                  </a:lnTo>
                  <a:lnTo>
                    <a:pt x="1111237" y="324624"/>
                  </a:lnTo>
                  <a:lnTo>
                    <a:pt x="1106411" y="334784"/>
                  </a:lnTo>
                  <a:lnTo>
                    <a:pt x="1102042" y="346214"/>
                  </a:lnTo>
                  <a:lnTo>
                    <a:pt x="1098105" y="356374"/>
                  </a:lnTo>
                  <a:lnTo>
                    <a:pt x="1093812" y="366534"/>
                  </a:lnTo>
                  <a:lnTo>
                    <a:pt x="1091158" y="376694"/>
                  </a:lnTo>
                  <a:lnTo>
                    <a:pt x="1090066" y="388124"/>
                  </a:lnTo>
                  <a:lnTo>
                    <a:pt x="1090193" y="391934"/>
                  </a:lnTo>
                  <a:lnTo>
                    <a:pt x="1090282" y="394474"/>
                  </a:lnTo>
                  <a:lnTo>
                    <a:pt x="1090371" y="397014"/>
                  </a:lnTo>
                  <a:lnTo>
                    <a:pt x="1096111" y="450354"/>
                  </a:lnTo>
                  <a:lnTo>
                    <a:pt x="1118260" y="498614"/>
                  </a:lnTo>
                  <a:lnTo>
                    <a:pt x="1119886" y="503694"/>
                  </a:lnTo>
                  <a:lnTo>
                    <a:pt x="1123264" y="507504"/>
                  </a:lnTo>
                  <a:lnTo>
                    <a:pt x="1125093" y="512584"/>
                  </a:lnTo>
                  <a:lnTo>
                    <a:pt x="1135189" y="530364"/>
                  </a:lnTo>
                  <a:lnTo>
                    <a:pt x="1146556" y="544334"/>
                  </a:lnTo>
                  <a:lnTo>
                    <a:pt x="1159725" y="558304"/>
                  </a:lnTo>
                  <a:lnTo>
                    <a:pt x="1175258" y="571004"/>
                  </a:lnTo>
                  <a:lnTo>
                    <a:pt x="1216088" y="600214"/>
                  </a:lnTo>
                  <a:lnTo>
                    <a:pt x="1265770" y="600214"/>
                  </a:lnTo>
                  <a:lnTo>
                    <a:pt x="1176947" y="536714"/>
                  </a:lnTo>
                  <a:lnTo>
                    <a:pt x="1158290" y="510044"/>
                  </a:lnTo>
                  <a:lnTo>
                    <a:pt x="1141920" y="482104"/>
                  </a:lnTo>
                  <a:lnTo>
                    <a:pt x="1129322" y="452894"/>
                  </a:lnTo>
                  <a:lnTo>
                    <a:pt x="1121994" y="419874"/>
                  </a:lnTo>
                  <a:lnTo>
                    <a:pt x="1121397" y="409714"/>
                  </a:lnTo>
                  <a:lnTo>
                    <a:pt x="1121524" y="400824"/>
                  </a:lnTo>
                  <a:lnTo>
                    <a:pt x="1121575" y="399554"/>
                  </a:lnTo>
                  <a:lnTo>
                    <a:pt x="1121676" y="397014"/>
                  </a:lnTo>
                  <a:lnTo>
                    <a:pt x="1121791" y="394474"/>
                  </a:lnTo>
                  <a:lnTo>
                    <a:pt x="1121841" y="393204"/>
                  </a:lnTo>
                  <a:lnTo>
                    <a:pt x="1123289" y="380504"/>
                  </a:lnTo>
                  <a:lnTo>
                    <a:pt x="1125131" y="366534"/>
                  </a:lnTo>
                  <a:lnTo>
                    <a:pt x="1125601" y="363994"/>
                  </a:lnTo>
                  <a:lnTo>
                    <a:pt x="1128534" y="358914"/>
                  </a:lnTo>
                  <a:lnTo>
                    <a:pt x="1130503" y="355104"/>
                  </a:lnTo>
                  <a:lnTo>
                    <a:pt x="1132446" y="350024"/>
                  </a:lnTo>
                  <a:lnTo>
                    <a:pt x="1131887" y="346214"/>
                  </a:lnTo>
                  <a:lnTo>
                    <a:pt x="1133830" y="341134"/>
                  </a:lnTo>
                  <a:lnTo>
                    <a:pt x="1135303" y="339864"/>
                  </a:lnTo>
                  <a:lnTo>
                    <a:pt x="1133475" y="333514"/>
                  </a:lnTo>
                  <a:lnTo>
                    <a:pt x="1141247" y="330974"/>
                  </a:lnTo>
                  <a:lnTo>
                    <a:pt x="1144917" y="350024"/>
                  </a:lnTo>
                  <a:lnTo>
                    <a:pt x="1148359" y="369074"/>
                  </a:lnTo>
                  <a:lnTo>
                    <a:pt x="1151255" y="388124"/>
                  </a:lnTo>
                  <a:lnTo>
                    <a:pt x="1153375" y="407174"/>
                  </a:lnTo>
                  <a:lnTo>
                    <a:pt x="1157935" y="430034"/>
                  </a:lnTo>
                  <a:lnTo>
                    <a:pt x="1164983" y="451624"/>
                  </a:lnTo>
                  <a:lnTo>
                    <a:pt x="1173848" y="473214"/>
                  </a:lnTo>
                  <a:lnTo>
                    <a:pt x="1183817" y="494804"/>
                  </a:lnTo>
                  <a:lnTo>
                    <a:pt x="1185938" y="502424"/>
                  </a:lnTo>
                  <a:lnTo>
                    <a:pt x="1249540" y="548144"/>
                  </a:lnTo>
                  <a:lnTo>
                    <a:pt x="1264005" y="557034"/>
                  </a:lnTo>
                  <a:lnTo>
                    <a:pt x="1279436" y="563384"/>
                  </a:lnTo>
                  <a:lnTo>
                    <a:pt x="1311186" y="571004"/>
                  </a:lnTo>
                  <a:lnTo>
                    <a:pt x="1323149" y="574814"/>
                  </a:lnTo>
                  <a:lnTo>
                    <a:pt x="1334617" y="578624"/>
                  </a:lnTo>
                  <a:lnTo>
                    <a:pt x="1345552" y="581164"/>
                  </a:lnTo>
                  <a:lnTo>
                    <a:pt x="1355940" y="584974"/>
                  </a:lnTo>
                  <a:lnTo>
                    <a:pt x="1370965" y="588784"/>
                  </a:lnTo>
                  <a:lnTo>
                    <a:pt x="1385900" y="590054"/>
                  </a:lnTo>
                  <a:lnTo>
                    <a:pt x="1400822" y="590054"/>
                  </a:lnTo>
                  <a:lnTo>
                    <a:pt x="1415808" y="591324"/>
                  </a:lnTo>
                  <a:lnTo>
                    <a:pt x="1438071" y="591324"/>
                  </a:lnTo>
                  <a:lnTo>
                    <a:pt x="1449171" y="590054"/>
                  </a:lnTo>
                  <a:lnTo>
                    <a:pt x="1460119" y="590054"/>
                  </a:lnTo>
                  <a:lnTo>
                    <a:pt x="1462646" y="588784"/>
                  </a:lnTo>
                  <a:lnTo>
                    <a:pt x="1465732" y="591324"/>
                  </a:lnTo>
                  <a:lnTo>
                    <a:pt x="1472336" y="592594"/>
                  </a:lnTo>
                  <a:lnTo>
                    <a:pt x="1457375" y="600214"/>
                  </a:lnTo>
                  <a:lnTo>
                    <a:pt x="1516138" y="600214"/>
                  </a:lnTo>
                  <a:lnTo>
                    <a:pt x="1555089" y="558304"/>
                  </a:lnTo>
                  <a:lnTo>
                    <a:pt x="1561211" y="546874"/>
                  </a:lnTo>
                  <a:lnTo>
                    <a:pt x="1565897" y="543064"/>
                  </a:lnTo>
                  <a:lnTo>
                    <a:pt x="1594027" y="515124"/>
                  </a:lnTo>
                  <a:lnTo>
                    <a:pt x="1628203" y="457974"/>
                  </a:lnTo>
                  <a:lnTo>
                    <a:pt x="1637753" y="431304"/>
                  </a:lnTo>
                  <a:lnTo>
                    <a:pt x="1639582" y="426224"/>
                  </a:lnTo>
                  <a:lnTo>
                    <a:pt x="1642275" y="416064"/>
                  </a:lnTo>
                  <a:lnTo>
                    <a:pt x="1644980" y="404634"/>
                  </a:lnTo>
                  <a:lnTo>
                    <a:pt x="1647151" y="394474"/>
                  </a:lnTo>
                  <a:lnTo>
                    <a:pt x="1648282" y="384314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212928" y="2417459"/>
            <a:ext cx="1939925" cy="17443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indent="425450">
              <a:lnSpc>
                <a:spcPct val="103000"/>
              </a:lnSpc>
              <a:spcBef>
                <a:spcPts val="285"/>
              </a:spcBef>
            </a:pPr>
            <a:r>
              <a:rPr sz="1800" b="1" spc="-170" dirty="0">
                <a:solidFill>
                  <a:srgbClr val="0A1533"/>
                </a:solidFill>
                <a:latin typeface="+mn-lt"/>
                <a:cs typeface="+mn-lt"/>
              </a:rPr>
              <a:t>Figure</a:t>
            </a:r>
            <a:r>
              <a:rPr sz="1800" b="1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b="1" spc="-50" dirty="0">
                <a:solidFill>
                  <a:srgbClr val="0A1533"/>
                </a:solidFill>
                <a:latin typeface="+mn-lt"/>
                <a:cs typeface="+mn-lt"/>
              </a:rPr>
              <a:t>2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Relationship</a:t>
            </a:r>
            <a:r>
              <a:rPr sz="1800" spc="-1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obesity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status</a:t>
            </a:r>
            <a:r>
              <a:rPr sz="1800" spc="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2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being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hospitalized</a:t>
            </a:r>
            <a:r>
              <a:rPr sz="1800" spc="-10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due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to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myocardial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infarction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16418" y="475995"/>
            <a:ext cx="6311163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5390">
              <a:lnSpc>
                <a:spcPct val="100000"/>
              </a:lnSpc>
              <a:spcBef>
                <a:spcPts val="100"/>
              </a:spcBef>
            </a:pPr>
            <a:r>
              <a:rPr sz="3600" spc="-225" dirty="0">
                <a:latin typeface="+mn-lt"/>
                <a:cs typeface="+mn-lt"/>
              </a:rPr>
              <a:t>Plot</a:t>
            </a:r>
            <a:r>
              <a:rPr sz="3600" spc="-275" dirty="0">
                <a:latin typeface="+mn-lt"/>
                <a:cs typeface="+mn-lt"/>
              </a:rPr>
              <a:t> </a:t>
            </a:r>
            <a:r>
              <a:rPr sz="3600" spc="-380" dirty="0">
                <a:latin typeface="+mn-lt"/>
                <a:cs typeface="+mn-lt"/>
              </a:rPr>
              <a:t>2:</a:t>
            </a:r>
            <a:endParaRPr sz="3600" spc="-380" dirty="0">
              <a:latin typeface="+mn-lt"/>
              <a:cs typeface="+mn-l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9393" y="1229321"/>
            <a:ext cx="5114810" cy="35201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685" y="640054"/>
            <a:ext cx="604322" cy="1079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5228" y="0"/>
            <a:ext cx="1908771" cy="180247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1882" y="49245"/>
            <a:ext cx="502284" cy="500380"/>
          </a:xfrm>
          <a:custGeom>
            <a:avLst/>
            <a:gdLst/>
            <a:ahLst/>
            <a:cxnLst/>
            <a:rect l="l" t="t" r="r" b="b"/>
            <a:pathLst>
              <a:path w="502284" h="500380">
                <a:moveTo>
                  <a:pt x="223139" y="342574"/>
                </a:moveTo>
                <a:lnTo>
                  <a:pt x="189429" y="342574"/>
                </a:lnTo>
                <a:lnTo>
                  <a:pt x="198063" y="379662"/>
                </a:lnTo>
                <a:lnTo>
                  <a:pt x="206984" y="416658"/>
                </a:lnTo>
                <a:lnTo>
                  <a:pt x="216100" y="453604"/>
                </a:lnTo>
                <a:lnTo>
                  <a:pt x="226400" y="494885"/>
                </a:lnTo>
                <a:lnTo>
                  <a:pt x="229969" y="499851"/>
                </a:lnTo>
                <a:lnTo>
                  <a:pt x="234549" y="499851"/>
                </a:lnTo>
                <a:lnTo>
                  <a:pt x="237068" y="500321"/>
                </a:lnTo>
                <a:lnTo>
                  <a:pt x="244698" y="498416"/>
                </a:lnTo>
                <a:lnTo>
                  <a:pt x="251315" y="496054"/>
                </a:lnTo>
                <a:lnTo>
                  <a:pt x="258121" y="494060"/>
                </a:lnTo>
                <a:lnTo>
                  <a:pt x="311672" y="482871"/>
                </a:lnTo>
                <a:lnTo>
                  <a:pt x="328917" y="481190"/>
                </a:lnTo>
                <a:lnTo>
                  <a:pt x="337669" y="480119"/>
                </a:lnTo>
                <a:lnTo>
                  <a:pt x="368023" y="466196"/>
                </a:lnTo>
                <a:lnTo>
                  <a:pt x="248254" y="466196"/>
                </a:lnTo>
                <a:lnTo>
                  <a:pt x="239120" y="425885"/>
                </a:lnTo>
                <a:lnTo>
                  <a:pt x="230781" y="383536"/>
                </a:lnTo>
                <a:lnTo>
                  <a:pt x="223139" y="342574"/>
                </a:lnTo>
                <a:close/>
              </a:path>
              <a:path w="502284" h="500380">
                <a:moveTo>
                  <a:pt x="464463" y="252912"/>
                </a:moveTo>
                <a:lnTo>
                  <a:pt x="451369" y="256189"/>
                </a:lnTo>
                <a:lnTo>
                  <a:pt x="441398" y="258024"/>
                </a:lnTo>
                <a:lnTo>
                  <a:pt x="421932" y="261952"/>
                </a:lnTo>
                <a:lnTo>
                  <a:pt x="412074" y="263674"/>
                </a:lnTo>
                <a:lnTo>
                  <a:pt x="358735" y="273721"/>
                </a:lnTo>
                <a:lnTo>
                  <a:pt x="305152" y="284624"/>
                </a:lnTo>
                <a:lnTo>
                  <a:pt x="304021" y="284903"/>
                </a:lnTo>
                <a:lnTo>
                  <a:pt x="306164" y="298289"/>
                </a:lnTo>
                <a:lnTo>
                  <a:pt x="307553" y="303839"/>
                </a:lnTo>
                <a:lnTo>
                  <a:pt x="313386" y="329725"/>
                </a:lnTo>
                <a:lnTo>
                  <a:pt x="319621" y="355977"/>
                </a:lnTo>
                <a:lnTo>
                  <a:pt x="326051" y="382179"/>
                </a:lnTo>
                <a:lnTo>
                  <a:pt x="332467" y="407916"/>
                </a:lnTo>
                <a:lnTo>
                  <a:pt x="337126" y="430056"/>
                </a:lnTo>
                <a:lnTo>
                  <a:pt x="340299" y="443297"/>
                </a:lnTo>
                <a:lnTo>
                  <a:pt x="342758" y="449483"/>
                </a:lnTo>
                <a:lnTo>
                  <a:pt x="333757" y="449746"/>
                </a:lnTo>
                <a:lnTo>
                  <a:pt x="277394" y="459651"/>
                </a:lnTo>
                <a:lnTo>
                  <a:pt x="248254" y="466196"/>
                </a:lnTo>
                <a:lnTo>
                  <a:pt x="368023" y="466196"/>
                </a:lnTo>
                <a:lnTo>
                  <a:pt x="370856" y="462823"/>
                </a:lnTo>
                <a:lnTo>
                  <a:pt x="370978" y="462678"/>
                </a:lnTo>
                <a:lnTo>
                  <a:pt x="372883" y="455087"/>
                </a:lnTo>
                <a:lnTo>
                  <a:pt x="372218" y="446823"/>
                </a:lnTo>
                <a:lnTo>
                  <a:pt x="370216" y="438015"/>
                </a:lnTo>
                <a:lnTo>
                  <a:pt x="369019" y="430676"/>
                </a:lnTo>
                <a:lnTo>
                  <a:pt x="367576" y="423595"/>
                </a:lnTo>
                <a:lnTo>
                  <a:pt x="365961" y="416658"/>
                </a:lnTo>
                <a:lnTo>
                  <a:pt x="364141" y="409300"/>
                </a:lnTo>
                <a:lnTo>
                  <a:pt x="360704" y="394661"/>
                </a:lnTo>
                <a:lnTo>
                  <a:pt x="357736" y="380130"/>
                </a:lnTo>
                <a:lnTo>
                  <a:pt x="355173" y="365496"/>
                </a:lnTo>
                <a:lnTo>
                  <a:pt x="352993" y="350798"/>
                </a:lnTo>
                <a:lnTo>
                  <a:pt x="351345" y="341300"/>
                </a:lnTo>
                <a:lnTo>
                  <a:pt x="349391" y="331533"/>
                </a:lnTo>
                <a:lnTo>
                  <a:pt x="347396" y="321719"/>
                </a:lnTo>
                <a:lnTo>
                  <a:pt x="345562" y="311764"/>
                </a:lnTo>
                <a:lnTo>
                  <a:pt x="382650" y="302400"/>
                </a:lnTo>
                <a:lnTo>
                  <a:pt x="419795" y="292479"/>
                </a:lnTo>
                <a:lnTo>
                  <a:pt x="456667" y="281539"/>
                </a:lnTo>
                <a:lnTo>
                  <a:pt x="492934" y="269117"/>
                </a:lnTo>
                <a:lnTo>
                  <a:pt x="501788" y="255239"/>
                </a:lnTo>
                <a:lnTo>
                  <a:pt x="501781" y="255096"/>
                </a:lnTo>
                <a:lnTo>
                  <a:pt x="469714" y="255096"/>
                </a:lnTo>
                <a:lnTo>
                  <a:pt x="464463" y="252912"/>
                </a:lnTo>
                <a:close/>
              </a:path>
              <a:path w="502284" h="500380">
                <a:moveTo>
                  <a:pt x="259059" y="0"/>
                </a:moveTo>
                <a:lnTo>
                  <a:pt x="213006" y="6296"/>
                </a:lnTo>
                <a:lnTo>
                  <a:pt x="178873" y="14765"/>
                </a:lnTo>
                <a:lnTo>
                  <a:pt x="172044" y="16800"/>
                </a:lnTo>
                <a:lnTo>
                  <a:pt x="165378" y="18587"/>
                </a:lnTo>
                <a:lnTo>
                  <a:pt x="156252" y="20883"/>
                </a:lnTo>
                <a:lnTo>
                  <a:pt x="153308" y="21518"/>
                </a:lnTo>
                <a:lnTo>
                  <a:pt x="144453" y="23741"/>
                </a:lnTo>
                <a:lnTo>
                  <a:pt x="138542" y="25709"/>
                </a:lnTo>
                <a:lnTo>
                  <a:pt x="135599" y="29557"/>
                </a:lnTo>
                <a:lnTo>
                  <a:pt x="132584" y="31500"/>
                </a:lnTo>
                <a:lnTo>
                  <a:pt x="131639" y="35755"/>
                </a:lnTo>
                <a:lnTo>
                  <a:pt x="131736" y="42130"/>
                </a:lnTo>
                <a:lnTo>
                  <a:pt x="132348" y="48975"/>
                </a:lnTo>
                <a:lnTo>
                  <a:pt x="135622" y="62069"/>
                </a:lnTo>
                <a:lnTo>
                  <a:pt x="137116" y="69563"/>
                </a:lnTo>
                <a:lnTo>
                  <a:pt x="138094" y="77166"/>
                </a:lnTo>
                <a:lnTo>
                  <a:pt x="138860" y="84822"/>
                </a:lnTo>
                <a:lnTo>
                  <a:pt x="139719" y="92473"/>
                </a:lnTo>
                <a:lnTo>
                  <a:pt x="146442" y="138182"/>
                </a:lnTo>
                <a:lnTo>
                  <a:pt x="151315" y="162837"/>
                </a:lnTo>
                <a:lnTo>
                  <a:pt x="154704" y="179656"/>
                </a:lnTo>
                <a:lnTo>
                  <a:pt x="156626" y="188142"/>
                </a:lnTo>
                <a:lnTo>
                  <a:pt x="119760" y="196719"/>
                </a:lnTo>
                <a:lnTo>
                  <a:pt x="5463" y="224820"/>
                </a:lnTo>
                <a:lnTo>
                  <a:pt x="541" y="228363"/>
                </a:lnTo>
                <a:lnTo>
                  <a:pt x="588" y="232948"/>
                </a:lnTo>
                <a:lnTo>
                  <a:pt x="0" y="235399"/>
                </a:lnTo>
                <a:lnTo>
                  <a:pt x="1931" y="243120"/>
                </a:lnTo>
                <a:lnTo>
                  <a:pt x="6968" y="259463"/>
                </a:lnTo>
                <a:lnTo>
                  <a:pt x="10938" y="276301"/>
                </a:lnTo>
                <a:lnTo>
                  <a:pt x="14289" y="293293"/>
                </a:lnTo>
                <a:lnTo>
                  <a:pt x="17473" y="310100"/>
                </a:lnTo>
                <a:lnTo>
                  <a:pt x="18850" y="324091"/>
                </a:lnTo>
                <a:lnTo>
                  <a:pt x="20534" y="337958"/>
                </a:lnTo>
                <a:lnTo>
                  <a:pt x="44977" y="370028"/>
                </a:lnTo>
                <a:lnTo>
                  <a:pt x="53276" y="369488"/>
                </a:lnTo>
                <a:lnTo>
                  <a:pt x="62051" y="367517"/>
                </a:lnTo>
                <a:lnTo>
                  <a:pt x="69441" y="366306"/>
                </a:lnTo>
                <a:lnTo>
                  <a:pt x="76537" y="364858"/>
                </a:lnTo>
                <a:lnTo>
                  <a:pt x="83567" y="363222"/>
                </a:lnTo>
                <a:lnTo>
                  <a:pt x="90758" y="361446"/>
                </a:lnTo>
                <a:lnTo>
                  <a:pt x="105395" y="357990"/>
                </a:lnTo>
                <a:lnTo>
                  <a:pt x="119900" y="354907"/>
                </a:lnTo>
                <a:lnTo>
                  <a:pt x="149254" y="349216"/>
                </a:lnTo>
                <a:lnTo>
                  <a:pt x="159287" y="348057"/>
                </a:lnTo>
                <a:lnTo>
                  <a:pt x="169059" y="346419"/>
                </a:lnTo>
                <a:lnTo>
                  <a:pt x="189429" y="342574"/>
                </a:lnTo>
                <a:lnTo>
                  <a:pt x="223139" y="342574"/>
                </a:lnTo>
                <a:lnTo>
                  <a:pt x="223092" y="342320"/>
                </a:lnTo>
                <a:lnTo>
                  <a:pt x="51148" y="342320"/>
                </a:lnTo>
                <a:lnTo>
                  <a:pt x="51046" y="337958"/>
                </a:lnTo>
                <a:lnTo>
                  <a:pt x="50937" y="333306"/>
                </a:lnTo>
                <a:lnTo>
                  <a:pt x="49794" y="324091"/>
                </a:lnTo>
                <a:lnTo>
                  <a:pt x="46745" y="306290"/>
                </a:lnTo>
                <a:lnTo>
                  <a:pt x="44158" y="291728"/>
                </a:lnTo>
                <a:lnTo>
                  <a:pt x="41564" y="276755"/>
                </a:lnTo>
                <a:lnTo>
                  <a:pt x="38779" y="261952"/>
                </a:lnTo>
                <a:lnTo>
                  <a:pt x="35536" y="247438"/>
                </a:lnTo>
                <a:lnTo>
                  <a:pt x="74548" y="238631"/>
                </a:lnTo>
                <a:lnTo>
                  <a:pt x="115056" y="230747"/>
                </a:lnTo>
                <a:lnTo>
                  <a:pt x="197131" y="215244"/>
                </a:lnTo>
                <a:lnTo>
                  <a:pt x="192883" y="197210"/>
                </a:lnTo>
                <a:lnTo>
                  <a:pt x="182043" y="153192"/>
                </a:lnTo>
                <a:lnTo>
                  <a:pt x="167656" y="99362"/>
                </a:lnTo>
                <a:lnTo>
                  <a:pt x="152813" y="51973"/>
                </a:lnTo>
                <a:lnTo>
                  <a:pt x="190651" y="46689"/>
                </a:lnTo>
                <a:lnTo>
                  <a:pt x="228454" y="39463"/>
                </a:lnTo>
                <a:lnTo>
                  <a:pt x="254523" y="31246"/>
                </a:lnTo>
                <a:lnTo>
                  <a:pt x="281106" y="31246"/>
                </a:lnTo>
                <a:lnTo>
                  <a:pt x="273127" y="7980"/>
                </a:lnTo>
                <a:lnTo>
                  <a:pt x="267686" y="1898"/>
                </a:lnTo>
                <a:lnTo>
                  <a:pt x="259059" y="0"/>
                </a:lnTo>
                <a:close/>
              </a:path>
              <a:path w="502284" h="500380">
                <a:moveTo>
                  <a:pt x="215146" y="301324"/>
                </a:moveTo>
                <a:lnTo>
                  <a:pt x="51148" y="342320"/>
                </a:lnTo>
                <a:lnTo>
                  <a:pt x="223092" y="342320"/>
                </a:lnTo>
                <a:lnTo>
                  <a:pt x="215146" y="301324"/>
                </a:lnTo>
                <a:close/>
              </a:path>
              <a:path w="502284" h="500380">
                <a:moveTo>
                  <a:pt x="480605" y="154538"/>
                </a:moveTo>
                <a:lnTo>
                  <a:pt x="449180" y="154538"/>
                </a:lnTo>
                <a:lnTo>
                  <a:pt x="452636" y="179656"/>
                </a:lnTo>
                <a:lnTo>
                  <a:pt x="456551" y="205541"/>
                </a:lnTo>
                <a:lnTo>
                  <a:pt x="461870" y="230747"/>
                </a:lnTo>
                <a:lnTo>
                  <a:pt x="469714" y="255096"/>
                </a:lnTo>
                <a:lnTo>
                  <a:pt x="501781" y="255096"/>
                </a:lnTo>
                <a:lnTo>
                  <a:pt x="501381" y="247438"/>
                </a:lnTo>
                <a:lnTo>
                  <a:pt x="501292" y="245743"/>
                </a:lnTo>
                <a:lnTo>
                  <a:pt x="500046" y="237113"/>
                </a:lnTo>
                <a:lnTo>
                  <a:pt x="497668" y="223385"/>
                </a:lnTo>
                <a:lnTo>
                  <a:pt x="495277" y="209227"/>
                </a:lnTo>
                <a:lnTo>
                  <a:pt x="492675" y="195122"/>
                </a:lnTo>
                <a:lnTo>
                  <a:pt x="489661" y="181551"/>
                </a:lnTo>
                <a:lnTo>
                  <a:pt x="486656" y="174853"/>
                </a:lnTo>
                <a:lnTo>
                  <a:pt x="484360" y="168403"/>
                </a:lnTo>
                <a:lnTo>
                  <a:pt x="482465" y="161834"/>
                </a:lnTo>
                <a:lnTo>
                  <a:pt x="480666" y="154779"/>
                </a:lnTo>
                <a:lnTo>
                  <a:pt x="480605" y="154538"/>
                </a:lnTo>
                <a:close/>
              </a:path>
              <a:path w="502284" h="500380">
                <a:moveTo>
                  <a:pt x="281106" y="31246"/>
                </a:moveTo>
                <a:lnTo>
                  <a:pt x="254523" y="31246"/>
                </a:lnTo>
                <a:lnTo>
                  <a:pt x="257343" y="51973"/>
                </a:lnTo>
                <a:lnTo>
                  <a:pt x="264258" y="95645"/>
                </a:lnTo>
                <a:lnTo>
                  <a:pt x="274777" y="151307"/>
                </a:lnTo>
                <a:lnTo>
                  <a:pt x="276996" y="162837"/>
                </a:lnTo>
                <a:lnTo>
                  <a:pt x="297475" y="198264"/>
                </a:lnTo>
                <a:lnTo>
                  <a:pt x="303654" y="196719"/>
                </a:lnTo>
                <a:lnTo>
                  <a:pt x="324257" y="191212"/>
                </a:lnTo>
                <a:lnTo>
                  <a:pt x="364160" y="179656"/>
                </a:lnTo>
                <a:lnTo>
                  <a:pt x="396833" y="170906"/>
                </a:lnTo>
                <a:lnTo>
                  <a:pt x="418852" y="164738"/>
                </a:lnTo>
                <a:lnTo>
                  <a:pt x="439850" y="158391"/>
                </a:lnTo>
                <a:lnTo>
                  <a:pt x="449180" y="154538"/>
                </a:lnTo>
                <a:lnTo>
                  <a:pt x="480605" y="154538"/>
                </a:lnTo>
                <a:lnTo>
                  <a:pt x="480269" y="153192"/>
                </a:lnTo>
                <a:lnTo>
                  <a:pt x="315232" y="153192"/>
                </a:lnTo>
                <a:lnTo>
                  <a:pt x="306189" y="117378"/>
                </a:lnTo>
                <a:lnTo>
                  <a:pt x="296325" y="80467"/>
                </a:lnTo>
                <a:lnTo>
                  <a:pt x="285504" y="44073"/>
                </a:lnTo>
                <a:lnTo>
                  <a:pt x="281193" y="31500"/>
                </a:lnTo>
                <a:lnTo>
                  <a:pt x="281106" y="31246"/>
                </a:lnTo>
                <a:close/>
              </a:path>
              <a:path w="502284" h="500380">
                <a:moveTo>
                  <a:pt x="453042" y="127957"/>
                </a:moveTo>
                <a:lnTo>
                  <a:pt x="409829" y="136453"/>
                </a:lnTo>
                <a:lnTo>
                  <a:pt x="394048" y="138182"/>
                </a:lnTo>
                <a:lnTo>
                  <a:pt x="378847" y="140433"/>
                </a:lnTo>
                <a:lnTo>
                  <a:pt x="363748" y="143091"/>
                </a:lnTo>
                <a:lnTo>
                  <a:pt x="348271" y="146042"/>
                </a:lnTo>
                <a:lnTo>
                  <a:pt x="340035" y="147927"/>
                </a:lnTo>
                <a:lnTo>
                  <a:pt x="323467" y="151307"/>
                </a:lnTo>
                <a:lnTo>
                  <a:pt x="315232" y="153192"/>
                </a:lnTo>
                <a:lnTo>
                  <a:pt x="480269" y="153192"/>
                </a:lnTo>
                <a:lnTo>
                  <a:pt x="479017" y="148188"/>
                </a:lnTo>
                <a:lnTo>
                  <a:pt x="477322" y="136999"/>
                </a:lnTo>
                <a:lnTo>
                  <a:pt x="472658" y="132351"/>
                </a:lnTo>
                <a:lnTo>
                  <a:pt x="470823" y="128831"/>
                </a:lnTo>
                <a:lnTo>
                  <a:pt x="470699" y="128592"/>
                </a:lnTo>
                <a:lnTo>
                  <a:pt x="460107" y="128592"/>
                </a:lnTo>
                <a:lnTo>
                  <a:pt x="453042" y="127957"/>
                </a:lnTo>
                <a:close/>
              </a:path>
              <a:path w="502284" h="500380">
                <a:moveTo>
                  <a:pt x="470540" y="128287"/>
                </a:moveTo>
                <a:lnTo>
                  <a:pt x="465389" y="128287"/>
                </a:lnTo>
                <a:lnTo>
                  <a:pt x="460107" y="128592"/>
                </a:lnTo>
                <a:lnTo>
                  <a:pt x="470699" y="128592"/>
                </a:lnTo>
                <a:lnTo>
                  <a:pt x="470540" y="128287"/>
                </a:lnTo>
                <a:close/>
              </a:path>
            </a:pathLst>
          </a:custGeom>
          <a:solidFill>
            <a:srgbClr val="0088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978" y="0"/>
            <a:ext cx="839100" cy="124575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97787" y="475995"/>
            <a:ext cx="6548120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1305" marR="5080" indent="-280924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latin typeface="+mj-lt"/>
                <a:cs typeface="+mj-lt"/>
              </a:rPr>
              <a:t>Statistical</a:t>
            </a:r>
            <a:r>
              <a:rPr sz="3600" spc="-245" dirty="0">
                <a:latin typeface="+mj-lt"/>
                <a:cs typeface="+mj-lt"/>
              </a:rPr>
              <a:t> </a:t>
            </a:r>
            <a:r>
              <a:rPr sz="3600" spc="-380" dirty="0">
                <a:latin typeface="+mj-lt"/>
                <a:cs typeface="+mj-lt"/>
              </a:rPr>
              <a:t>A</a:t>
            </a:r>
            <a:r>
              <a:rPr lang="en-US" sz="3600" spc="-380" dirty="0">
                <a:latin typeface="+mj-lt"/>
                <a:cs typeface="+mj-lt"/>
              </a:rPr>
              <a:t>n</a:t>
            </a:r>
            <a:r>
              <a:rPr sz="3600" spc="-380" dirty="0">
                <a:latin typeface="+mj-lt"/>
                <a:cs typeface="+mj-lt"/>
              </a:rPr>
              <a:t>alysis:</a:t>
            </a:r>
            <a:r>
              <a:rPr sz="3600" spc="-245" dirty="0">
                <a:latin typeface="+mj-lt"/>
                <a:cs typeface="+mj-lt"/>
              </a:rPr>
              <a:t> </a:t>
            </a:r>
            <a:r>
              <a:rPr sz="3600" spc="-200" dirty="0">
                <a:latin typeface="+mj-lt"/>
                <a:cs typeface="+mj-lt"/>
              </a:rPr>
              <a:t>2-</a:t>
            </a:r>
            <a:r>
              <a:rPr sz="3600" spc="-165" dirty="0">
                <a:latin typeface="+mj-lt"/>
                <a:cs typeface="+mj-lt"/>
              </a:rPr>
              <a:t>Sampl</a:t>
            </a:r>
            <a:r>
              <a:rPr lang="en-US" sz="3600" spc="-165" dirty="0">
                <a:latin typeface="+mj-lt"/>
                <a:cs typeface="+mj-lt"/>
              </a:rPr>
              <a:t>e</a:t>
            </a:r>
            <a:r>
              <a:rPr sz="3600" spc="-250" dirty="0">
                <a:latin typeface="+mj-lt"/>
                <a:cs typeface="+mj-lt"/>
              </a:rPr>
              <a:t> </a:t>
            </a:r>
            <a:r>
              <a:rPr sz="3600" spc="-50" dirty="0">
                <a:latin typeface="+mj-lt"/>
                <a:cs typeface="+mj-lt"/>
              </a:rPr>
              <a:t>Z </a:t>
            </a:r>
            <a:r>
              <a:rPr lang="en-US" sz="3600" spc="-50" dirty="0">
                <a:latin typeface="+mj-lt"/>
                <a:cs typeface="+mj-lt"/>
              </a:rPr>
              <a:t>Te</a:t>
            </a:r>
            <a:r>
              <a:rPr sz="3600" spc="114" dirty="0">
                <a:latin typeface="+mj-lt"/>
                <a:cs typeface="+mj-lt"/>
              </a:rPr>
              <a:t>st</a:t>
            </a:r>
            <a:endParaRPr sz="3600" spc="114" dirty="0">
              <a:latin typeface="+mj-lt"/>
              <a:cs typeface="+mj-l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0634" y="1802765"/>
            <a:ext cx="7772400" cy="27743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78154"/>
            <a:ext cx="604322" cy="1079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5228" y="0"/>
            <a:ext cx="1908771" cy="180247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1882" y="49245"/>
            <a:ext cx="502284" cy="500380"/>
          </a:xfrm>
          <a:custGeom>
            <a:avLst/>
            <a:gdLst/>
            <a:ahLst/>
            <a:cxnLst/>
            <a:rect l="l" t="t" r="r" b="b"/>
            <a:pathLst>
              <a:path w="502284" h="500380">
                <a:moveTo>
                  <a:pt x="223139" y="342574"/>
                </a:moveTo>
                <a:lnTo>
                  <a:pt x="189429" y="342574"/>
                </a:lnTo>
                <a:lnTo>
                  <a:pt x="198063" y="379662"/>
                </a:lnTo>
                <a:lnTo>
                  <a:pt x="206984" y="416658"/>
                </a:lnTo>
                <a:lnTo>
                  <a:pt x="216100" y="453604"/>
                </a:lnTo>
                <a:lnTo>
                  <a:pt x="226400" y="494885"/>
                </a:lnTo>
                <a:lnTo>
                  <a:pt x="229969" y="499851"/>
                </a:lnTo>
                <a:lnTo>
                  <a:pt x="234549" y="499851"/>
                </a:lnTo>
                <a:lnTo>
                  <a:pt x="237068" y="500321"/>
                </a:lnTo>
                <a:lnTo>
                  <a:pt x="244698" y="498416"/>
                </a:lnTo>
                <a:lnTo>
                  <a:pt x="251315" y="496054"/>
                </a:lnTo>
                <a:lnTo>
                  <a:pt x="258121" y="494060"/>
                </a:lnTo>
                <a:lnTo>
                  <a:pt x="311672" y="482871"/>
                </a:lnTo>
                <a:lnTo>
                  <a:pt x="328917" y="481190"/>
                </a:lnTo>
                <a:lnTo>
                  <a:pt x="337669" y="480119"/>
                </a:lnTo>
                <a:lnTo>
                  <a:pt x="368023" y="466196"/>
                </a:lnTo>
                <a:lnTo>
                  <a:pt x="248254" y="466196"/>
                </a:lnTo>
                <a:lnTo>
                  <a:pt x="239120" y="425885"/>
                </a:lnTo>
                <a:lnTo>
                  <a:pt x="230781" y="383536"/>
                </a:lnTo>
                <a:lnTo>
                  <a:pt x="223139" y="342574"/>
                </a:lnTo>
                <a:close/>
              </a:path>
              <a:path w="502284" h="500380">
                <a:moveTo>
                  <a:pt x="464463" y="252912"/>
                </a:moveTo>
                <a:lnTo>
                  <a:pt x="451369" y="256189"/>
                </a:lnTo>
                <a:lnTo>
                  <a:pt x="441398" y="258024"/>
                </a:lnTo>
                <a:lnTo>
                  <a:pt x="421932" y="261952"/>
                </a:lnTo>
                <a:lnTo>
                  <a:pt x="412074" y="263674"/>
                </a:lnTo>
                <a:lnTo>
                  <a:pt x="358735" y="273721"/>
                </a:lnTo>
                <a:lnTo>
                  <a:pt x="305152" y="284624"/>
                </a:lnTo>
                <a:lnTo>
                  <a:pt x="304021" y="284903"/>
                </a:lnTo>
                <a:lnTo>
                  <a:pt x="306164" y="298289"/>
                </a:lnTo>
                <a:lnTo>
                  <a:pt x="307553" y="303839"/>
                </a:lnTo>
                <a:lnTo>
                  <a:pt x="313386" y="329725"/>
                </a:lnTo>
                <a:lnTo>
                  <a:pt x="319621" y="355977"/>
                </a:lnTo>
                <a:lnTo>
                  <a:pt x="326051" y="382179"/>
                </a:lnTo>
                <a:lnTo>
                  <a:pt x="332467" y="407916"/>
                </a:lnTo>
                <a:lnTo>
                  <a:pt x="337126" y="430056"/>
                </a:lnTo>
                <a:lnTo>
                  <a:pt x="340299" y="443297"/>
                </a:lnTo>
                <a:lnTo>
                  <a:pt x="342758" y="449483"/>
                </a:lnTo>
                <a:lnTo>
                  <a:pt x="333757" y="449746"/>
                </a:lnTo>
                <a:lnTo>
                  <a:pt x="277394" y="459651"/>
                </a:lnTo>
                <a:lnTo>
                  <a:pt x="248254" y="466196"/>
                </a:lnTo>
                <a:lnTo>
                  <a:pt x="368023" y="466196"/>
                </a:lnTo>
                <a:lnTo>
                  <a:pt x="370856" y="462823"/>
                </a:lnTo>
                <a:lnTo>
                  <a:pt x="370978" y="462678"/>
                </a:lnTo>
                <a:lnTo>
                  <a:pt x="372883" y="455087"/>
                </a:lnTo>
                <a:lnTo>
                  <a:pt x="372218" y="446823"/>
                </a:lnTo>
                <a:lnTo>
                  <a:pt x="370216" y="438015"/>
                </a:lnTo>
                <a:lnTo>
                  <a:pt x="369019" y="430676"/>
                </a:lnTo>
                <a:lnTo>
                  <a:pt x="367576" y="423595"/>
                </a:lnTo>
                <a:lnTo>
                  <a:pt x="365961" y="416658"/>
                </a:lnTo>
                <a:lnTo>
                  <a:pt x="364141" y="409300"/>
                </a:lnTo>
                <a:lnTo>
                  <a:pt x="360704" y="394661"/>
                </a:lnTo>
                <a:lnTo>
                  <a:pt x="357736" y="380130"/>
                </a:lnTo>
                <a:lnTo>
                  <a:pt x="355173" y="365496"/>
                </a:lnTo>
                <a:lnTo>
                  <a:pt x="352993" y="350798"/>
                </a:lnTo>
                <a:lnTo>
                  <a:pt x="351345" y="341300"/>
                </a:lnTo>
                <a:lnTo>
                  <a:pt x="349391" y="331533"/>
                </a:lnTo>
                <a:lnTo>
                  <a:pt x="347396" y="321719"/>
                </a:lnTo>
                <a:lnTo>
                  <a:pt x="345562" y="311764"/>
                </a:lnTo>
                <a:lnTo>
                  <a:pt x="382650" y="302400"/>
                </a:lnTo>
                <a:lnTo>
                  <a:pt x="419795" y="292479"/>
                </a:lnTo>
                <a:lnTo>
                  <a:pt x="456667" y="281539"/>
                </a:lnTo>
                <a:lnTo>
                  <a:pt x="492934" y="269117"/>
                </a:lnTo>
                <a:lnTo>
                  <a:pt x="501788" y="255239"/>
                </a:lnTo>
                <a:lnTo>
                  <a:pt x="501781" y="255096"/>
                </a:lnTo>
                <a:lnTo>
                  <a:pt x="469714" y="255096"/>
                </a:lnTo>
                <a:lnTo>
                  <a:pt x="464463" y="252912"/>
                </a:lnTo>
                <a:close/>
              </a:path>
              <a:path w="502284" h="500380">
                <a:moveTo>
                  <a:pt x="259059" y="0"/>
                </a:moveTo>
                <a:lnTo>
                  <a:pt x="213006" y="6296"/>
                </a:lnTo>
                <a:lnTo>
                  <a:pt x="178873" y="14765"/>
                </a:lnTo>
                <a:lnTo>
                  <a:pt x="172044" y="16800"/>
                </a:lnTo>
                <a:lnTo>
                  <a:pt x="165378" y="18587"/>
                </a:lnTo>
                <a:lnTo>
                  <a:pt x="156252" y="20883"/>
                </a:lnTo>
                <a:lnTo>
                  <a:pt x="153308" y="21518"/>
                </a:lnTo>
                <a:lnTo>
                  <a:pt x="144453" y="23741"/>
                </a:lnTo>
                <a:lnTo>
                  <a:pt x="138542" y="25709"/>
                </a:lnTo>
                <a:lnTo>
                  <a:pt x="135599" y="29557"/>
                </a:lnTo>
                <a:lnTo>
                  <a:pt x="132584" y="31500"/>
                </a:lnTo>
                <a:lnTo>
                  <a:pt x="131639" y="35755"/>
                </a:lnTo>
                <a:lnTo>
                  <a:pt x="131736" y="42130"/>
                </a:lnTo>
                <a:lnTo>
                  <a:pt x="132348" y="48975"/>
                </a:lnTo>
                <a:lnTo>
                  <a:pt x="135622" y="62069"/>
                </a:lnTo>
                <a:lnTo>
                  <a:pt x="137116" y="69563"/>
                </a:lnTo>
                <a:lnTo>
                  <a:pt x="138094" y="77166"/>
                </a:lnTo>
                <a:lnTo>
                  <a:pt x="138860" y="84822"/>
                </a:lnTo>
                <a:lnTo>
                  <a:pt x="139719" y="92473"/>
                </a:lnTo>
                <a:lnTo>
                  <a:pt x="146442" y="138182"/>
                </a:lnTo>
                <a:lnTo>
                  <a:pt x="151315" y="162837"/>
                </a:lnTo>
                <a:lnTo>
                  <a:pt x="154704" y="179656"/>
                </a:lnTo>
                <a:lnTo>
                  <a:pt x="156626" y="188142"/>
                </a:lnTo>
                <a:lnTo>
                  <a:pt x="119760" y="196719"/>
                </a:lnTo>
                <a:lnTo>
                  <a:pt x="5463" y="224820"/>
                </a:lnTo>
                <a:lnTo>
                  <a:pt x="541" y="228363"/>
                </a:lnTo>
                <a:lnTo>
                  <a:pt x="588" y="232948"/>
                </a:lnTo>
                <a:lnTo>
                  <a:pt x="0" y="235399"/>
                </a:lnTo>
                <a:lnTo>
                  <a:pt x="1931" y="243120"/>
                </a:lnTo>
                <a:lnTo>
                  <a:pt x="6968" y="259463"/>
                </a:lnTo>
                <a:lnTo>
                  <a:pt x="10938" y="276301"/>
                </a:lnTo>
                <a:lnTo>
                  <a:pt x="14289" y="293293"/>
                </a:lnTo>
                <a:lnTo>
                  <a:pt x="17473" y="310100"/>
                </a:lnTo>
                <a:lnTo>
                  <a:pt x="18850" y="324091"/>
                </a:lnTo>
                <a:lnTo>
                  <a:pt x="20534" y="337958"/>
                </a:lnTo>
                <a:lnTo>
                  <a:pt x="44977" y="370028"/>
                </a:lnTo>
                <a:lnTo>
                  <a:pt x="53276" y="369488"/>
                </a:lnTo>
                <a:lnTo>
                  <a:pt x="62051" y="367517"/>
                </a:lnTo>
                <a:lnTo>
                  <a:pt x="69441" y="366306"/>
                </a:lnTo>
                <a:lnTo>
                  <a:pt x="76537" y="364858"/>
                </a:lnTo>
                <a:lnTo>
                  <a:pt x="83567" y="363222"/>
                </a:lnTo>
                <a:lnTo>
                  <a:pt x="90758" y="361446"/>
                </a:lnTo>
                <a:lnTo>
                  <a:pt x="105395" y="357990"/>
                </a:lnTo>
                <a:lnTo>
                  <a:pt x="119900" y="354907"/>
                </a:lnTo>
                <a:lnTo>
                  <a:pt x="149254" y="349216"/>
                </a:lnTo>
                <a:lnTo>
                  <a:pt x="159287" y="348057"/>
                </a:lnTo>
                <a:lnTo>
                  <a:pt x="169059" y="346419"/>
                </a:lnTo>
                <a:lnTo>
                  <a:pt x="189429" y="342574"/>
                </a:lnTo>
                <a:lnTo>
                  <a:pt x="223139" y="342574"/>
                </a:lnTo>
                <a:lnTo>
                  <a:pt x="223092" y="342320"/>
                </a:lnTo>
                <a:lnTo>
                  <a:pt x="51148" y="342320"/>
                </a:lnTo>
                <a:lnTo>
                  <a:pt x="51046" y="337958"/>
                </a:lnTo>
                <a:lnTo>
                  <a:pt x="50937" y="333306"/>
                </a:lnTo>
                <a:lnTo>
                  <a:pt x="49794" y="324091"/>
                </a:lnTo>
                <a:lnTo>
                  <a:pt x="46745" y="306290"/>
                </a:lnTo>
                <a:lnTo>
                  <a:pt x="44158" y="291728"/>
                </a:lnTo>
                <a:lnTo>
                  <a:pt x="41564" y="276755"/>
                </a:lnTo>
                <a:lnTo>
                  <a:pt x="38779" y="261952"/>
                </a:lnTo>
                <a:lnTo>
                  <a:pt x="35536" y="247438"/>
                </a:lnTo>
                <a:lnTo>
                  <a:pt x="74548" y="238631"/>
                </a:lnTo>
                <a:lnTo>
                  <a:pt x="115056" y="230747"/>
                </a:lnTo>
                <a:lnTo>
                  <a:pt x="197131" y="215244"/>
                </a:lnTo>
                <a:lnTo>
                  <a:pt x="192883" y="197210"/>
                </a:lnTo>
                <a:lnTo>
                  <a:pt x="182043" y="153192"/>
                </a:lnTo>
                <a:lnTo>
                  <a:pt x="167656" y="99362"/>
                </a:lnTo>
                <a:lnTo>
                  <a:pt x="152813" y="51973"/>
                </a:lnTo>
                <a:lnTo>
                  <a:pt x="190651" y="46689"/>
                </a:lnTo>
                <a:lnTo>
                  <a:pt x="228454" y="39463"/>
                </a:lnTo>
                <a:lnTo>
                  <a:pt x="254523" y="31246"/>
                </a:lnTo>
                <a:lnTo>
                  <a:pt x="281106" y="31246"/>
                </a:lnTo>
                <a:lnTo>
                  <a:pt x="273127" y="7980"/>
                </a:lnTo>
                <a:lnTo>
                  <a:pt x="267686" y="1898"/>
                </a:lnTo>
                <a:lnTo>
                  <a:pt x="259059" y="0"/>
                </a:lnTo>
                <a:close/>
              </a:path>
              <a:path w="502284" h="500380">
                <a:moveTo>
                  <a:pt x="215146" y="301324"/>
                </a:moveTo>
                <a:lnTo>
                  <a:pt x="51148" y="342320"/>
                </a:lnTo>
                <a:lnTo>
                  <a:pt x="223092" y="342320"/>
                </a:lnTo>
                <a:lnTo>
                  <a:pt x="215146" y="301324"/>
                </a:lnTo>
                <a:close/>
              </a:path>
              <a:path w="502284" h="500380">
                <a:moveTo>
                  <a:pt x="480605" y="154538"/>
                </a:moveTo>
                <a:lnTo>
                  <a:pt x="449180" y="154538"/>
                </a:lnTo>
                <a:lnTo>
                  <a:pt x="452636" y="179656"/>
                </a:lnTo>
                <a:lnTo>
                  <a:pt x="456551" y="205541"/>
                </a:lnTo>
                <a:lnTo>
                  <a:pt x="461870" y="230747"/>
                </a:lnTo>
                <a:lnTo>
                  <a:pt x="469714" y="255096"/>
                </a:lnTo>
                <a:lnTo>
                  <a:pt x="501781" y="255096"/>
                </a:lnTo>
                <a:lnTo>
                  <a:pt x="501381" y="247438"/>
                </a:lnTo>
                <a:lnTo>
                  <a:pt x="501292" y="245743"/>
                </a:lnTo>
                <a:lnTo>
                  <a:pt x="500046" y="237113"/>
                </a:lnTo>
                <a:lnTo>
                  <a:pt x="497668" y="223385"/>
                </a:lnTo>
                <a:lnTo>
                  <a:pt x="495277" y="209227"/>
                </a:lnTo>
                <a:lnTo>
                  <a:pt x="492675" y="195122"/>
                </a:lnTo>
                <a:lnTo>
                  <a:pt x="489661" y="181551"/>
                </a:lnTo>
                <a:lnTo>
                  <a:pt x="486656" y="174853"/>
                </a:lnTo>
                <a:lnTo>
                  <a:pt x="484360" y="168403"/>
                </a:lnTo>
                <a:lnTo>
                  <a:pt x="482465" y="161834"/>
                </a:lnTo>
                <a:lnTo>
                  <a:pt x="480666" y="154779"/>
                </a:lnTo>
                <a:lnTo>
                  <a:pt x="480605" y="154538"/>
                </a:lnTo>
                <a:close/>
              </a:path>
              <a:path w="502284" h="500380">
                <a:moveTo>
                  <a:pt x="281106" y="31246"/>
                </a:moveTo>
                <a:lnTo>
                  <a:pt x="254523" y="31246"/>
                </a:lnTo>
                <a:lnTo>
                  <a:pt x="257343" y="51973"/>
                </a:lnTo>
                <a:lnTo>
                  <a:pt x="264258" y="95645"/>
                </a:lnTo>
                <a:lnTo>
                  <a:pt x="274777" y="151307"/>
                </a:lnTo>
                <a:lnTo>
                  <a:pt x="276996" y="162837"/>
                </a:lnTo>
                <a:lnTo>
                  <a:pt x="297475" y="198264"/>
                </a:lnTo>
                <a:lnTo>
                  <a:pt x="303654" y="196719"/>
                </a:lnTo>
                <a:lnTo>
                  <a:pt x="324257" y="191212"/>
                </a:lnTo>
                <a:lnTo>
                  <a:pt x="364160" y="179656"/>
                </a:lnTo>
                <a:lnTo>
                  <a:pt x="396833" y="170906"/>
                </a:lnTo>
                <a:lnTo>
                  <a:pt x="418852" y="164738"/>
                </a:lnTo>
                <a:lnTo>
                  <a:pt x="439850" y="158391"/>
                </a:lnTo>
                <a:lnTo>
                  <a:pt x="449180" y="154538"/>
                </a:lnTo>
                <a:lnTo>
                  <a:pt x="480605" y="154538"/>
                </a:lnTo>
                <a:lnTo>
                  <a:pt x="480269" y="153192"/>
                </a:lnTo>
                <a:lnTo>
                  <a:pt x="315232" y="153192"/>
                </a:lnTo>
                <a:lnTo>
                  <a:pt x="306189" y="117378"/>
                </a:lnTo>
                <a:lnTo>
                  <a:pt x="296325" y="80467"/>
                </a:lnTo>
                <a:lnTo>
                  <a:pt x="285504" y="44073"/>
                </a:lnTo>
                <a:lnTo>
                  <a:pt x="281193" y="31500"/>
                </a:lnTo>
                <a:lnTo>
                  <a:pt x="281106" y="31246"/>
                </a:lnTo>
                <a:close/>
              </a:path>
              <a:path w="502284" h="500380">
                <a:moveTo>
                  <a:pt x="453042" y="127957"/>
                </a:moveTo>
                <a:lnTo>
                  <a:pt x="409829" y="136453"/>
                </a:lnTo>
                <a:lnTo>
                  <a:pt x="394048" y="138182"/>
                </a:lnTo>
                <a:lnTo>
                  <a:pt x="378847" y="140433"/>
                </a:lnTo>
                <a:lnTo>
                  <a:pt x="363748" y="143091"/>
                </a:lnTo>
                <a:lnTo>
                  <a:pt x="348271" y="146042"/>
                </a:lnTo>
                <a:lnTo>
                  <a:pt x="340035" y="147927"/>
                </a:lnTo>
                <a:lnTo>
                  <a:pt x="323467" y="151307"/>
                </a:lnTo>
                <a:lnTo>
                  <a:pt x="315232" y="153192"/>
                </a:lnTo>
                <a:lnTo>
                  <a:pt x="480269" y="153192"/>
                </a:lnTo>
                <a:lnTo>
                  <a:pt x="479017" y="148188"/>
                </a:lnTo>
                <a:lnTo>
                  <a:pt x="477322" y="136999"/>
                </a:lnTo>
                <a:lnTo>
                  <a:pt x="472658" y="132351"/>
                </a:lnTo>
                <a:lnTo>
                  <a:pt x="470823" y="128831"/>
                </a:lnTo>
                <a:lnTo>
                  <a:pt x="470699" y="128592"/>
                </a:lnTo>
                <a:lnTo>
                  <a:pt x="460107" y="128592"/>
                </a:lnTo>
                <a:lnTo>
                  <a:pt x="453042" y="127957"/>
                </a:lnTo>
                <a:close/>
              </a:path>
              <a:path w="502284" h="500380">
                <a:moveTo>
                  <a:pt x="470540" y="128287"/>
                </a:moveTo>
                <a:lnTo>
                  <a:pt x="465389" y="128287"/>
                </a:lnTo>
                <a:lnTo>
                  <a:pt x="460107" y="128592"/>
                </a:lnTo>
                <a:lnTo>
                  <a:pt x="470699" y="128592"/>
                </a:lnTo>
                <a:lnTo>
                  <a:pt x="470540" y="128287"/>
                </a:lnTo>
                <a:close/>
              </a:path>
            </a:pathLst>
          </a:custGeom>
          <a:solidFill>
            <a:srgbClr val="0088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978" y="0"/>
            <a:ext cx="839100" cy="124575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16418" y="475995"/>
            <a:ext cx="6311163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8670">
              <a:lnSpc>
                <a:spcPct val="100000"/>
              </a:lnSpc>
              <a:spcBef>
                <a:spcPts val="100"/>
              </a:spcBef>
            </a:pPr>
            <a:r>
              <a:rPr sz="3600" spc="-160" dirty="0">
                <a:latin typeface="+mj-lt"/>
                <a:cs typeface="+mj-lt"/>
              </a:rPr>
              <a:t>R</a:t>
            </a:r>
            <a:r>
              <a:rPr lang="en-US" sz="3600" spc="-160" dirty="0">
                <a:latin typeface="+mj-lt"/>
                <a:cs typeface="+mj-lt"/>
              </a:rPr>
              <a:t>e</a:t>
            </a:r>
            <a:r>
              <a:rPr sz="3600" spc="-160" dirty="0">
                <a:latin typeface="+mj-lt"/>
                <a:cs typeface="+mj-lt"/>
              </a:rPr>
              <a:t>sults:</a:t>
            </a:r>
            <a:r>
              <a:rPr sz="3600" spc="-245" dirty="0">
                <a:latin typeface="+mj-lt"/>
                <a:cs typeface="+mj-lt"/>
              </a:rPr>
              <a:t> </a:t>
            </a:r>
            <a:r>
              <a:rPr sz="3600" spc="-200" dirty="0">
                <a:latin typeface="+mj-lt"/>
                <a:cs typeface="+mj-lt"/>
              </a:rPr>
              <a:t>2-</a:t>
            </a:r>
            <a:r>
              <a:rPr sz="3600" spc="-165" dirty="0">
                <a:latin typeface="+mj-lt"/>
                <a:cs typeface="+mj-lt"/>
              </a:rPr>
              <a:t>Sampl</a:t>
            </a:r>
            <a:r>
              <a:rPr lang="en-US" sz="3600" spc="-165" dirty="0">
                <a:latin typeface="+mj-lt"/>
                <a:cs typeface="+mj-lt"/>
              </a:rPr>
              <a:t>e</a:t>
            </a:r>
            <a:r>
              <a:rPr sz="3600" spc="-254" dirty="0">
                <a:latin typeface="+mj-lt"/>
                <a:cs typeface="+mj-lt"/>
              </a:rPr>
              <a:t> </a:t>
            </a:r>
            <a:r>
              <a:rPr sz="3600" spc="-140" dirty="0">
                <a:latin typeface="+mj-lt"/>
                <a:cs typeface="+mj-lt"/>
              </a:rPr>
              <a:t>Z</a:t>
            </a:r>
            <a:r>
              <a:rPr sz="3600" spc="-240" dirty="0">
                <a:latin typeface="+mj-lt"/>
                <a:cs typeface="+mj-lt"/>
              </a:rPr>
              <a:t> </a:t>
            </a:r>
            <a:r>
              <a:rPr lang="en-US" sz="3600" spc="-240" dirty="0">
                <a:latin typeface="+mj-lt"/>
                <a:cs typeface="+mj-lt"/>
              </a:rPr>
              <a:t>Te</a:t>
            </a:r>
            <a:r>
              <a:rPr sz="3600" spc="110" dirty="0">
                <a:latin typeface="+mj-lt"/>
                <a:cs typeface="+mj-lt"/>
              </a:rPr>
              <a:t>st</a:t>
            </a:r>
            <a:endParaRPr sz="3600" spc="110" dirty="0">
              <a:latin typeface="+mj-lt"/>
              <a:cs typeface="+mj-l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0891" y="1734819"/>
            <a:ext cx="5139690" cy="24028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7815" marR="5080" indent="-285750">
              <a:lnSpc>
                <a:spcPct val="101000"/>
              </a:lnSpc>
              <a:spcBef>
                <a:spcPts val="85"/>
              </a:spcBef>
              <a:buFont typeface="Arial" panose="020B0604020202090204"/>
              <a:buChar char="•"/>
              <a:tabLst>
                <a:tab pos="297815" algn="l"/>
              </a:tabLst>
            </a:pP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Results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from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the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2-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sample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z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test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demonstrate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a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correlation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between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high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05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level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and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hospitalization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myocardial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infarction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(χ2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=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4.8386, </a:t>
            </a:r>
            <a:r>
              <a:rPr sz="1800" spc="75" dirty="0">
                <a:solidFill>
                  <a:srgbClr val="0A1533"/>
                </a:solidFill>
                <a:latin typeface="+mn-lt"/>
                <a:cs typeface="+mn-lt"/>
              </a:rPr>
              <a:t>Z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=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2.199682,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p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=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0.02783).</a:t>
            </a:r>
            <a:endParaRPr sz="1800">
              <a:latin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Clr>
                <a:srgbClr val="0A1533"/>
              </a:buClr>
              <a:buFont typeface="Arial" panose="020B0604020202090204"/>
              <a:buChar char="•"/>
            </a:pPr>
            <a:endParaRPr sz="1800">
              <a:latin typeface="+mn-lt"/>
              <a:cs typeface="+mn-lt"/>
            </a:endParaRPr>
          </a:p>
          <a:p>
            <a:pPr marL="297815" marR="11430" indent="-285750">
              <a:lnSpc>
                <a:spcPts val="1900"/>
              </a:lnSpc>
              <a:buFont typeface="Arial" panose="020B0604020202090204"/>
              <a:buChar char="•"/>
              <a:tabLst>
                <a:tab pos="297815" algn="l"/>
              </a:tabLst>
            </a:pP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People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who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having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higher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05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level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(obese)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are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more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likely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</a:rPr>
              <a:t>to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be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hospitalized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(11.21%)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00" dirty="0">
                <a:solidFill>
                  <a:srgbClr val="0A1533"/>
                </a:solidFill>
                <a:latin typeface="+mn-lt"/>
                <a:cs typeface="+mn-lt"/>
              </a:rPr>
              <a:t>as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opposed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to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those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who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have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lower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105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level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(9.23%).</a:t>
            </a:r>
            <a:endParaRPr sz="1800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0254" y="930"/>
            <a:ext cx="1624330" cy="1524000"/>
            <a:chOff x="7520254" y="930"/>
            <a:chExt cx="1624330" cy="1524000"/>
          </a:xfrm>
        </p:grpSpPr>
        <p:sp>
          <p:nvSpPr>
            <p:cNvPr id="3" name="object 3"/>
            <p:cNvSpPr/>
            <p:nvPr/>
          </p:nvSpPr>
          <p:spPr>
            <a:xfrm>
              <a:off x="7650772" y="939"/>
              <a:ext cx="810895" cy="880110"/>
            </a:xfrm>
            <a:custGeom>
              <a:avLst/>
              <a:gdLst/>
              <a:ahLst/>
              <a:cxnLst/>
              <a:rect l="l" t="t" r="r" b="b"/>
              <a:pathLst>
                <a:path w="810895" h="880110">
                  <a:moveTo>
                    <a:pt x="420281" y="391718"/>
                  </a:moveTo>
                  <a:lnTo>
                    <a:pt x="412470" y="386054"/>
                  </a:lnTo>
                  <a:lnTo>
                    <a:pt x="408470" y="381952"/>
                  </a:lnTo>
                  <a:lnTo>
                    <a:pt x="402894" y="373532"/>
                  </a:lnTo>
                  <a:lnTo>
                    <a:pt x="401281" y="373202"/>
                  </a:lnTo>
                  <a:lnTo>
                    <a:pt x="393217" y="369100"/>
                  </a:lnTo>
                  <a:lnTo>
                    <a:pt x="386905" y="371881"/>
                  </a:lnTo>
                  <a:lnTo>
                    <a:pt x="380339" y="376224"/>
                  </a:lnTo>
                  <a:lnTo>
                    <a:pt x="373456" y="382181"/>
                  </a:lnTo>
                  <a:lnTo>
                    <a:pt x="368769" y="389356"/>
                  </a:lnTo>
                  <a:lnTo>
                    <a:pt x="371500" y="395579"/>
                  </a:lnTo>
                  <a:lnTo>
                    <a:pt x="372402" y="399059"/>
                  </a:lnTo>
                  <a:lnTo>
                    <a:pt x="376478" y="403110"/>
                  </a:lnTo>
                  <a:lnTo>
                    <a:pt x="379958" y="402209"/>
                  </a:lnTo>
                  <a:lnTo>
                    <a:pt x="389458" y="401116"/>
                  </a:lnTo>
                  <a:lnTo>
                    <a:pt x="399275" y="399529"/>
                  </a:lnTo>
                  <a:lnTo>
                    <a:pt x="409511" y="396671"/>
                  </a:lnTo>
                  <a:lnTo>
                    <a:pt x="420281" y="391718"/>
                  </a:lnTo>
                  <a:close/>
                </a:path>
                <a:path w="810895" h="880110">
                  <a:moveTo>
                    <a:pt x="455510" y="422440"/>
                  </a:moveTo>
                  <a:lnTo>
                    <a:pt x="451421" y="418376"/>
                  </a:lnTo>
                  <a:lnTo>
                    <a:pt x="446455" y="414921"/>
                  </a:lnTo>
                  <a:lnTo>
                    <a:pt x="440499" y="408025"/>
                  </a:lnTo>
                  <a:lnTo>
                    <a:pt x="434352" y="412115"/>
                  </a:lnTo>
                  <a:lnTo>
                    <a:pt x="428625" y="416064"/>
                  </a:lnTo>
                  <a:lnTo>
                    <a:pt x="423354" y="419963"/>
                  </a:lnTo>
                  <a:lnTo>
                    <a:pt x="418630" y="423887"/>
                  </a:lnTo>
                  <a:lnTo>
                    <a:pt x="415798" y="425767"/>
                  </a:lnTo>
                  <a:lnTo>
                    <a:pt x="415099" y="432981"/>
                  </a:lnTo>
                  <a:lnTo>
                    <a:pt x="417614" y="436791"/>
                  </a:lnTo>
                  <a:lnTo>
                    <a:pt x="418541" y="440131"/>
                  </a:lnTo>
                  <a:lnTo>
                    <a:pt x="424484" y="442950"/>
                  </a:lnTo>
                  <a:lnTo>
                    <a:pt x="429501" y="442429"/>
                  </a:lnTo>
                  <a:lnTo>
                    <a:pt x="437400" y="439394"/>
                  </a:lnTo>
                  <a:lnTo>
                    <a:pt x="444347" y="435241"/>
                  </a:lnTo>
                  <a:lnTo>
                    <a:pt x="450367" y="429691"/>
                  </a:lnTo>
                  <a:lnTo>
                    <a:pt x="455510" y="422440"/>
                  </a:lnTo>
                  <a:close/>
                </a:path>
                <a:path w="810895" h="880110">
                  <a:moveTo>
                    <a:pt x="725398" y="566953"/>
                  </a:moveTo>
                  <a:lnTo>
                    <a:pt x="704240" y="534974"/>
                  </a:lnTo>
                  <a:lnTo>
                    <a:pt x="697915" y="530999"/>
                  </a:lnTo>
                  <a:lnTo>
                    <a:pt x="697915" y="562203"/>
                  </a:lnTo>
                  <a:lnTo>
                    <a:pt x="695413" y="573849"/>
                  </a:lnTo>
                  <a:lnTo>
                    <a:pt x="580339" y="660234"/>
                  </a:lnTo>
                  <a:lnTo>
                    <a:pt x="564718" y="669480"/>
                  </a:lnTo>
                  <a:lnTo>
                    <a:pt x="548982" y="679272"/>
                  </a:lnTo>
                  <a:lnTo>
                    <a:pt x="532574" y="688022"/>
                  </a:lnTo>
                  <a:lnTo>
                    <a:pt x="514934" y="694080"/>
                  </a:lnTo>
                  <a:lnTo>
                    <a:pt x="504850" y="698817"/>
                  </a:lnTo>
                  <a:lnTo>
                    <a:pt x="495439" y="704748"/>
                  </a:lnTo>
                  <a:lnTo>
                    <a:pt x="486206" y="711339"/>
                  </a:lnTo>
                  <a:lnTo>
                    <a:pt x="476643" y="718019"/>
                  </a:lnTo>
                  <a:lnTo>
                    <a:pt x="468579" y="723049"/>
                  </a:lnTo>
                  <a:lnTo>
                    <a:pt x="460006" y="727646"/>
                  </a:lnTo>
                  <a:lnTo>
                    <a:pt x="450977" y="731558"/>
                  </a:lnTo>
                  <a:lnTo>
                    <a:pt x="441540" y="734479"/>
                  </a:lnTo>
                  <a:lnTo>
                    <a:pt x="435406" y="736549"/>
                  </a:lnTo>
                  <a:lnTo>
                    <a:pt x="429031" y="739013"/>
                  </a:lnTo>
                  <a:lnTo>
                    <a:pt x="422871" y="741845"/>
                  </a:lnTo>
                  <a:lnTo>
                    <a:pt x="417410" y="744982"/>
                  </a:lnTo>
                  <a:lnTo>
                    <a:pt x="381685" y="768604"/>
                  </a:lnTo>
                  <a:lnTo>
                    <a:pt x="379869" y="765848"/>
                  </a:lnTo>
                  <a:lnTo>
                    <a:pt x="376466" y="762635"/>
                  </a:lnTo>
                  <a:lnTo>
                    <a:pt x="376758" y="761149"/>
                  </a:lnTo>
                  <a:lnTo>
                    <a:pt x="376631" y="739013"/>
                  </a:lnTo>
                  <a:lnTo>
                    <a:pt x="376542" y="734479"/>
                  </a:lnTo>
                  <a:lnTo>
                    <a:pt x="376453" y="729843"/>
                  </a:lnTo>
                  <a:lnTo>
                    <a:pt x="376389" y="698817"/>
                  </a:lnTo>
                  <a:lnTo>
                    <a:pt x="377012" y="683920"/>
                  </a:lnTo>
                  <a:lnTo>
                    <a:pt x="378256" y="676567"/>
                  </a:lnTo>
                  <a:lnTo>
                    <a:pt x="378294" y="676338"/>
                  </a:lnTo>
                  <a:lnTo>
                    <a:pt x="532701" y="563333"/>
                  </a:lnTo>
                  <a:lnTo>
                    <a:pt x="606844" y="514286"/>
                  </a:lnTo>
                  <a:lnTo>
                    <a:pt x="632396" y="523963"/>
                  </a:lnTo>
                  <a:lnTo>
                    <a:pt x="654723" y="537184"/>
                  </a:lnTo>
                  <a:lnTo>
                    <a:pt x="675868" y="550938"/>
                  </a:lnTo>
                  <a:lnTo>
                    <a:pt x="697915" y="562203"/>
                  </a:lnTo>
                  <a:lnTo>
                    <a:pt x="697915" y="530999"/>
                  </a:lnTo>
                  <a:lnTo>
                    <a:pt x="686155" y="523595"/>
                  </a:lnTo>
                  <a:lnTo>
                    <a:pt x="670852" y="514286"/>
                  </a:lnTo>
                  <a:lnTo>
                    <a:pt x="649097" y="500976"/>
                  </a:lnTo>
                  <a:lnTo>
                    <a:pt x="630694" y="489089"/>
                  </a:lnTo>
                  <a:lnTo>
                    <a:pt x="621880" y="484657"/>
                  </a:lnTo>
                  <a:lnTo>
                    <a:pt x="613486" y="483539"/>
                  </a:lnTo>
                  <a:lnTo>
                    <a:pt x="605078" y="485470"/>
                  </a:lnTo>
                  <a:lnTo>
                    <a:pt x="596265" y="490207"/>
                  </a:lnTo>
                  <a:lnTo>
                    <a:pt x="487184" y="562368"/>
                  </a:lnTo>
                  <a:lnTo>
                    <a:pt x="460311" y="580948"/>
                  </a:lnTo>
                  <a:lnTo>
                    <a:pt x="433959" y="598805"/>
                  </a:lnTo>
                  <a:lnTo>
                    <a:pt x="373837" y="638835"/>
                  </a:lnTo>
                  <a:lnTo>
                    <a:pt x="366890" y="645007"/>
                  </a:lnTo>
                  <a:lnTo>
                    <a:pt x="362267" y="653173"/>
                  </a:lnTo>
                  <a:lnTo>
                    <a:pt x="361429" y="664413"/>
                  </a:lnTo>
                  <a:lnTo>
                    <a:pt x="361835" y="666953"/>
                  </a:lnTo>
                  <a:lnTo>
                    <a:pt x="357136" y="670052"/>
                  </a:lnTo>
                  <a:lnTo>
                    <a:pt x="353910" y="673468"/>
                  </a:lnTo>
                  <a:lnTo>
                    <a:pt x="353326" y="676338"/>
                  </a:lnTo>
                  <a:lnTo>
                    <a:pt x="353288" y="676567"/>
                  </a:lnTo>
                  <a:lnTo>
                    <a:pt x="350202" y="679996"/>
                  </a:lnTo>
                  <a:lnTo>
                    <a:pt x="347103" y="709091"/>
                  </a:lnTo>
                  <a:lnTo>
                    <a:pt x="348081" y="717283"/>
                  </a:lnTo>
                  <a:lnTo>
                    <a:pt x="348170" y="718019"/>
                  </a:lnTo>
                  <a:lnTo>
                    <a:pt x="350075" y="729843"/>
                  </a:lnTo>
                  <a:lnTo>
                    <a:pt x="350164" y="734479"/>
                  </a:lnTo>
                  <a:lnTo>
                    <a:pt x="350240" y="741845"/>
                  </a:lnTo>
                  <a:lnTo>
                    <a:pt x="349402" y="752195"/>
                  </a:lnTo>
                  <a:lnTo>
                    <a:pt x="348005" y="762635"/>
                  </a:lnTo>
                  <a:lnTo>
                    <a:pt x="347433" y="771575"/>
                  </a:lnTo>
                  <a:lnTo>
                    <a:pt x="369633" y="805091"/>
                  </a:lnTo>
                  <a:lnTo>
                    <a:pt x="375539" y="805091"/>
                  </a:lnTo>
                  <a:lnTo>
                    <a:pt x="382295" y="802081"/>
                  </a:lnTo>
                  <a:lnTo>
                    <a:pt x="421741" y="775982"/>
                  </a:lnTo>
                  <a:lnTo>
                    <a:pt x="428167" y="771575"/>
                  </a:lnTo>
                  <a:lnTo>
                    <a:pt x="432612" y="768604"/>
                  </a:lnTo>
                  <a:lnTo>
                    <a:pt x="434721" y="767207"/>
                  </a:lnTo>
                  <a:lnTo>
                    <a:pt x="441452" y="763485"/>
                  </a:lnTo>
                  <a:lnTo>
                    <a:pt x="448030" y="761149"/>
                  </a:lnTo>
                  <a:lnTo>
                    <a:pt x="459511" y="757580"/>
                  </a:lnTo>
                  <a:lnTo>
                    <a:pt x="470014" y="752627"/>
                  </a:lnTo>
                  <a:lnTo>
                    <a:pt x="480123" y="746683"/>
                  </a:lnTo>
                  <a:lnTo>
                    <a:pt x="490054" y="740219"/>
                  </a:lnTo>
                  <a:lnTo>
                    <a:pt x="502183" y="731951"/>
                  </a:lnTo>
                  <a:lnTo>
                    <a:pt x="514832" y="723849"/>
                  </a:lnTo>
                  <a:lnTo>
                    <a:pt x="528231" y="717283"/>
                  </a:lnTo>
                  <a:lnTo>
                    <a:pt x="542632" y="713587"/>
                  </a:lnTo>
                  <a:lnTo>
                    <a:pt x="546061" y="712609"/>
                  </a:lnTo>
                  <a:lnTo>
                    <a:pt x="700252" y="610603"/>
                  </a:lnTo>
                  <a:lnTo>
                    <a:pt x="724446" y="575729"/>
                  </a:lnTo>
                  <a:lnTo>
                    <a:pt x="725398" y="566953"/>
                  </a:lnTo>
                  <a:close/>
                </a:path>
                <a:path w="810895" h="880110">
                  <a:moveTo>
                    <a:pt x="810793" y="579120"/>
                  </a:moveTo>
                  <a:lnTo>
                    <a:pt x="808507" y="570230"/>
                  </a:lnTo>
                  <a:lnTo>
                    <a:pt x="803325" y="560070"/>
                  </a:lnTo>
                  <a:lnTo>
                    <a:pt x="798703" y="553720"/>
                  </a:lnTo>
                  <a:lnTo>
                    <a:pt x="794308" y="546100"/>
                  </a:lnTo>
                  <a:lnTo>
                    <a:pt x="790371" y="539750"/>
                  </a:lnTo>
                  <a:lnTo>
                    <a:pt x="787133" y="532130"/>
                  </a:lnTo>
                  <a:lnTo>
                    <a:pt x="783577" y="523240"/>
                  </a:lnTo>
                  <a:lnTo>
                    <a:pt x="783577" y="577850"/>
                  </a:lnTo>
                  <a:lnTo>
                    <a:pt x="782866" y="580390"/>
                  </a:lnTo>
                  <a:lnTo>
                    <a:pt x="780376" y="585470"/>
                  </a:lnTo>
                  <a:lnTo>
                    <a:pt x="777862" y="589280"/>
                  </a:lnTo>
                  <a:lnTo>
                    <a:pt x="776922" y="594360"/>
                  </a:lnTo>
                  <a:lnTo>
                    <a:pt x="772541" y="599440"/>
                  </a:lnTo>
                  <a:lnTo>
                    <a:pt x="769708" y="601980"/>
                  </a:lnTo>
                  <a:lnTo>
                    <a:pt x="756462" y="612140"/>
                  </a:lnTo>
                  <a:lnTo>
                    <a:pt x="745769" y="626110"/>
                  </a:lnTo>
                  <a:lnTo>
                    <a:pt x="735190" y="638810"/>
                  </a:lnTo>
                  <a:lnTo>
                    <a:pt x="722325" y="650240"/>
                  </a:lnTo>
                  <a:lnTo>
                    <a:pt x="689698" y="673100"/>
                  </a:lnTo>
                  <a:lnTo>
                    <a:pt x="656971" y="694690"/>
                  </a:lnTo>
                  <a:lnTo>
                    <a:pt x="624459" y="717550"/>
                  </a:lnTo>
                  <a:lnTo>
                    <a:pt x="592543" y="740410"/>
                  </a:lnTo>
                  <a:lnTo>
                    <a:pt x="586447" y="744220"/>
                  </a:lnTo>
                  <a:lnTo>
                    <a:pt x="580656" y="748030"/>
                  </a:lnTo>
                  <a:lnTo>
                    <a:pt x="574687" y="750570"/>
                  </a:lnTo>
                  <a:lnTo>
                    <a:pt x="568134" y="753110"/>
                  </a:lnTo>
                  <a:lnTo>
                    <a:pt x="546442" y="759460"/>
                  </a:lnTo>
                  <a:lnTo>
                    <a:pt x="526237" y="769620"/>
                  </a:lnTo>
                  <a:lnTo>
                    <a:pt x="507085" y="779780"/>
                  </a:lnTo>
                  <a:lnTo>
                    <a:pt x="488581" y="791210"/>
                  </a:lnTo>
                  <a:lnTo>
                    <a:pt x="445338" y="820420"/>
                  </a:lnTo>
                  <a:lnTo>
                    <a:pt x="434835" y="826770"/>
                  </a:lnTo>
                  <a:lnTo>
                    <a:pt x="424091" y="833120"/>
                  </a:lnTo>
                  <a:lnTo>
                    <a:pt x="412534" y="836930"/>
                  </a:lnTo>
                  <a:lnTo>
                    <a:pt x="399592" y="836930"/>
                  </a:lnTo>
                  <a:lnTo>
                    <a:pt x="391795" y="835660"/>
                  </a:lnTo>
                  <a:lnTo>
                    <a:pt x="384644" y="839470"/>
                  </a:lnTo>
                  <a:lnTo>
                    <a:pt x="376212" y="840740"/>
                  </a:lnTo>
                  <a:lnTo>
                    <a:pt x="362204" y="842010"/>
                  </a:lnTo>
                  <a:lnTo>
                    <a:pt x="351332" y="836930"/>
                  </a:lnTo>
                  <a:lnTo>
                    <a:pt x="343750" y="828040"/>
                  </a:lnTo>
                  <a:lnTo>
                    <a:pt x="339648" y="816610"/>
                  </a:lnTo>
                  <a:lnTo>
                    <a:pt x="337375" y="805180"/>
                  </a:lnTo>
                  <a:lnTo>
                    <a:pt x="334835" y="793750"/>
                  </a:lnTo>
                  <a:lnTo>
                    <a:pt x="329552" y="769620"/>
                  </a:lnTo>
                  <a:lnTo>
                    <a:pt x="324662" y="746760"/>
                  </a:lnTo>
                  <a:lnTo>
                    <a:pt x="320052" y="722630"/>
                  </a:lnTo>
                  <a:lnTo>
                    <a:pt x="315493" y="698500"/>
                  </a:lnTo>
                  <a:lnTo>
                    <a:pt x="310794" y="674370"/>
                  </a:lnTo>
                  <a:lnTo>
                    <a:pt x="308190" y="657860"/>
                  </a:lnTo>
                  <a:lnTo>
                    <a:pt x="306539" y="640080"/>
                  </a:lnTo>
                  <a:lnTo>
                    <a:pt x="304647" y="622300"/>
                  </a:lnTo>
                  <a:lnTo>
                    <a:pt x="301320" y="604520"/>
                  </a:lnTo>
                  <a:lnTo>
                    <a:pt x="300443" y="594360"/>
                  </a:lnTo>
                  <a:lnTo>
                    <a:pt x="300532" y="584200"/>
                  </a:lnTo>
                  <a:lnTo>
                    <a:pt x="300672" y="580390"/>
                  </a:lnTo>
                  <a:lnTo>
                    <a:pt x="300761" y="577850"/>
                  </a:lnTo>
                  <a:lnTo>
                    <a:pt x="300799" y="576580"/>
                  </a:lnTo>
                  <a:lnTo>
                    <a:pt x="300913" y="543560"/>
                  </a:lnTo>
                  <a:lnTo>
                    <a:pt x="297307" y="485140"/>
                  </a:lnTo>
                  <a:lnTo>
                    <a:pt x="295998" y="466090"/>
                  </a:lnTo>
                  <a:lnTo>
                    <a:pt x="295910" y="464820"/>
                  </a:lnTo>
                  <a:lnTo>
                    <a:pt x="294144" y="444500"/>
                  </a:lnTo>
                  <a:lnTo>
                    <a:pt x="293154" y="440690"/>
                  </a:lnTo>
                  <a:lnTo>
                    <a:pt x="294754" y="438150"/>
                  </a:lnTo>
                  <a:lnTo>
                    <a:pt x="285165" y="397510"/>
                  </a:lnTo>
                  <a:lnTo>
                    <a:pt x="283781" y="359410"/>
                  </a:lnTo>
                  <a:lnTo>
                    <a:pt x="275717" y="350520"/>
                  </a:lnTo>
                  <a:lnTo>
                    <a:pt x="268439" y="341630"/>
                  </a:lnTo>
                  <a:lnTo>
                    <a:pt x="261975" y="332740"/>
                  </a:lnTo>
                  <a:lnTo>
                    <a:pt x="256413" y="322580"/>
                  </a:lnTo>
                  <a:lnTo>
                    <a:pt x="226085" y="278130"/>
                  </a:lnTo>
                  <a:lnTo>
                    <a:pt x="136372" y="144780"/>
                  </a:lnTo>
                  <a:lnTo>
                    <a:pt x="131178" y="138430"/>
                  </a:lnTo>
                  <a:lnTo>
                    <a:pt x="125196" y="130810"/>
                  </a:lnTo>
                  <a:lnTo>
                    <a:pt x="118808" y="123190"/>
                  </a:lnTo>
                  <a:lnTo>
                    <a:pt x="112382" y="114300"/>
                  </a:lnTo>
                  <a:lnTo>
                    <a:pt x="122008" y="106680"/>
                  </a:lnTo>
                  <a:lnTo>
                    <a:pt x="134962" y="96520"/>
                  </a:lnTo>
                  <a:lnTo>
                    <a:pt x="146761" y="88900"/>
                  </a:lnTo>
                  <a:lnTo>
                    <a:pt x="175171" y="77470"/>
                  </a:lnTo>
                  <a:lnTo>
                    <a:pt x="189687" y="69850"/>
                  </a:lnTo>
                  <a:lnTo>
                    <a:pt x="202895" y="59690"/>
                  </a:lnTo>
                  <a:lnTo>
                    <a:pt x="214820" y="46990"/>
                  </a:lnTo>
                  <a:lnTo>
                    <a:pt x="219163" y="55880"/>
                  </a:lnTo>
                  <a:lnTo>
                    <a:pt x="223469" y="63500"/>
                  </a:lnTo>
                  <a:lnTo>
                    <a:pt x="228041" y="72390"/>
                  </a:lnTo>
                  <a:lnTo>
                    <a:pt x="233235" y="81280"/>
                  </a:lnTo>
                  <a:lnTo>
                    <a:pt x="252514" y="110490"/>
                  </a:lnTo>
                  <a:lnTo>
                    <a:pt x="266344" y="133350"/>
                  </a:lnTo>
                  <a:lnTo>
                    <a:pt x="280504" y="156210"/>
                  </a:lnTo>
                  <a:lnTo>
                    <a:pt x="295198" y="177800"/>
                  </a:lnTo>
                  <a:lnTo>
                    <a:pt x="310629" y="200660"/>
                  </a:lnTo>
                  <a:lnTo>
                    <a:pt x="334403" y="232410"/>
                  </a:lnTo>
                  <a:lnTo>
                    <a:pt x="357047" y="265430"/>
                  </a:lnTo>
                  <a:lnTo>
                    <a:pt x="379552" y="299720"/>
                  </a:lnTo>
                  <a:lnTo>
                    <a:pt x="402983" y="334010"/>
                  </a:lnTo>
                  <a:lnTo>
                    <a:pt x="418147" y="335280"/>
                  </a:lnTo>
                  <a:lnTo>
                    <a:pt x="432168" y="339090"/>
                  </a:lnTo>
                  <a:lnTo>
                    <a:pt x="445630" y="345440"/>
                  </a:lnTo>
                  <a:lnTo>
                    <a:pt x="459181" y="353060"/>
                  </a:lnTo>
                  <a:lnTo>
                    <a:pt x="507199" y="378460"/>
                  </a:lnTo>
                  <a:lnTo>
                    <a:pt x="581037" y="421640"/>
                  </a:lnTo>
                  <a:lnTo>
                    <a:pt x="606894" y="438150"/>
                  </a:lnTo>
                  <a:lnTo>
                    <a:pt x="631990" y="455930"/>
                  </a:lnTo>
                  <a:lnTo>
                    <a:pt x="655739" y="474980"/>
                  </a:lnTo>
                  <a:lnTo>
                    <a:pt x="666965" y="483870"/>
                  </a:lnTo>
                  <a:lnTo>
                    <a:pt x="672261" y="485140"/>
                  </a:lnTo>
                  <a:lnTo>
                    <a:pt x="686993" y="492760"/>
                  </a:lnTo>
                  <a:lnTo>
                    <a:pt x="715137" y="510540"/>
                  </a:lnTo>
                  <a:lnTo>
                    <a:pt x="729665" y="518160"/>
                  </a:lnTo>
                  <a:lnTo>
                    <a:pt x="747001" y="529590"/>
                  </a:lnTo>
                  <a:lnTo>
                    <a:pt x="761669" y="543560"/>
                  </a:lnTo>
                  <a:lnTo>
                    <a:pt x="773811" y="558800"/>
                  </a:lnTo>
                  <a:lnTo>
                    <a:pt x="783577" y="577850"/>
                  </a:lnTo>
                  <a:lnTo>
                    <a:pt x="783577" y="523240"/>
                  </a:lnTo>
                  <a:lnTo>
                    <a:pt x="783069" y="521970"/>
                  </a:lnTo>
                  <a:lnTo>
                    <a:pt x="777316" y="514350"/>
                  </a:lnTo>
                  <a:lnTo>
                    <a:pt x="769874" y="508000"/>
                  </a:lnTo>
                  <a:lnTo>
                    <a:pt x="760691" y="502920"/>
                  </a:lnTo>
                  <a:lnTo>
                    <a:pt x="716394" y="472440"/>
                  </a:lnTo>
                  <a:lnTo>
                    <a:pt x="712063" y="469900"/>
                  </a:lnTo>
                  <a:lnTo>
                    <a:pt x="708240" y="468630"/>
                  </a:lnTo>
                  <a:lnTo>
                    <a:pt x="702945" y="466090"/>
                  </a:lnTo>
                  <a:lnTo>
                    <a:pt x="696722" y="462280"/>
                  </a:lnTo>
                  <a:lnTo>
                    <a:pt x="690054" y="459740"/>
                  </a:lnTo>
                  <a:lnTo>
                    <a:pt x="683425" y="455930"/>
                  </a:lnTo>
                  <a:lnTo>
                    <a:pt x="677392" y="452120"/>
                  </a:lnTo>
                  <a:lnTo>
                    <a:pt x="665086" y="441960"/>
                  </a:lnTo>
                  <a:lnTo>
                    <a:pt x="652221" y="433070"/>
                  </a:lnTo>
                  <a:lnTo>
                    <a:pt x="639076" y="425450"/>
                  </a:lnTo>
                  <a:lnTo>
                    <a:pt x="621538" y="414020"/>
                  </a:lnTo>
                  <a:lnTo>
                    <a:pt x="615594" y="411480"/>
                  </a:lnTo>
                  <a:lnTo>
                    <a:pt x="610628" y="408940"/>
                  </a:lnTo>
                  <a:lnTo>
                    <a:pt x="586409" y="391160"/>
                  </a:lnTo>
                  <a:lnTo>
                    <a:pt x="561390" y="377190"/>
                  </a:lnTo>
                  <a:lnTo>
                    <a:pt x="535457" y="363220"/>
                  </a:lnTo>
                  <a:lnTo>
                    <a:pt x="508546" y="350520"/>
                  </a:lnTo>
                  <a:lnTo>
                    <a:pt x="497979" y="346710"/>
                  </a:lnTo>
                  <a:lnTo>
                    <a:pt x="495515" y="342900"/>
                  </a:lnTo>
                  <a:lnTo>
                    <a:pt x="463029" y="322580"/>
                  </a:lnTo>
                  <a:lnTo>
                    <a:pt x="456844" y="321310"/>
                  </a:lnTo>
                  <a:lnTo>
                    <a:pt x="446824" y="313690"/>
                  </a:lnTo>
                  <a:lnTo>
                    <a:pt x="407428" y="280670"/>
                  </a:lnTo>
                  <a:lnTo>
                    <a:pt x="374878" y="240030"/>
                  </a:lnTo>
                  <a:lnTo>
                    <a:pt x="371513" y="232410"/>
                  </a:lnTo>
                  <a:lnTo>
                    <a:pt x="366788" y="227330"/>
                  </a:lnTo>
                  <a:lnTo>
                    <a:pt x="361810" y="219710"/>
                  </a:lnTo>
                  <a:lnTo>
                    <a:pt x="329209" y="177800"/>
                  </a:lnTo>
                  <a:lnTo>
                    <a:pt x="299072" y="133350"/>
                  </a:lnTo>
                  <a:lnTo>
                    <a:pt x="270510" y="87630"/>
                  </a:lnTo>
                  <a:lnTo>
                    <a:pt x="245745" y="46990"/>
                  </a:lnTo>
                  <a:lnTo>
                    <a:pt x="242658" y="41910"/>
                  </a:lnTo>
                  <a:lnTo>
                    <a:pt x="241427" y="40640"/>
                  </a:lnTo>
                  <a:lnTo>
                    <a:pt x="240525" y="36830"/>
                  </a:lnTo>
                  <a:lnTo>
                    <a:pt x="238061" y="33020"/>
                  </a:lnTo>
                  <a:lnTo>
                    <a:pt x="239649" y="25400"/>
                  </a:lnTo>
                  <a:lnTo>
                    <a:pt x="242798" y="17780"/>
                  </a:lnTo>
                  <a:lnTo>
                    <a:pt x="247497" y="15240"/>
                  </a:lnTo>
                  <a:lnTo>
                    <a:pt x="249097" y="11430"/>
                  </a:lnTo>
                  <a:lnTo>
                    <a:pt x="247853" y="5080"/>
                  </a:lnTo>
                  <a:lnTo>
                    <a:pt x="244335" y="0"/>
                  </a:lnTo>
                  <a:lnTo>
                    <a:pt x="205282" y="0"/>
                  </a:lnTo>
                  <a:lnTo>
                    <a:pt x="208140" y="3810"/>
                  </a:lnTo>
                  <a:lnTo>
                    <a:pt x="205168" y="15240"/>
                  </a:lnTo>
                  <a:lnTo>
                    <a:pt x="200355" y="24130"/>
                  </a:lnTo>
                  <a:lnTo>
                    <a:pt x="194081" y="31750"/>
                  </a:lnTo>
                  <a:lnTo>
                    <a:pt x="186766" y="36830"/>
                  </a:lnTo>
                  <a:lnTo>
                    <a:pt x="176631" y="44450"/>
                  </a:lnTo>
                  <a:lnTo>
                    <a:pt x="166306" y="52070"/>
                  </a:lnTo>
                  <a:lnTo>
                    <a:pt x="155625" y="59690"/>
                  </a:lnTo>
                  <a:lnTo>
                    <a:pt x="144424" y="64770"/>
                  </a:lnTo>
                  <a:lnTo>
                    <a:pt x="130822" y="72390"/>
                  </a:lnTo>
                  <a:lnTo>
                    <a:pt x="117919" y="78740"/>
                  </a:lnTo>
                  <a:lnTo>
                    <a:pt x="105346" y="87630"/>
                  </a:lnTo>
                  <a:lnTo>
                    <a:pt x="92786" y="95250"/>
                  </a:lnTo>
                  <a:lnTo>
                    <a:pt x="79590" y="104140"/>
                  </a:lnTo>
                  <a:lnTo>
                    <a:pt x="73367" y="106680"/>
                  </a:lnTo>
                  <a:lnTo>
                    <a:pt x="66141" y="106680"/>
                  </a:lnTo>
                  <a:lnTo>
                    <a:pt x="61480" y="101600"/>
                  </a:lnTo>
                  <a:lnTo>
                    <a:pt x="51663" y="91440"/>
                  </a:lnTo>
                  <a:lnTo>
                    <a:pt x="27533" y="59690"/>
                  </a:lnTo>
                  <a:lnTo>
                    <a:pt x="23647" y="44450"/>
                  </a:lnTo>
                  <a:lnTo>
                    <a:pt x="23558" y="41910"/>
                  </a:lnTo>
                  <a:lnTo>
                    <a:pt x="26504" y="33020"/>
                  </a:lnTo>
                  <a:lnTo>
                    <a:pt x="32651" y="26670"/>
                  </a:lnTo>
                  <a:lnTo>
                    <a:pt x="65443" y="6350"/>
                  </a:lnTo>
                  <a:lnTo>
                    <a:pt x="75107" y="0"/>
                  </a:lnTo>
                  <a:lnTo>
                    <a:pt x="42062" y="0"/>
                  </a:lnTo>
                  <a:lnTo>
                    <a:pt x="13944" y="19050"/>
                  </a:lnTo>
                  <a:lnTo>
                    <a:pt x="6413" y="27940"/>
                  </a:lnTo>
                  <a:lnTo>
                    <a:pt x="1422" y="39370"/>
                  </a:lnTo>
                  <a:lnTo>
                    <a:pt x="0" y="52070"/>
                  </a:lnTo>
                  <a:lnTo>
                    <a:pt x="3175" y="64770"/>
                  </a:lnTo>
                  <a:lnTo>
                    <a:pt x="14757" y="82550"/>
                  </a:lnTo>
                  <a:lnTo>
                    <a:pt x="26758" y="101600"/>
                  </a:lnTo>
                  <a:lnTo>
                    <a:pt x="39243" y="119380"/>
                  </a:lnTo>
                  <a:lnTo>
                    <a:pt x="52298" y="138430"/>
                  </a:lnTo>
                  <a:lnTo>
                    <a:pt x="87312" y="138430"/>
                  </a:lnTo>
                  <a:lnTo>
                    <a:pt x="95846" y="147320"/>
                  </a:lnTo>
                  <a:lnTo>
                    <a:pt x="103543" y="154940"/>
                  </a:lnTo>
                  <a:lnTo>
                    <a:pt x="118135" y="170180"/>
                  </a:lnTo>
                  <a:lnTo>
                    <a:pt x="119367" y="172720"/>
                  </a:lnTo>
                  <a:lnTo>
                    <a:pt x="122859" y="175260"/>
                  </a:lnTo>
                  <a:lnTo>
                    <a:pt x="124345" y="180340"/>
                  </a:lnTo>
                  <a:lnTo>
                    <a:pt x="153250" y="232410"/>
                  </a:lnTo>
                  <a:lnTo>
                    <a:pt x="189026" y="281940"/>
                  </a:lnTo>
                  <a:lnTo>
                    <a:pt x="206654" y="304800"/>
                  </a:lnTo>
                  <a:lnTo>
                    <a:pt x="223393" y="328930"/>
                  </a:lnTo>
                  <a:lnTo>
                    <a:pt x="238264" y="354330"/>
                  </a:lnTo>
                  <a:lnTo>
                    <a:pt x="250253" y="381000"/>
                  </a:lnTo>
                  <a:lnTo>
                    <a:pt x="251485" y="382270"/>
                  </a:lnTo>
                  <a:lnTo>
                    <a:pt x="252730" y="388620"/>
                  </a:lnTo>
                  <a:lnTo>
                    <a:pt x="256476" y="389890"/>
                  </a:lnTo>
                  <a:lnTo>
                    <a:pt x="262026" y="396240"/>
                  </a:lnTo>
                  <a:lnTo>
                    <a:pt x="268541" y="448310"/>
                  </a:lnTo>
                  <a:lnTo>
                    <a:pt x="271627" y="506730"/>
                  </a:lnTo>
                  <a:lnTo>
                    <a:pt x="273164" y="535940"/>
                  </a:lnTo>
                  <a:lnTo>
                    <a:pt x="273278" y="539750"/>
                  </a:lnTo>
                  <a:lnTo>
                    <a:pt x="273405" y="543560"/>
                  </a:lnTo>
                  <a:lnTo>
                    <a:pt x="272669" y="549910"/>
                  </a:lnTo>
                  <a:lnTo>
                    <a:pt x="271513" y="557530"/>
                  </a:lnTo>
                  <a:lnTo>
                    <a:pt x="270522" y="563880"/>
                  </a:lnTo>
                  <a:lnTo>
                    <a:pt x="270154" y="570230"/>
                  </a:lnTo>
                  <a:lnTo>
                    <a:pt x="269582" y="572770"/>
                  </a:lnTo>
                  <a:lnTo>
                    <a:pt x="269532" y="576580"/>
                  </a:lnTo>
                  <a:lnTo>
                    <a:pt x="272669" y="604520"/>
                  </a:lnTo>
                  <a:lnTo>
                    <a:pt x="274345" y="618490"/>
                  </a:lnTo>
                  <a:lnTo>
                    <a:pt x="276263" y="632460"/>
                  </a:lnTo>
                  <a:lnTo>
                    <a:pt x="278777" y="657860"/>
                  </a:lnTo>
                  <a:lnTo>
                    <a:pt x="278904" y="659130"/>
                  </a:lnTo>
                  <a:lnTo>
                    <a:pt x="282625" y="685800"/>
                  </a:lnTo>
                  <a:lnTo>
                    <a:pt x="287045" y="712470"/>
                  </a:lnTo>
                  <a:lnTo>
                    <a:pt x="291820" y="739140"/>
                  </a:lnTo>
                  <a:lnTo>
                    <a:pt x="294970" y="759460"/>
                  </a:lnTo>
                  <a:lnTo>
                    <a:pt x="298665" y="778510"/>
                  </a:lnTo>
                  <a:lnTo>
                    <a:pt x="302539" y="797560"/>
                  </a:lnTo>
                  <a:lnTo>
                    <a:pt x="306197" y="816610"/>
                  </a:lnTo>
                  <a:lnTo>
                    <a:pt x="326110" y="858520"/>
                  </a:lnTo>
                  <a:lnTo>
                    <a:pt x="364159" y="880110"/>
                  </a:lnTo>
                  <a:lnTo>
                    <a:pt x="379793" y="878840"/>
                  </a:lnTo>
                  <a:lnTo>
                    <a:pt x="397954" y="873760"/>
                  </a:lnTo>
                  <a:lnTo>
                    <a:pt x="415937" y="869950"/>
                  </a:lnTo>
                  <a:lnTo>
                    <a:pt x="433222" y="862330"/>
                  </a:lnTo>
                  <a:lnTo>
                    <a:pt x="449287" y="853440"/>
                  </a:lnTo>
                  <a:lnTo>
                    <a:pt x="453974" y="849630"/>
                  </a:lnTo>
                  <a:lnTo>
                    <a:pt x="457123" y="850900"/>
                  </a:lnTo>
                  <a:lnTo>
                    <a:pt x="460959" y="849630"/>
                  </a:lnTo>
                  <a:lnTo>
                    <a:pt x="468642" y="847090"/>
                  </a:lnTo>
                  <a:lnTo>
                    <a:pt x="479450" y="842010"/>
                  </a:lnTo>
                  <a:lnTo>
                    <a:pt x="487692" y="836930"/>
                  </a:lnTo>
                  <a:lnTo>
                    <a:pt x="489762" y="835660"/>
                  </a:lnTo>
                  <a:lnTo>
                    <a:pt x="499757" y="829310"/>
                  </a:lnTo>
                  <a:lnTo>
                    <a:pt x="514375" y="817880"/>
                  </a:lnTo>
                  <a:lnTo>
                    <a:pt x="529272" y="807720"/>
                  </a:lnTo>
                  <a:lnTo>
                    <a:pt x="544601" y="796290"/>
                  </a:lnTo>
                  <a:lnTo>
                    <a:pt x="560501" y="786130"/>
                  </a:lnTo>
                  <a:lnTo>
                    <a:pt x="565759" y="782320"/>
                  </a:lnTo>
                  <a:lnTo>
                    <a:pt x="571576" y="778510"/>
                  </a:lnTo>
                  <a:lnTo>
                    <a:pt x="577811" y="775970"/>
                  </a:lnTo>
                  <a:lnTo>
                    <a:pt x="584301" y="773430"/>
                  </a:lnTo>
                  <a:lnTo>
                    <a:pt x="596290" y="765810"/>
                  </a:lnTo>
                  <a:lnTo>
                    <a:pt x="608622" y="759460"/>
                  </a:lnTo>
                  <a:lnTo>
                    <a:pt x="621004" y="751840"/>
                  </a:lnTo>
                  <a:lnTo>
                    <a:pt x="633171" y="744220"/>
                  </a:lnTo>
                  <a:lnTo>
                    <a:pt x="657479" y="730250"/>
                  </a:lnTo>
                  <a:lnTo>
                    <a:pt x="706196" y="699770"/>
                  </a:lnTo>
                  <a:lnTo>
                    <a:pt x="743140" y="674370"/>
                  </a:lnTo>
                  <a:lnTo>
                    <a:pt x="766864" y="654050"/>
                  </a:lnTo>
                  <a:lnTo>
                    <a:pt x="778979" y="643890"/>
                  </a:lnTo>
                  <a:lnTo>
                    <a:pt x="801712" y="612140"/>
                  </a:lnTo>
                  <a:lnTo>
                    <a:pt x="810742" y="580390"/>
                  </a:lnTo>
                  <a:lnTo>
                    <a:pt x="810793" y="57912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857743" y="130289"/>
              <a:ext cx="129616" cy="161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92529" y="323646"/>
              <a:ext cx="167640" cy="191135"/>
            </a:xfrm>
            <a:custGeom>
              <a:avLst/>
              <a:gdLst/>
              <a:ahLst/>
              <a:cxnLst/>
              <a:rect l="l" t="t" r="r" b="b"/>
              <a:pathLst>
                <a:path w="167640" h="191134">
                  <a:moveTo>
                    <a:pt x="23393" y="16294"/>
                  </a:moveTo>
                  <a:lnTo>
                    <a:pt x="22148" y="10375"/>
                  </a:lnTo>
                  <a:lnTo>
                    <a:pt x="15290" y="0"/>
                  </a:lnTo>
                  <a:lnTo>
                    <a:pt x="7835" y="863"/>
                  </a:lnTo>
                  <a:lnTo>
                    <a:pt x="4292" y="5892"/>
                  </a:lnTo>
                  <a:lnTo>
                    <a:pt x="228" y="9969"/>
                  </a:lnTo>
                  <a:lnTo>
                    <a:pt x="0" y="15595"/>
                  </a:lnTo>
                  <a:lnTo>
                    <a:pt x="4000" y="19710"/>
                  </a:lnTo>
                  <a:lnTo>
                    <a:pt x="7683" y="21221"/>
                  </a:lnTo>
                  <a:lnTo>
                    <a:pt x="14008" y="22517"/>
                  </a:lnTo>
                  <a:lnTo>
                    <a:pt x="18326" y="25006"/>
                  </a:lnTo>
                  <a:lnTo>
                    <a:pt x="23393" y="16294"/>
                  </a:lnTo>
                  <a:close/>
                </a:path>
                <a:path w="167640" h="191134">
                  <a:moveTo>
                    <a:pt x="123317" y="140779"/>
                  </a:moveTo>
                  <a:lnTo>
                    <a:pt x="123050" y="134200"/>
                  </a:lnTo>
                  <a:lnTo>
                    <a:pt x="121805" y="128270"/>
                  </a:lnTo>
                  <a:lnTo>
                    <a:pt x="112382" y="126352"/>
                  </a:lnTo>
                  <a:lnTo>
                    <a:pt x="106794" y="130048"/>
                  </a:lnTo>
                  <a:lnTo>
                    <a:pt x="98628" y="134061"/>
                  </a:lnTo>
                  <a:lnTo>
                    <a:pt x="95478" y="141617"/>
                  </a:lnTo>
                  <a:lnTo>
                    <a:pt x="102920" y="152869"/>
                  </a:lnTo>
                  <a:lnTo>
                    <a:pt x="110134" y="153581"/>
                  </a:lnTo>
                  <a:lnTo>
                    <a:pt x="120116" y="148247"/>
                  </a:lnTo>
                  <a:lnTo>
                    <a:pt x="120497" y="146723"/>
                  </a:lnTo>
                  <a:lnTo>
                    <a:pt x="123317" y="140779"/>
                  </a:lnTo>
                  <a:close/>
                </a:path>
                <a:path w="167640" h="191134">
                  <a:moveTo>
                    <a:pt x="167513" y="179070"/>
                  </a:moveTo>
                  <a:lnTo>
                    <a:pt x="164147" y="171869"/>
                  </a:lnTo>
                  <a:lnTo>
                    <a:pt x="160401" y="170256"/>
                  </a:lnTo>
                  <a:lnTo>
                    <a:pt x="155702" y="169303"/>
                  </a:lnTo>
                  <a:lnTo>
                    <a:pt x="154482" y="171500"/>
                  </a:lnTo>
                  <a:lnTo>
                    <a:pt x="148551" y="172745"/>
                  </a:lnTo>
                  <a:lnTo>
                    <a:pt x="145084" y="177723"/>
                  </a:lnTo>
                  <a:lnTo>
                    <a:pt x="145999" y="185267"/>
                  </a:lnTo>
                  <a:lnTo>
                    <a:pt x="147497" y="189636"/>
                  </a:lnTo>
                  <a:lnTo>
                    <a:pt x="152196" y="190588"/>
                  </a:lnTo>
                  <a:lnTo>
                    <a:pt x="158127" y="189344"/>
                  </a:lnTo>
                  <a:lnTo>
                    <a:pt x="164439" y="186563"/>
                  </a:lnTo>
                  <a:lnTo>
                    <a:pt x="167513" y="17907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0254" y="168376"/>
              <a:ext cx="1623745" cy="1356398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32" y="3720185"/>
            <a:ext cx="1386999" cy="142331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87381" y="292117"/>
            <a:ext cx="6758305" cy="405828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209550" algn="ctr">
              <a:lnSpc>
                <a:spcPct val="100000"/>
              </a:lnSpc>
              <a:spcBef>
                <a:spcPts val="1080"/>
              </a:spcBef>
            </a:pPr>
            <a:r>
              <a:rPr sz="3600" spc="-360" dirty="0">
                <a:latin typeface="+mj-lt"/>
                <a:cs typeface="+mj-lt"/>
              </a:rPr>
              <a:t>Discussio</a:t>
            </a:r>
            <a:r>
              <a:rPr lang="en-US" sz="3600" spc="-360" dirty="0">
                <a:latin typeface="+mj-lt"/>
                <a:cs typeface="+mj-lt"/>
              </a:rPr>
              <a:t>n</a:t>
            </a:r>
            <a:endParaRPr spc="-360" dirty="0"/>
          </a:p>
          <a:p>
            <a:pPr marL="12700" marR="5080">
              <a:lnSpc>
                <a:spcPct val="100000"/>
              </a:lnSpc>
              <a:spcBef>
                <a:spcPts val="340"/>
              </a:spcBef>
            </a:pPr>
            <a:br>
              <a:rPr sz="1800" b="0" spc="-25" dirty="0">
                <a:latin typeface="+mn-lt"/>
                <a:cs typeface="+mn-lt"/>
              </a:rPr>
            </a:br>
            <a:r>
              <a:rPr sz="1800" b="0" spc="-25" dirty="0">
                <a:latin typeface="+mn-lt"/>
                <a:cs typeface="+mn-lt"/>
              </a:rPr>
              <a:t>Across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55" dirty="0">
                <a:latin typeface="+mn-lt"/>
                <a:cs typeface="+mn-lt"/>
              </a:rPr>
              <a:t>both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40" dirty="0">
                <a:latin typeface="+mn-lt"/>
                <a:cs typeface="+mn-lt"/>
              </a:rPr>
              <a:t>the </a:t>
            </a:r>
            <a:r>
              <a:rPr sz="1800" b="0" spc="-90" dirty="0">
                <a:latin typeface="+mn-lt"/>
                <a:cs typeface="+mn-lt"/>
              </a:rPr>
              <a:t>Chi-</a:t>
            </a:r>
            <a:r>
              <a:rPr sz="1800" b="0" spc="-10" dirty="0">
                <a:latin typeface="+mn-lt"/>
                <a:cs typeface="+mn-lt"/>
              </a:rPr>
              <a:t>squared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30" dirty="0">
                <a:latin typeface="+mn-lt"/>
                <a:cs typeface="+mn-lt"/>
              </a:rPr>
              <a:t>Test</a:t>
            </a:r>
            <a:r>
              <a:rPr sz="1800" b="0" spc="-50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and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70" dirty="0">
                <a:latin typeface="+mn-lt"/>
                <a:cs typeface="+mn-lt"/>
              </a:rPr>
              <a:t>2-</a:t>
            </a:r>
            <a:r>
              <a:rPr sz="1800" b="0" dirty="0">
                <a:latin typeface="+mn-lt"/>
                <a:cs typeface="+mn-lt"/>
              </a:rPr>
              <a:t>Sample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180" dirty="0">
                <a:latin typeface="+mn-lt"/>
                <a:cs typeface="+mn-lt"/>
              </a:rPr>
              <a:t>Z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30" dirty="0">
                <a:latin typeface="+mn-lt"/>
                <a:cs typeface="+mn-lt"/>
              </a:rPr>
              <a:t>Test,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75" dirty="0">
                <a:latin typeface="+mn-lt"/>
                <a:cs typeface="+mn-lt"/>
              </a:rPr>
              <a:t>we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find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that</a:t>
            </a:r>
            <a:r>
              <a:rPr sz="1800" b="0" spc="-50" dirty="0">
                <a:latin typeface="+mn-lt"/>
                <a:cs typeface="+mn-lt"/>
              </a:rPr>
              <a:t> there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50" dirty="0">
                <a:latin typeface="+mn-lt"/>
                <a:cs typeface="+mn-lt"/>
              </a:rPr>
              <a:t>is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65" dirty="0">
                <a:latin typeface="+mn-lt"/>
                <a:cs typeface="+mn-lt"/>
              </a:rPr>
              <a:t>a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statistically </a:t>
            </a:r>
            <a:r>
              <a:rPr sz="1800" b="0" dirty="0">
                <a:latin typeface="+mn-lt"/>
                <a:cs typeface="+mn-lt"/>
              </a:rPr>
              <a:t>significant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difference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40" dirty="0">
                <a:latin typeface="+mn-lt"/>
                <a:cs typeface="+mn-lt"/>
              </a:rPr>
              <a:t>between </a:t>
            </a:r>
            <a:r>
              <a:rPr sz="1800" b="0" spc="-20" dirty="0">
                <a:latin typeface="+mn-lt"/>
                <a:cs typeface="+mn-lt"/>
              </a:rPr>
              <a:t>BMI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level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and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40" dirty="0">
                <a:latin typeface="+mn-lt"/>
                <a:cs typeface="+mn-lt"/>
              </a:rPr>
              <a:t>the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35" dirty="0">
                <a:latin typeface="+mn-lt"/>
                <a:cs typeface="+mn-lt"/>
              </a:rPr>
              <a:t>rate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of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hospitalization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due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75" dirty="0">
                <a:latin typeface="+mn-lt"/>
                <a:cs typeface="+mn-lt"/>
              </a:rPr>
              <a:t>to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myocardial infarction.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225" dirty="0">
                <a:latin typeface="+mn-lt"/>
                <a:cs typeface="+mn-lt"/>
              </a:rPr>
              <a:t>We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found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that</a:t>
            </a:r>
            <a:r>
              <a:rPr sz="1800" b="0" spc="-55" dirty="0">
                <a:latin typeface="+mn-lt"/>
                <a:cs typeface="+mn-lt"/>
              </a:rPr>
              <a:t> </a:t>
            </a:r>
            <a:r>
              <a:rPr sz="1800" b="0" spc="-60" dirty="0">
                <a:latin typeface="+mn-lt"/>
                <a:cs typeface="+mn-lt"/>
              </a:rPr>
              <a:t>there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50" dirty="0">
                <a:latin typeface="+mn-lt"/>
                <a:cs typeface="+mn-lt"/>
              </a:rPr>
              <a:t>is</a:t>
            </a:r>
            <a:r>
              <a:rPr sz="1800" b="0" spc="-50" dirty="0">
                <a:latin typeface="+mn-lt"/>
                <a:cs typeface="+mn-lt"/>
              </a:rPr>
              <a:t> </a:t>
            </a:r>
            <a:r>
              <a:rPr sz="1800" b="0" spc="65" dirty="0">
                <a:latin typeface="+mn-lt"/>
                <a:cs typeface="+mn-lt"/>
              </a:rPr>
              <a:t>a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positive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association</a:t>
            </a:r>
            <a:r>
              <a:rPr sz="1800" b="0" spc="-50" dirty="0">
                <a:latin typeface="+mn-lt"/>
                <a:cs typeface="+mn-lt"/>
              </a:rPr>
              <a:t> </a:t>
            </a:r>
            <a:r>
              <a:rPr sz="1800" b="0" spc="-40" dirty="0">
                <a:latin typeface="+mn-lt"/>
                <a:cs typeface="+mn-lt"/>
              </a:rPr>
              <a:t>between</a:t>
            </a:r>
            <a:r>
              <a:rPr sz="1800" b="0" spc="-55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BMI</a:t>
            </a:r>
            <a:r>
              <a:rPr sz="1800" b="0" spc="-50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level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and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35" dirty="0">
                <a:latin typeface="+mn-lt"/>
                <a:cs typeface="+mn-lt"/>
              </a:rPr>
              <a:t>rate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25" dirty="0">
                <a:latin typeface="+mn-lt"/>
                <a:cs typeface="+mn-lt"/>
              </a:rPr>
              <a:t>of </a:t>
            </a:r>
            <a:r>
              <a:rPr sz="1800" b="0" spc="-10" dirty="0">
                <a:latin typeface="+mn-lt"/>
                <a:cs typeface="+mn-lt"/>
              </a:rPr>
              <a:t>hospitalization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due </a:t>
            </a:r>
            <a:r>
              <a:rPr sz="1800" b="0" spc="-75" dirty="0">
                <a:latin typeface="+mn-lt"/>
                <a:cs typeface="+mn-lt"/>
              </a:rPr>
              <a:t>to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35" dirty="0">
                <a:latin typeface="+mn-lt"/>
                <a:cs typeface="+mn-lt"/>
              </a:rPr>
              <a:t>heart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attack,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meaning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that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80" dirty="0">
                <a:latin typeface="+mn-lt"/>
                <a:cs typeface="+mn-lt"/>
              </a:rPr>
              <a:t>as</a:t>
            </a:r>
            <a:r>
              <a:rPr sz="1800" b="0" spc="-25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BMI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levels</a:t>
            </a:r>
            <a:r>
              <a:rPr sz="1800" b="0" spc="-25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increase,</a:t>
            </a:r>
            <a:r>
              <a:rPr sz="1800" b="0" spc="-25" dirty="0">
                <a:latin typeface="+mn-lt"/>
                <a:cs typeface="+mn-lt"/>
              </a:rPr>
              <a:t> </a:t>
            </a:r>
            <a:r>
              <a:rPr sz="1800" b="0" spc="65" dirty="0">
                <a:latin typeface="+mn-lt"/>
                <a:cs typeface="+mn-lt"/>
              </a:rPr>
              <a:t>a</a:t>
            </a:r>
            <a:r>
              <a:rPr sz="1800" b="0" spc="-20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significantly</a:t>
            </a:r>
            <a:r>
              <a:rPr sz="1800" b="0" spc="-20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higher </a:t>
            </a:r>
            <a:r>
              <a:rPr sz="1800" b="0" spc="-65" dirty="0">
                <a:latin typeface="+mn-lt"/>
                <a:cs typeface="+mn-lt"/>
              </a:rPr>
              <a:t>proportion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of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40" dirty="0">
                <a:latin typeface="+mn-lt"/>
                <a:cs typeface="+mn-lt"/>
              </a:rPr>
              <a:t>the</a:t>
            </a:r>
            <a:r>
              <a:rPr sz="1800" b="0" spc="-25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sample</a:t>
            </a:r>
            <a:r>
              <a:rPr sz="1800" b="0" spc="-25" dirty="0">
                <a:latin typeface="+mn-lt"/>
                <a:cs typeface="+mn-lt"/>
              </a:rPr>
              <a:t> </a:t>
            </a:r>
            <a:r>
              <a:rPr sz="1800" b="0" spc="-55" dirty="0">
                <a:latin typeface="+mn-lt"/>
                <a:cs typeface="+mn-lt"/>
              </a:rPr>
              <a:t>reports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being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hospitalized</a:t>
            </a:r>
            <a:r>
              <a:rPr sz="1800" b="0" spc="-25" dirty="0">
                <a:latin typeface="+mn-lt"/>
                <a:cs typeface="+mn-lt"/>
              </a:rPr>
              <a:t> </a:t>
            </a:r>
            <a:r>
              <a:rPr sz="1800" b="0" spc="-50" dirty="0">
                <a:latin typeface="+mn-lt"/>
                <a:cs typeface="+mn-lt"/>
              </a:rPr>
              <a:t>for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35" dirty="0">
                <a:latin typeface="+mn-lt"/>
                <a:cs typeface="+mn-lt"/>
              </a:rPr>
              <a:t>heart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attack.</a:t>
            </a:r>
            <a:r>
              <a:rPr sz="1800" b="0" spc="-25" dirty="0">
                <a:latin typeface="+mn-lt"/>
                <a:cs typeface="+mn-lt"/>
              </a:rPr>
              <a:t> </a:t>
            </a:r>
            <a:r>
              <a:rPr sz="1800" b="0" spc="-60" dirty="0">
                <a:latin typeface="+mn-lt"/>
                <a:cs typeface="+mn-lt"/>
              </a:rPr>
              <a:t>Furthermore,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spc="-75" dirty="0">
                <a:latin typeface="+mn-lt"/>
                <a:cs typeface="+mn-lt"/>
              </a:rPr>
              <a:t>we</a:t>
            </a:r>
            <a:r>
              <a:rPr sz="1800" b="0" spc="-25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also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found </a:t>
            </a:r>
            <a:r>
              <a:rPr sz="1800" b="0" dirty="0">
                <a:latin typeface="+mn-lt"/>
                <a:cs typeface="+mn-lt"/>
              </a:rPr>
              <a:t>in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90" dirty="0">
                <a:latin typeface="+mn-lt"/>
                <a:cs typeface="+mn-lt"/>
              </a:rPr>
              <a:t>our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spc="-70" dirty="0">
                <a:latin typeface="+mn-lt"/>
                <a:cs typeface="+mn-lt"/>
              </a:rPr>
              <a:t>2-</a:t>
            </a:r>
            <a:r>
              <a:rPr sz="1800" b="0" dirty="0">
                <a:latin typeface="+mn-lt"/>
                <a:cs typeface="+mn-lt"/>
              </a:rPr>
              <a:t>Sample</a:t>
            </a:r>
            <a:r>
              <a:rPr sz="1800" b="0" spc="-25" dirty="0">
                <a:latin typeface="+mn-lt"/>
                <a:cs typeface="+mn-lt"/>
              </a:rPr>
              <a:t> </a:t>
            </a:r>
            <a:r>
              <a:rPr sz="1800" b="0" spc="-180" dirty="0">
                <a:latin typeface="+mn-lt"/>
                <a:cs typeface="+mn-lt"/>
              </a:rPr>
              <a:t>Z</a:t>
            </a:r>
            <a:r>
              <a:rPr sz="1800" b="0" spc="-30" dirty="0">
                <a:latin typeface="+mn-lt"/>
                <a:cs typeface="+mn-lt"/>
              </a:rPr>
              <a:t> Test, </a:t>
            </a:r>
            <a:r>
              <a:rPr sz="1800" b="0" spc="-20" dirty="0">
                <a:latin typeface="+mn-lt"/>
                <a:cs typeface="+mn-lt"/>
              </a:rPr>
              <a:t>that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spc="65" dirty="0">
                <a:latin typeface="+mn-lt"/>
                <a:cs typeface="+mn-lt"/>
              </a:rPr>
              <a:t>a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significantly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25" dirty="0">
                <a:latin typeface="+mn-lt"/>
                <a:cs typeface="+mn-lt"/>
              </a:rPr>
              <a:t>higher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spc="-65" dirty="0">
                <a:latin typeface="+mn-lt"/>
                <a:cs typeface="+mn-lt"/>
              </a:rPr>
              <a:t>proportion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of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individuals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80" dirty="0">
                <a:latin typeface="+mn-lt"/>
                <a:cs typeface="+mn-lt"/>
              </a:rPr>
              <a:t>who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spc="-25" dirty="0">
                <a:latin typeface="+mn-lt"/>
                <a:cs typeface="+mn-lt"/>
              </a:rPr>
              <a:t>are </a:t>
            </a:r>
            <a:r>
              <a:rPr sz="1800" b="0" spc="-10" dirty="0">
                <a:latin typeface="+mn-lt"/>
                <a:cs typeface="+mn-lt"/>
              </a:rPr>
              <a:t>obese</a:t>
            </a:r>
            <a:r>
              <a:rPr sz="1800" b="0" spc="-25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report </a:t>
            </a:r>
            <a:r>
              <a:rPr sz="1800" b="0" dirty="0">
                <a:latin typeface="+mn-lt"/>
                <a:cs typeface="+mn-lt"/>
              </a:rPr>
              <a:t>being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hospitalized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50" dirty="0">
                <a:latin typeface="+mn-lt"/>
                <a:cs typeface="+mn-lt"/>
              </a:rPr>
              <a:t>for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myocardial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infarction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than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70" dirty="0">
                <a:latin typeface="+mn-lt"/>
                <a:cs typeface="+mn-lt"/>
              </a:rPr>
              <a:t>non-</a:t>
            </a:r>
            <a:r>
              <a:rPr sz="1800" b="0" spc="-10" dirty="0">
                <a:latin typeface="+mn-lt"/>
                <a:cs typeface="+mn-lt"/>
              </a:rPr>
              <a:t>obese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individuals.</a:t>
            </a:r>
            <a:r>
              <a:rPr sz="1800" b="0" spc="-30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This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supports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previous </a:t>
            </a:r>
            <a:r>
              <a:rPr sz="1800" b="0" spc="-40" dirty="0">
                <a:latin typeface="+mn-lt"/>
                <a:cs typeface="+mn-lt"/>
              </a:rPr>
              <a:t>literature, </a:t>
            </a:r>
            <a:r>
              <a:rPr sz="1800" b="0" spc="-30" dirty="0">
                <a:latin typeface="+mn-lt"/>
                <a:cs typeface="+mn-lt"/>
              </a:rPr>
              <a:t>which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dirty="0">
                <a:latin typeface="+mn-lt"/>
                <a:cs typeface="+mn-lt"/>
              </a:rPr>
              <a:t>cites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obesity</a:t>
            </a:r>
            <a:r>
              <a:rPr sz="1800" b="0" spc="-40" dirty="0">
                <a:latin typeface="+mn-lt"/>
                <a:cs typeface="+mn-lt"/>
              </a:rPr>
              <a:t> </a:t>
            </a:r>
            <a:r>
              <a:rPr sz="1800" b="0" spc="85" dirty="0">
                <a:latin typeface="+mn-lt"/>
                <a:cs typeface="+mn-lt"/>
              </a:rPr>
              <a:t>as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65" dirty="0">
                <a:latin typeface="+mn-lt"/>
                <a:cs typeface="+mn-lt"/>
              </a:rPr>
              <a:t>a</a:t>
            </a:r>
            <a:r>
              <a:rPr sz="1800" b="0" spc="-35" dirty="0">
                <a:latin typeface="+mn-lt"/>
                <a:cs typeface="+mn-lt"/>
              </a:rPr>
              <a:t> </a:t>
            </a:r>
            <a:r>
              <a:rPr sz="1800" b="0" spc="-25" dirty="0">
                <a:latin typeface="+mn-lt"/>
                <a:cs typeface="+mn-lt"/>
              </a:rPr>
              <a:t>risk</a:t>
            </a:r>
            <a:r>
              <a:rPr sz="1800" b="0" spc="-50" dirty="0">
                <a:latin typeface="+mn-lt"/>
                <a:cs typeface="+mn-lt"/>
              </a:rPr>
              <a:t> </a:t>
            </a:r>
            <a:r>
              <a:rPr sz="1800" b="0" spc="-20" dirty="0">
                <a:latin typeface="+mn-lt"/>
                <a:cs typeface="+mn-lt"/>
              </a:rPr>
              <a:t>factor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50" dirty="0">
                <a:latin typeface="+mn-lt"/>
                <a:cs typeface="+mn-lt"/>
              </a:rPr>
              <a:t>for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35" dirty="0">
                <a:latin typeface="+mn-lt"/>
                <a:cs typeface="+mn-lt"/>
              </a:rPr>
              <a:t>heart</a:t>
            </a:r>
            <a:r>
              <a:rPr sz="1800" b="0" spc="-45" dirty="0">
                <a:latin typeface="+mn-lt"/>
                <a:cs typeface="+mn-lt"/>
              </a:rPr>
              <a:t> </a:t>
            </a:r>
            <a:r>
              <a:rPr sz="1800" b="0" spc="-10" dirty="0">
                <a:latin typeface="+mn-lt"/>
                <a:cs typeface="+mn-lt"/>
              </a:rPr>
              <a:t>attack.</a:t>
            </a:r>
            <a:endParaRPr sz="1800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7245" y="597535"/>
            <a:ext cx="2987675" cy="553720"/>
          </a:xfrm>
        </p:spPr>
        <p:txBody>
          <a:bodyPr wrap="square"/>
          <a:p>
            <a:r>
              <a:rPr lang="en-US" sz="3600">
                <a:latin typeface="+mj-lt"/>
                <a:cs typeface="+mj-lt"/>
              </a:rPr>
              <a:t>Diuscussion</a:t>
            </a:r>
            <a:endParaRPr lang="en-US" sz="3600">
              <a:latin typeface="+mj-lt"/>
              <a:cs typeface="+mj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09345" y="1388110"/>
            <a:ext cx="743267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1800" spc="-1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While</a:t>
            </a:r>
            <a:r>
              <a:rPr sz="1800" spc="1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our</a:t>
            </a:r>
            <a:r>
              <a:rPr sz="1800" spc="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data</a:t>
            </a:r>
            <a:r>
              <a:rPr sz="1800" spc="1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is</a:t>
            </a:r>
            <a:r>
              <a:rPr sz="1800" spc="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statistically</a:t>
            </a:r>
            <a:r>
              <a:rPr sz="1800" spc="1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significant,</a:t>
            </a:r>
            <a:r>
              <a:rPr sz="1800" spc="1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with</a:t>
            </a:r>
            <a:r>
              <a:rPr sz="1800" spc="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both</a:t>
            </a:r>
            <a:r>
              <a:rPr sz="1800" spc="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statistical</a:t>
            </a:r>
            <a:r>
              <a:rPr sz="1800" spc="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analyses</a:t>
            </a:r>
            <a:r>
              <a:rPr sz="1800" spc="1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yielding</a:t>
            </a:r>
            <a:r>
              <a:rPr sz="1800" spc="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a</a:t>
            </a:r>
            <a:r>
              <a:rPr sz="1800" spc="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6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p-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value</a:t>
            </a:r>
            <a:r>
              <a:rPr sz="1800" spc="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of</a:t>
            </a:r>
            <a:r>
              <a:rPr sz="1800" spc="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less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than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0.05,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it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should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be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noted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that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the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data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from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the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previous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study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resulted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in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a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p-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value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of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0.001,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meaning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the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study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of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European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adults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provided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more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evidence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against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the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null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hypothesis.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This could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be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due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to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the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fact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that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a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population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of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322,154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individuals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was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studied,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while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this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study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only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contains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9,094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observations.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This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could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also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be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due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to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the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fact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that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this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was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a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study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of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European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adults,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while 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our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study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examines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a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similar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relationship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but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in</a:t>
            </a:r>
            <a:r>
              <a:rPr sz="1800" spc="-45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adults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from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  <a:sym typeface="+mn-ea"/>
              </a:rPr>
              <a:t>Framingham, Massachusetts.</a:t>
            </a:r>
            <a:endParaRPr>
              <a:latin typeface="Gill Sans MT"/>
              <a:cs typeface="Gill Sans MT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6590"/>
            <a:ext cx="285115" cy="1258570"/>
            <a:chOff x="0" y="256590"/>
            <a:chExt cx="285115" cy="1258570"/>
          </a:xfrm>
        </p:grpSpPr>
        <p:sp>
          <p:nvSpPr>
            <p:cNvPr id="3" name="object 3"/>
            <p:cNvSpPr/>
            <p:nvPr/>
          </p:nvSpPr>
          <p:spPr>
            <a:xfrm>
              <a:off x="0" y="256590"/>
              <a:ext cx="285115" cy="1258570"/>
            </a:xfrm>
            <a:custGeom>
              <a:avLst/>
              <a:gdLst/>
              <a:ahLst/>
              <a:cxnLst/>
              <a:rect l="l" t="t" r="r" b="b"/>
              <a:pathLst>
                <a:path w="285115" h="1258570">
                  <a:moveTo>
                    <a:pt x="4737" y="800874"/>
                  </a:moveTo>
                  <a:lnTo>
                    <a:pt x="4330" y="798576"/>
                  </a:lnTo>
                  <a:lnTo>
                    <a:pt x="1663" y="796582"/>
                  </a:lnTo>
                  <a:lnTo>
                    <a:pt x="0" y="795147"/>
                  </a:lnTo>
                  <a:lnTo>
                    <a:pt x="0" y="808520"/>
                  </a:lnTo>
                  <a:lnTo>
                    <a:pt x="1155" y="808520"/>
                  </a:lnTo>
                  <a:lnTo>
                    <a:pt x="3136" y="805853"/>
                  </a:lnTo>
                  <a:lnTo>
                    <a:pt x="4737" y="800874"/>
                  </a:lnTo>
                  <a:close/>
                </a:path>
                <a:path w="285115" h="1258570">
                  <a:moveTo>
                    <a:pt x="25425" y="1235329"/>
                  </a:moveTo>
                  <a:lnTo>
                    <a:pt x="23114" y="1229106"/>
                  </a:lnTo>
                  <a:lnTo>
                    <a:pt x="17703" y="1224241"/>
                  </a:lnTo>
                  <a:lnTo>
                    <a:pt x="8077" y="1217434"/>
                  </a:lnTo>
                  <a:lnTo>
                    <a:pt x="0" y="1210665"/>
                  </a:lnTo>
                  <a:lnTo>
                    <a:pt x="0" y="1258430"/>
                  </a:lnTo>
                  <a:lnTo>
                    <a:pt x="1308" y="1258430"/>
                  </a:lnTo>
                  <a:lnTo>
                    <a:pt x="10223" y="1258062"/>
                  </a:lnTo>
                  <a:lnTo>
                    <a:pt x="16776" y="1254671"/>
                  </a:lnTo>
                  <a:lnTo>
                    <a:pt x="21005" y="1248270"/>
                  </a:lnTo>
                  <a:lnTo>
                    <a:pt x="24701" y="1242021"/>
                  </a:lnTo>
                  <a:lnTo>
                    <a:pt x="25425" y="1235329"/>
                  </a:lnTo>
                  <a:close/>
                </a:path>
                <a:path w="285115" h="1258570">
                  <a:moveTo>
                    <a:pt x="26174" y="747318"/>
                  </a:moveTo>
                  <a:lnTo>
                    <a:pt x="24765" y="741387"/>
                  </a:lnTo>
                  <a:lnTo>
                    <a:pt x="24447" y="739114"/>
                  </a:lnTo>
                  <a:lnTo>
                    <a:pt x="19799" y="736485"/>
                  </a:lnTo>
                  <a:lnTo>
                    <a:pt x="16700" y="732294"/>
                  </a:lnTo>
                  <a:lnTo>
                    <a:pt x="11722" y="730694"/>
                  </a:lnTo>
                  <a:lnTo>
                    <a:pt x="5461" y="729843"/>
                  </a:lnTo>
                  <a:lnTo>
                    <a:pt x="0" y="730643"/>
                  </a:lnTo>
                  <a:lnTo>
                    <a:pt x="0" y="753948"/>
                  </a:lnTo>
                  <a:lnTo>
                    <a:pt x="2133" y="753922"/>
                  </a:lnTo>
                  <a:lnTo>
                    <a:pt x="15951" y="751801"/>
                  </a:lnTo>
                  <a:lnTo>
                    <a:pt x="20942" y="750087"/>
                  </a:lnTo>
                  <a:lnTo>
                    <a:pt x="26174" y="747318"/>
                  </a:lnTo>
                  <a:close/>
                </a:path>
                <a:path w="285115" h="1258570">
                  <a:moveTo>
                    <a:pt x="284975" y="15684"/>
                  </a:moveTo>
                  <a:lnTo>
                    <a:pt x="283565" y="9740"/>
                  </a:lnTo>
                  <a:lnTo>
                    <a:pt x="278904" y="3911"/>
                  </a:lnTo>
                  <a:lnTo>
                    <a:pt x="270217" y="0"/>
                  </a:lnTo>
                  <a:lnTo>
                    <a:pt x="262851" y="3784"/>
                  </a:lnTo>
                  <a:lnTo>
                    <a:pt x="258292" y="9093"/>
                  </a:lnTo>
                  <a:lnTo>
                    <a:pt x="255485" y="15367"/>
                  </a:lnTo>
                  <a:lnTo>
                    <a:pt x="253365" y="22034"/>
                  </a:lnTo>
                  <a:lnTo>
                    <a:pt x="245846" y="45008"/>
                  </a:lnTo>
                  <a:lnTo>
                    <a:pt x="230581" y="90411"/>
                  </a:lnTo>
                  <a:lnTo>
                    <a:pt x="223088" y="113322"/>
                  </a:lnTo>
                  <a:lnTo>
                    <a:pt x="208280" y="159626"/>
                  </a:lnTo>
                  <a:lnTo>
                    <a:pt x="193433" y="205803"/>
                  </a:lnTo>
                  <a:lnTo>
                    <a:pt x="178460" y="251739"/>
                  </a:lnTo>
                  <a:lnTo>
                    <a:pt x="163322" y="297294"/>
                  </a:lnTo>
                  <a:lnTo>
                    <a:pt x="161048" y="304647"/>
                  </a:lnTo>
                  <a:lnTo>
                    <a:pt x="158508" y="311823"/>
                  </a:lnTo>
                  <a:lnTo>
                    <a:pt x="154990" y="318871"/>
                  </a:lnTo>
                  <a:lnTo>
                    <a:pt x="149758" y="325856"/>
                  </a:lnTo>
                  <a:lnTo>
                    <a:pt x="137795" y="322643"/>
                  </a:lnTo>
                  <a:lnTo>
                    <a:pt x="125780" y="320548"/>
                  </a:lnTo>
                  <a:lnTo>
                    <a:pt x="113677" y="319455"/>
                  </a:lnTo>
                  <a:lnTo>
                    <a:pt x="90487" y="319036"/>
                  </a:lnTo>
                  <a:lnTo>
                    <a:pt x="84328" y="324726"/>
                  </a:lnTo>
                  <a:lnTo>
                    <a:pt x="80746" y="332371"/>
                  </a:lnTo>
                  <a:lnTo>
                    <a:pt x="72148" y="359308"/>
                  </a:lnTo>
                  <a:lnTo>
                    <a:pt x="69900" y="365810"/>
                  </a:lnTo>
                  <a:lnTo>
                    <a:pt x="65176" y="378193"/>
                  </a:lnTo>
                  <a:lnTo>
                    <a:pt x="62852" y="384886"/>
                  </a:lnTo>
                  <a:lnTo>
                    <a:pt x="57569" y="384238"/>
                  </a:lnTo>
                  <a:lnTo>
                    <a:pt x="54825" y="383362"/>
                  </a:lnTo>
                  <a:lnTo>
                    <a:pt x="52603" y="382651"/>
                  </a:lnTo>
                  <a:lnTo>
                    <a:pt x="48018" y="383362"/>
                  </a:lnTo>
                  <a:lnTo>
                    <a:pt x="39560" y="382651"/>
                  </a:lnTo>
                  <a:lnTo>
                    <a:pt x="38112" y="382651"/>
                  </a:lnTo>
                  <a:lnTo>
                    <a:pt x="30848" y="385635"/>
                  </a:lnTo>
                  <a:lnTo>
                    <a:pt x="25298" y="392658"/>
                  </a:lnTo>
                  <a:lnTo>
                    <a:pt x="18338" y="401307"/>
                  </a:lnTo>
                  <a:lnTo>
                    <a:pt x="11518" y="410425"/>
                  </a:lnTo>
                  <a:lnTo>
                    <a:pt x="5511" y="420243"/>
                  </a:lnTo>
                  <a:lnTo>
                    <a:pt x="977" y="430923"/>
                  </a:lnTo>
                  <a:lnTo>
                    <a:pt x="0" y="434035"/>
                  </a:lnTo>
                  <a:lnTo>
                    <a:pt x="0" y="526275"/>
                  </a:lnTo>
                  <a:lnTo>
                    <a:pt x="10680" y="491070"/>
                  </a:lnTo>
                  <a:lnTo>
                    <a:pt x="25603" y="443230"/>
                  </a:lnTo>
                  <a:lnTo>
                    <a:pt x="29641" y="433539"/>
                  </a:lnTo>
                  <a:lnTo>
                    <a:pt x="34810" y="425145"/>
                  </a:lnTo>
                  <a:lnTo>
                    <a:pt x="40716" y="417626"/>
                  </a:lnTo>
                  <a:lnTo>
                    <a:pt x="47002" y="410552"/>
                  </a:lnTo>
                  <a:lnTo>
                    <a:pt x="58940" y="411251"/>
                  </a:lnTo>
                  <a:lnTo>
                    <a:pt x="70472" y="412229"/>
                  </a:lnTo>
                  <a:lnTo>
                    <a:pt x="81699" y="413550"/>
                  </a:lnTo>
                  <a:lnTo>
                    <a:pt x="92684" y="415201"/>
                  </a:lnTo>
                  <a:lnTo>
                    <a:pt x="98285" y="414820"/>
                  </a:lnTo>
                  <a:lnTo>
                    <a:pt x="164084" y="435825"/>
                  </a:lnTo>
                  <a:lnTo>
                    <a:pt x="165874" y="435825"/>
                  </a:lnTo>
                  <a:lnTo>
                    <a:pt x="185864" y="435508"/>
                  </a:lnTo>
                  <a:lnTo>
                    <a:pt x="199326" y="438835"/>
                  </a:lnTo>
                  <a:lnTo>
                    <a:pt x="211810" y="445147"/>
                  </a:lnTo>
                  <a:lnTo>
                    <a:pt x="224116" y="453859"/>
                  </a:lnTo>
                  <a:lnTo>
                    <a:pt x="230111" y="459079"/>
                  </a:lnTo>
                  <a:lnTo>
                    <a:pt x="221983" y="490816"/>
                  </a:lnTo>
                  <a:lnTo>
                    <a:pt x="204292" y="548754"/>
                  </a:lnTo>
                  <a:lnTo>
                    <a:pt x="182918" y="614718"/>
                  </a:lnTo>
                  <a:lnTo>
                    <a:pt x="163449" y="671537"/>
                  </a:lnTo>
                  <a:lnTo>
                    <a:pt x="151587" y="701802"/>
                  </a:lnTo>
                  <a:lnTo>
                    <a:pt x="146304" y="701167"/>
                  </a:lnTo>
                  <a:lnTo>
                    <a:pt x="141008" y="700608"/>
                  </a:lnTo>
                  <a:lnTo>
                    <a:pt x="114820" y="692251"/>
                  </a:lnTo>
                  <a:lnTo>
                    <a:pt x="0" y="655599"/>
                  </a:lnTo>
                  <a:lnTo>
                    <a:pt x="0" y="677519"/>
                  </a:lnTo>
                  <a:lnTo>
                    <a:pt x="3149" y="678548"/>
                  </a:lnTo>
                  <a:lnTo>
                    <a:pt x="5181" y="682485"/>
                  </a:lnTo>
                  <a:lnTo>
                    <a:pt x="7556" y="685419"/>
                  </a:lnTo>
                  <a:lnTo>
                    <a:pt x="13220" y="693013"/>
                  </a:lnTo>
                  <a:lnTo>
                    <a:pt x="17614" y="696887"/>
                  </a:lnTo>
                  <a:lnTo>
                    <a:pt x="22212" y="697522"/>
                  </a:lnTo>
                  <a:lnTo>
                    <a:pt x="28473" y="695401"/>
                  </a:lnTo>
                  <a:lnTo>
                    <a:pt x="36741" y="692797"/>
                  </a:lnTo>
                  <a:lnTo>
                    <a:pt x="135902" y="719861"/>
                  </a:lnTo>
                  <a:lnTo>
                    <a:pt x="140576" y="722388"/>
                  </a:lnTo>
                  <a:lnTo>
                    <a:pt x="145542" y="723976"/>
                  </a:lnTo>
                  <a:lnTo>
                    <a:pt x="116344" y="821537"/>
                  </a:lnTo>
                  <a:lnTo>
                    <a:pt x="93040" y="893064"/>
                  </a:lnTo>
                  <a:lnTo>
                    <a:pt x="71920" y="954862"/>
                  </a:lnTo>
                  <a:lnTo>
                    <a:pt x="59004" y="988250"/>
                  </a:lnTo>
                  <a:lnTo>
                    <a:pt x="0" y="969429"/>
                  </a:lnTo>
                  <a:lnTo>
                    <a:pt x="0" y="998308"/>
                  </a:lnTo>
                  <a:lnTo>
                    <a:pt x="2743" y="999032"/>
                  </a:lnTo>
                  <a:lnTo>
                    <a:pt x="19939" y="1004620"/>
                  </a:lnTo>
                  <a:lnTo>
                    <a:pt x="37211" y="1010666"/>
                  </a:lnTo>
                  <a:lnTo>
                    <a:pt x="54444" y="1016482"/>
                  </a:lnTo>
                  <a:lnTo>
                    <a:pt x="62445" y="1018844"/>
                  </a:lnTo>
                  <a:lnTo>
                    <a:pt x="70180" y="1019860"/>
                  </a:lnTo>
                  <a:lnTo>
                    <a:pt x="77711" y="1018336"/>
                  </a:lnTo>
                  <a:lnTo>
                    <a:pt x="85128" y="1013040"/>
                  </a:lnTo>
                  <a:lnTo>
                    <a:pt x="86779" y="1011389"/>
                  </a:lnTo>
                  <a:lnTo>
                    <a:pt x="91694" y="1009650"/>
                  </a:lnTo>
                  <a:lnTo>
                    <a:pt x="95719" y="1010945"/>
                  </a:lnTo>
                  <a:lnTo>
                    <a:pt x="114960" y="1016266"/>
                  </a:lnTo>
                  <a:lnTo>
                    <a:pt x="124650" y="1020178"/>
                  </a:lnTo>
                  <a:lnTo>
                    <a:pt x="133540" y="1026325"/>
                  </a:lnTo>
                  <a:lnTo>
                    <a:pt x="131622" y="1032332"/>
                  </a:lnTo>
                  <a:lnTo>
                    <a:pt x="130759" y="1038580"/>
                  </a:lnTo>
                  <a:lnTo>
                    <a:pt x="128511" y="1045603"/>
                  </a:lnTo>
                  <a:lnTo>
                    <a:pt x="125691" y="1052398"/>
                  </a:lnTo>
                  <a:lnTo>
                    <a:pt x="123367" y="1058633"/>
                  </a:lnTo>
                  <a:lnTo>
                    <a:pt x="121285" y="1064742"/>
                  </a:lnTo>
                  <a:lnTo>
                    <a:pt x="119214" y="1071181"/>
                  </a:lnTo>
                  <a:lnTo>
                    <a:pt x="104190" y="1073061"/>
                  </a:lnTo>
                  <a:lnTo>
                    <a:pt x="90551" y="1072578"/>
                  </a:lnTo>
                  <a:lnTo>
                    <a:pt x="77927" y="1070165"/>
                  </a:lnTo>
                  <a:lnTo>
                    <a:pt x="26682" y="1053223"/>
                  </a:lnTo>
                  <a:lnTo>
                    <a:pt x="0" y="1044727"/>
                  </a:lnTo>
                  <a:lnTo>
                    <a:pt x="0" y="1066038"/>
                  </a:lnTo>
                  <a:lnTo>
                    <a:pt x="4165" y="1067358"/>
                  </a:lnTo>
                  <a:lnTo>
                    <a:pt x="30162" y="1075232"/>
                  </a:lnTo>
                  <a:lnTo>
                    <a:pt x="43205" y="1079347"/>
                  </a:lnTo>
                  <a:lnTo>
                    <a:pt x="87591" y="1091615"/>
                  </a:lnTo>
                  <a:lnTo>
                    <a:pt x="121234" y="1095933"/>
                  </a:lnTo>
                  <a:lnTo>
                    <a:pt x="129552" y="1097457"/>
                  </a:lnTo>
                  <a:lnTo>
                    <a:pt x="134937" y="1093838"/>
                  </a:lnTo>
                  <a:lnTo>
                    <a:pt x="135763" y="1091615"/>
                  </a:lnTo>
                  <a:lnTo>
                    <a:pt x="137299" y="1086789"/>
                  </a:lnTo>
                  <a:lnTo>
                    <a:pt x="141833" y="1073061"/>
                  </a:lnTo>
                  <a:lnTo>
                    <a:pt x="146913" y="1058024"/>
                  </a:lnTo>
                  <a:lnTo>
                    <a:pt x="151587" y="1043520"/>
                  </a:lnTo>
                  <a:lnTo>
                    <a:pt x="155727" y="1029055"/>
                  </a:lnTo>
                  <a:lnTo>
                    <a:pt x="156921" y="1020178"/>
                  </a:lnTo>
                  <a:lnTo>
                    <a:pt x="157010" y="1019530"/>
                  </a:lnTo>
                  <a:lnTo>
                    <a:pt x="107683" y="990650"/>
                  </a:lnTo>
                  <a:lnTo>
                    <a:pt x="104749" y="988250"/>
                  </a:lnTo>
                  <a:lnTo>
                    <a:pt x="103339" y="987094"/>
                  </a:lnTo>
                  <a:lnTo>
                    <a:pt x="96304" y="984846"/>
                  </a:lnTo>
                  <a:lnTo>
                    <a:pt x="98552" y="977811"/>
                  </a:lnTo>
                  <a:lnTo>
                    <a:pt x="98463" y="971270"/>
                  </a:lnTo>
                  <a:lnTo>
                    <a:pt x="175717" y="729259"/>
                  </a:lnTo>
                  <a:lnTo>
                    <a:pt x="184429" y="701802"/>
                  </a:lnTo>
                  <a:lnTo>
                    <a:pt x="191795" y="678548"/>
                  </a:lnTo>
                  <a:lnTo>
                    <a:pt x="207683" y="627989"/>
                  </a:lnTo>
                  <a:lnTo>
                    <a:pt x="239280" y="527240"/>
                  </a:lnTo>
                  <a:lnTo>
                    <a:pt x="259334" y="464058"/>
                  </a:lnTo>
                  <a:lnTo>
                    <a:pt x="260223" y="457720"/>
                  </a:lnTo>
                  <a:lnTo>
                    <a:pt x="261112" y="450164"/>
                  </a:lnTo>
                  <a:lnTo>
                    <a:pt x="259842" y="444284"/>
                  </a:lnTo>
                  <a:lnTo>
                    <a:pt x="256044" y="439864"/>
                  </a:lnTo>
                  <a:lnTo>
                    <a:pt x="249364" y="436676"/>
                  </a:lnTo>
                  <a:lnTo>
                    <a:pt x="246240" y="435508"/>
                  </a:lnTo>
                  <a:lnTo>
                    <a:pt x="240969" y="433539"/>
                  </a:lnTo>
                  <a:lnTo>
                    <a:pt x="232829" y="429221"/>
                  </a:lnTo>
                  <a:lnTo>
                    <a:pt x="225767" y="423608"/>
                  </a:lnTo>
                  <a:lnTo>
                    <a:pt x="219684" y="416242"/>
                  </a:lnTo>
                  <a:lnTo>
                    <a:pt x="220014" y="415201"/>
                  </a:lnTo>
                  <a:lnTo>
                    <a:pt x="220141" y="414820"/>
                  </a:lnTo>
                  <a:lnTo>
                    <a:pt x="221284" y="411251"/>
                  </a:lnTo>
                  <a:lnTo>
                    <a:pt x="231432" y="379437"/>
                  </a:lnTo>
                  <a:lnTo>
                    <a:pt x="235458" y="362077"/>
                  </a:lnTo>
                  <a:lnTo>
                    <a:pt x="234061" y="353161"/>
                  </a:lnTo>
                  <a:lnTo>
                    <a:pt x="233997" y="352704"/>
                  </a:lnTo>
                  <a:lnTo>
                    <a:pt x="233603" y="350227"/>
                  </a:lnTo>
                  <a:lnTo>
                    <a:pt x="227241" y="343839"/>
                  </a:lnTo>
                  <a:lnTo>
                    <a:pt x="224980" y="341553"/>
                  </a:lnTo>
                  <a:lnTo>
                    <a:pt x="208686" y="333705"/>
                  </a:lnTo>
                  <a:lnTo>
                    <a:pt x="203098" y="331927"/>
                  </a:lnTo>
                  <a:lnTo>
                    <a:pt x="203098" y="361594"/>
                  </a:lnTo>
                  <a:lnTo>
                    <a:pt x="200660" y="378193"/>
                  </a:lnTo>
                  <a:lnTo>
                    <a:pt x="200609" y="378523"/>
                  </a:lnTo>
                  <a:lnTo>
                    <a:pt x="196926" y="389521"/>
                  </a:lnTo>
                  <a:lnTo>
                    <a:pt x="189636" y="398957"/>
                  </a:lnTo>
                  <a:lnTo>
                    <a:pt x="176301" y="411187"/>
                  </a:lnTo>
                  <a:lnTo>
                    <a:pt x="171157" y="410552"/>
                  </a:lnTo>
                  <a:lnTo>
                    <a:pt x="154889" y="408597"/>
                  </a:lnTo>
                  <a:lnTo>
                    <a:pt x="134264" y="402856"/>
                  </a:lnTo>
                  <a:lnTo>
                    <a:pt x="113677" y="395706"/>
                  </a:lnTo>
                  <a:lnTo>
                    <a:pt x="92405" y="388835"/>
                  </a:lnTo>
                  <a:lnTo>
                    <a:pt x="93243" y="384886"/>
                  </a:lnTo>
                  <a:lnTo>
                    <a:pt x="94602" y="378523"/>
                  </a:lnTo>
                  <a:lnTo>
                    <a:pt x="94665" y="378193"/>
                  </a:lnTo>
                  <a:lnTo>
                    <a:pt x="97650" y="367982"/>
                  </a:lnTo>
                  <a:lnTo>
                    <a:pt x="104406" y="347675"/>
                  </a:lnTo>
                  <a:lnTo>
                    <a:pt x="112547" y="344843"/>
                  </a:lnTo>
                  <a:lnTo>
                    <a:pt x="120002" y="343839"/>
                  </a:lnTo>
                  <a:lnTo>
                    <a:pt x="127177" y="344385"/>
                  </a:lnTo>
                  <a:lnTo>
                    <a:pt x="134467" y="346214"/>
                  </a:lnTo>
                  <a:lnTo>
                    <a:pt x="144360" y="349275"/>
                  </a:lnTo>
                  <a:lnTo>
                    <a:pt x="154520" y="351802"/>
                  </a:lnTo>
                  <a:lnTo>
                    <a:pt x="164846" y="353161"/>
                  </a:lnTo>
                  <a:lnTo>
                    <a:pt x="175221" y="352704"/>
                  </a:lnTo>
                  <a:lnTo>
                    <a:pt x="182600" y="352704"/>
                  </a:lnTo>
                  <a:lnTo>
                    <a:pt x="189649" y="354406"/>
                  </a:lnTo>
                  <a:lnTo>
                    <a:pt x="196684" y="357543"/>
                  </a:lnTo>
                  <a:lnTo>
                    <a:pt x="203098" y="361594"/>
                  </a:lnTo>
                  <a:lnTo>
                    <a:pt x="203098" y="331927"/>
                  </a:lnTo>
                  <a:lnTo>
                    <a:pt x="198742" y="330530"/>
                  </a:lnTo>
                  <a:lnTo>
                    <a:pt x="193128" y="327698"/>
                  </a:lnTo>
                  <a:lnTo>
                    <a:pt x="192100" y="327367"/>
                  </a:lnTo>
                  <a:lnTo>
                    <a:pt x="190068" y="325856"/>
                  </a:lnTo>
                  <a:lnTo>
                    <a:pt x="189420" y="325374"/>
                  </a:lnTo>
                  <a:lnTo>
                    <a:pt x="187744" y="323799"/>
                  </a:lnTo>
                  <a:lnTo>
                    <a:pt x="187820" y="322643"/>
                  </a:lnTo>
                  <a:lnTo>
                    <a:pt x="187934" y="320548"/>
                  </a:lnTo>
                  <a:lnTo>
                    <a:pt x="187960" y="318871"/>
                  </a:lnTo>
                  <a:lnTo>
                    <a:pt x="187617" y="313842"/>
                  </a:lnTo>
                  <a:lnTo>
                    <a:pt x="189204" y="308864"/>
                  </a:lnTo>
                  <a:lnTo>
                    <a:pt x="202831" y="265684"/>
                  </a:lnTo>
                  <a:lnTo>
                    <a:pt x="216281" y="222732"/>
                  </a:lnTo>
                  <a:lnTo>
                    <a:pt x="229857" y="180022"/>
                  </a:lnTo>
                  <a:lnTo>
                    <a:pt x="243903" y="137553"/>
                  </a:lnTo>
                  <a:lnTo>
                    <a:pt x="250583" y="118300"/>
                  </a:lnTo>
                  <a:lnTo>
                    <a:pt x="257924" y="99263"/>
                  </a:lnTo>
                  <a:lnTo>
                    <a:pt x="265455" y="80289"/>
                  </a:lnTo>
                  <a:lnTo>
                    <a:pt x="272707" y="61201"/>
                  </a:lnTo>
                  <a:lnTo>
                    <a:pt x="276110" y="49949"/>
                  </a:lnTo>
                  <a:lnTo>
                    <a:pt x="279234" y="38569"/>
                  </a:lnTo>
                  <a:lnTo>
                    <a:pt x="282155" y="27139"/>
                  </a:lnTo>
                  <a:lnTo>
                    <a:pt x="284975" y="15684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4990" y="731786"/>
              <a:ext cx="63664" cy="7151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999" y="824623"/>
              <a:ext cx="47625" cy="74295"/>
            </a:xfrm>
            <a:custGeom>
              <a:avLst/>
              <a:gdLst/>
              <a:ahLst/>
              <a:cxnLst/>
              <a:rect l="l" t="t" r="r" b="b"/>
              <a:pathLst>
                <a:path w="47625" h="74294">
                  <a:moveTo>
                    <a:pt x="31762" y="62217"/>
                  </a:moveTo>
                  <a:lnTo>
                    <a:pt x="8775" y="48348"/>
                  </a:lnTo>
                  <a:lnTo>
                    <a:pt x="0" y="55384"/>
                  </a:lnTo>
                  <a:lnTo>
                    <a:pt x="1955" y="59321"/>
                  </a:lnTo>
                  <a:lnTo>
                    <a:pt x="3048" y="66281"/>
                  </a:lnTo>
                  <a:lnTo>
                    <a:pt x="7721" y="68821"/>
                  </a:lnTo>
                  <a:lnTo>
                    <a:pt x="10096" y="71742"/>
                  </a:lnTo>
                  <a:lnTo>
                    <a:pt x="16395" y="72720"/>
                  </a:lnTo>
                  <a:lnTo>
                    <a:pt x="20345" y="73977"/>
                  </a:lnTo>
                  <a:lnTo>
                    <a:pt x="25006" y="73291"/>
                  </a:lnTo>
                  <a:lnTo>
                    <a:pt x="27635" y="71869"/>
                  </a:lnTo>
                  <a:lnTo>
                    <a:pt x="30175" y="67195"/>
                  </a:lnTo>
                  <a:lnTo>
                    <a:pt x="31762" y="62217"/>
                  </a:lnTo>
                  <a:close/>
                </a:path>
                <a:path w="47625" h="74294">
                  <a:moveTo>
                    <a:pt x="47028" y="11125"/>
                  </a:moveTo>
                  <a:lnTo>
                    <a:pt x="40601" y="6121"/>
                  </a:lnTo>
                  <a:lnTo>
                    <a:pt x="33959" y="3009"/>
                  </a:lnTo>
                  <a:lnTo>
                    <a:pt x="27279" y="1308"/>
                  </a:lnTo>
                  <a:lnTo>
                    <a:pt x="15417" y="0"/>
                  </a:lnTo>
                  <a:lnTo>
                    <a:pt x="11239" y="3009"/>
                  </a:lnTo>
                  <a:lnTo>
                    <a:pt x="10922" y="7264"/>
                  </a:lnTo>
                  <a:lnTo>
                    <a:pt x="11303" y="12865"/>
                  </a:lnTo>
                  <a:lnTo>
                    <a:pt x="13347" y="16827"/>
                  </a:lnTo>
                  <a:lnTo>
                    <a:pt x="30340" y="22250"/>
                  </a:lnTo>
                  <a:lnTo>
                    <a:pt x="34213" y="20180"/>
                  </a:lnTo>
                  <a:lnTo>
                    <a:pt x="37846" y="19164"/>
                  </a:lnTo>
                  <a:lnTo>
                    <a:pt x="41706" y="13881"/>
                  </a:lnTo>
                  <a:lnTo>
                    <a:pt x="47028" y="11125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1712683"/>
            <a:ext cx="662305" cy="820419"/>
          </a:xfrm>
          <a:custGeom>
            <a:avLst/>
            <a:gdLst/>
            <a:ahLst/>
            <a:cxnLst/>
            <a:rect l="l" t="t" r="r" b="b"/>
            <a:pathLst>
              <a:path w="662305" h="820419">
                <a:moveTo>
                  <a:pt x="424154" y="437515"/>
                </a:moveTo>
                <a:lnTo>
                  <a:pt x="415531" y="395274"/>
                </a:lnTo>
                <a:lnTo>
                  <a:pt x="413270" y="385749"/>
                </a:lnTo>
                <a:lnTo>
                  <a:pt x="412165" y="381088"/>
                </a:lnTo>
                <a:lnTo>
                  <a:pt x="408381" y="370674"/>
                </a:lnTo>
                <a:lnTo>
                  <a:pt x="408279" y="370395"/>
                </a:lnTo>
                <a:lnTo>
                  <a:pt x="402805" y="365099"/>
                </a:lnTo>
                <a:lnTo>
                  <a:pt x="399288" y="364782"/>
                </a:lnTo>
                <a:lnTo>
                  <a:pt x="399288" y="434352"/>
                </a:lnTo>
                <a:lnTo>
                  <a:pt x="398081" y="448881"/>
                </a:lnTo>
                <a:lnTo>
                  <a:pt x="382866" y="456679"/>
                </a:lnTo>
                <a:lnTo>
                  <a:pt x="366547" y="461924"/>
                </a:lnTo>
                <a:lnTo>
                  <a:pt x="348907" y="465937"/>
                </a:lnTo>
                <a:lnTo>
                  <a:pt x="330200" y="469874"/>
                </a:lnTo>
                <a:lnTo>
                  <a:pt x="327139" y="490245"/>
                </a:lnTo>
                <a:lnTo>
                  <a:pt x="327088" y="490562"/>
                </a:lnTo>
                <a:lnTo>
                  <a:pt x="325894" y="510755"/>
                </a:lnTo>
                <a:lnTo>
                  <a:pt x="325932" y="512787"/>
                </a:lnTo>
                <a:lnTo>
                  <a:pt x="326047" y="519455"/>
                </a:lnTo>
                <a:lnTo>
                  <a:pt x="326161" y="525526"/>
                </a:lnTo>
                <a:lnTo>
                  <a:pt x="326250" y="530669"/>
                </a:lnTo>
                <a:lnTo>
                  <a:pt x="327799" y="550278"/>
                </a:lnTo>
                <a:lnTo>
                  <a:pt x="285292" y="572439"/>
                </a:lnTo>
                <a:lnTo>
                  <a:pt x="269697" y="575030"/>
                </a:lnTo>
                <a:lnTo>
                  <a:pt x="265074" y="569277"/>
                </a:lnTo>
                <a:lnTo>
                  <a:pt x="262191" y="563156"/>
                </a:lnTo>
                <a:lnTo>
                  <a:pt x="260057" y="556793"/>
                </a:lnTo>
                <a:lnTo>
                  <a:pt x="257797" y="550545"/>
                </a:lnTo>
                <a:lnTo>
                  <a:pt x="257708" y="550278"/>
                </a:lnTo>
                <a:lnTo>
                  <a:pt x="246100" y="512787"/>
                </a:lnTo>
                <a:lnTo>
                  <a:pt x="244017" y="506018"/>
                </a:lnTo>
                <a:lnTo>
                  <a:pt x="240753" y="495490"/>
                </a:lnTo>
                <a:lnTo>
                  <a:pt x="237617" y="489191"/>
                </a:lnTo>
                <a:lnTo>
                  <a:pt x="233146" y="485571"/>
                </a:lnTo>
                <a:lnTo>
                  <a:pt x="227609" y="484517"/>
                </a:lnTo>
                <a:lnTo>
                  <a:pt x="221335" y="486029"/>
                </a:lnTo>
                <a:lnTo>
                  <a:pt x="211531" y="490245"/>
                </a:lnTo>
                <a:lnTo>
                  <a:pt x="193268" y="499046"/>
                </a:lnTo>
                <a:lnTo>
                  <a:pt x="183984" y="503047"/>
                </a:lnTo>
                <a:lnTo>
                  <a:pt x="179006" y="504583"/>
                </a:lnTo>
                <a:lnTo>
                  <a:pt x="173723" y="505180"/>
                </a:lnTo>
                <a:lnTo>
                  <a:pt x="167373" y="506018"/>
                </a:lnTo>
                <a:lnTo>
                  <a:pt x="157187" y="473062"/>
                </a:lnTo>
                <a:lnTo>
                  <a:pt x="155168" y="463524"/>
                </a:lnTo>
                <a:lnTo>
                  <a:pt x="156324" y="456679"/>
                </a:lnTo>
                <a:lnTo>
                  <a:pt x="161112" y="451586"/>
                </a:lnTo>
                <a:lnTo>
                  <a:pt x="169938" y="447255"/>
                </a:lnTo>
                <a:lnTo>
                  <a:pt x="211645" y="434352"/>
                </a:lnTo>
                <a:lnTo>
                  <a:pt x="219938" y="430733"/>
                </a:lnTo>
                <a:lnTo>
                  <a:pt x="224790" y="425919"/>
                </a:lnTo>
                <a:lnTo>
                  <a:pt x="226885" y="419493"/>
                </a:lnTo>
                <a:lnTo>
                  <a:pt x="226682" y="412838"/>
                </a:lnTo>
                <a:lnTo>
                  <a:pt x="226631" y="411137"/>
                </a:lnTo>
                <a:lnTo>
                  <a:pt x="226136" y="405993"/>
                </a:lnTo>
                <a:lnTo>
                  <a:pt x="226123" y="405828"/>
                </a:lnTo>
                <a:lnTo>
                  <a:pt x="222402" y="393788"/>
                </a:lnTo>
                <a:lnTo>
                  <a:pt x="221818" y="382016"/>
                </a:lnTo>
                <a:lnTo>
                  <a:pt x="221107" y="370674"/>
                </a:lnTo>
                <a:lnTo>
                  <a:pt x="220205" y="359397"/>
                </a:lnTo>
                <a:lnTo>
                  <a:pt x="219100" y="347776"/>
                </a:lnTo>
                <a:lnTo>
                  <a:pt x="219532" y="342176"/>
                </a:lnTo>
                <a:lnTo>
                  <a:pt x="265049" y="319239"/>
                </a:lnTo>
                <a:lnTo>
                  <a:pt x="279209" y="319379"/>
                </a:lnTo>
                <a:lnTo>
                  <a:pt x="300824" y="389229"/>
                </a:lnTo>
                <a:lnTo>
                  <a:pt x="303364" y="396443"/>
                </a:lnTo>
                <a:lnTo>
                  <a:pt x="306705" y="402882"/>
                </a:lnTo>
                <a:lnTo>
                  <a:pt x="311378" y="408305"/>
                </a:lnTo>
                <a:lnTo>
                  <a:pt x="317893" y="412419"/>
                </a:lnTo>
                <a:lnTo>
                  <a:pt x="334606" y="404837"/>
                </a:lnTo>
                <a:lnTo>
                  <a:pt x="352069" y="398741"/>
                </a:lnTo>
                <a:lnTo>
                  <a:pt x="370255" y="394258"/>
                </a:lnTo>
                <a:lnTo>
                  <a:pt x="389102" y="391515"/>
                </a:lnTo>
                <a:lnTo>
                  <a:pt x="394017" y="405828"/>
                </a:lnTo>
                <a:lnTo>
                  <a:pt x="397713" y="420166"/>
                </a:lnTo>
                <a:lnTo>
                  <a:pt x="399288" y="434352"/>
                </a:lnTo>
                <a:lnTo>
                  <a:pt x="399288" y="364782"/>
                </a:lnTo>
                <a:lnTo>
                  <a:pt x="394639" y="364337"/>
                </a:lnTo>
                <a:lnTo>
                  <a:pt x="382701" y="367195"/>
                </a:lnTo>
                <a:lnTo>
                  <a:pt x="322745" y="385749"/>
                </a:lnTo>
                <a:lnTo>
                  <a:pt x="320281" y="381088"/>
                </a:lnTo>
                <a:lnTo>
                  <a:pt x="317068" y="374396"/>
                </a:lnTo>
                <a:lnTo>
                  <a:pt x="300050" y="319379"/>
                </a:lnTo>
                <a:lnTo>
                  <a:pt x="299999" y="319239"/>
                </a:lnTo>
                <a:lnTo>
                  <a:pt x="298221" y="313486"/>
                </a:lnTo>
                <a:lnTo>
                  <a:pt x="294030" y="303110"/>
                </a:lnTo>
                <a:lnTo>
                  <a:pt x="288632" y="297129"/>
                </a:lnTo>
                <a:lnTo>
                  <a:pt x="280911" y="294957"/>
                </a:lnTo>
                <a:lnTo>
                  <a:pt x="269811" y="295986"/>
                </a:lnTo>
                <a:lnTo>
                  <a:pt x="219913" y="311416"/>
                </a:lnTo>
                <a:lnTo>
                  <a:pt x="195021" y="344284"/>
                </a:lnTo>
                <a:lnTo>
                  <a:pt x="195313" y="357352"/>
                </a:lnTo>
                <a:lnTo>
                  <a:pt x="196100" y="370395"/>
                </a:lnTo>
                <a:lnTo>
                  <a:pt x="197954" y="393788"/>
                </a:lnTo>
                <a:lnTo>
                  <a:pt x="198069" y="395274"/>
                </a:lnTo>
                <a:lnTo>
                  <a:pt x="198158" y="396443"/>
                </a:lnTo>
                <a:lnTo>
                  <a:pt x="198716" y="402247"/>
                </a:lnTo>
                <a:lnTo>
                  <a:pt x="198285" y="407847"/>
                </a:lnTo>
                <a:lnTo>
                  <a:pt x="199821" y="412838"/>
                </a:lnTo>
                <a:lnTo>
                  <a:pt x="190373" y="417347"/>
                </a:lnTo>
                <a:lnTo>
                  <a:pt x="180403" y="420789"/>
                </a:lnTo>
                <a:lnTo>
                  <a:pt x="170319" y="423824"/>
                </a:lnTo>
                <a:lnTo>
                  <a:pt x="160515" y="427164"/>
                </a:lnTo>
                <a:lnTo>
                  <a:pt x="130352" y="453999"/>
                </a:lnTo>
                <a:lnTo>
                  <a:pt x="129247" y="463524"/>
                </a:lnTo>
                <a:lnTo>
                  <a:pt x="130708" y="472490"/>
                </a:lnTo>
                <a:lnTo>
                  <a:pt x="145237" y="519455"/>
                </a:lnTo>
                <a:lnTo>
                  <a:pt x="149110" y="528459"/>
                </a:lnTo>
                <a:lnTo>
                  <a:pt x="154203" y="533387"/>
                </a:lnTo>
                <a:lnTo>
                  <a:pt x="161099" y="534885"/>
                </a:lnTo>
                <a:lnTo>
                  <a:pt x="170421" y="533539"/>
                </a:lnTo>
                <a:lnTo>
                  <a:pt x="178028" y="531037"/>
                </a:lnTo>
                <a:lnTo>
                  <a:pt x="193497" y="525526"/>
                </a:lnTo>
                <a:lnTo>
                  <a:pt x="201104" y="523011"/>
                </a:lnTo>
                <a:lnTo>
                  <a:pt x="208165" y="517525"/>
                </a:lnTo>
                <a:lnTo>
                  <a:pt x="213156" y="515975"/>
                </a:lnTo>
                <a:lnTo>
                  <a:pt x="219811" y="512787"/>
                </a:lnTo>
                <a:lnTo>
                  <a:pt x="223316" y="520471"/>
                </a:lnTo>
                <a:lnTo>
                  <a:pt x="242773" y="583361"/>
                </a:lnTo>
                <a:lnTo>
                  <a:pt x="247078" y="592734"/>
                </a:lnTo>
                <a:lnTo>
                  <a:pt x="253060" y="598525"/>
                </a:lnTo>
                <a:lnTo>
                  <a:pt x="260654" y="600938"/>
                </a:lnTo>
                <a:lnTo>
                  <a:pt x="269836" y="600151"/>
                </a:lnTo>
                <a:lnTo>
                  <a:pt x="287058" y="595388"/>
                </a:lnTo>
                <a:lnTo>
                  <a:pt x="303822" y="589813"/>
                </a:lnTo>
                <a:lnTo>
                  <a:pt x="320167" y="582917"/>
                </a:lnTo>
                <a:lnTo>
                  <a:pt x="334581" y="575030"/>
                </a:lnTo>
                <a:lnTo>
                  <a:pt x="336169" y="574167"/>
                </a:lnTo>
                <a:lnTo>
                  <a:pt x="344258" y="567728"/>
                </a:lnTo>
                <a:lnTo>
                  <a:pt x="349351" y="560565"/>
                </a:lnTo>
                <a:lnTo>
                  <a:pt x="351434" y="552259"/>
                </a:lnTo>
                <a:lnTo>
                  <a:pt x="350469" y="542404"/>
                </a:lnTo>
                <a:lnTo>
                  <a:pt x="348068" y="532066"/>
                </a:lnTo>
                <a:lnTo>
                  <a:pt x="347319" y="523011"/>
                </a:lnTo>
                <a:lnTo>
                  <a:pt x="347357" y="519455"/>
                </a:lnTo>
                <a:lnTo>
                  <a:pt x="347726" y="512787"/>
                </a:lnTo>
                <a:lnTo>
                  <a:pt x="347802" y="511543"/>
                </a:lnTo>
                <a:lnTo>
                  <a:pt x="350037" y="499046"/>
                </a:lnTo>
                <a:lnTo>
                  <a:pt x="350100" y="495490"/>
                </a:lnTo>
                <a:lnTo>
                  <a:pt x="351840" y="490562"/>
                </a:lnTo>
                <a:lnTo>
                  <a:pt x="351701" y="490562"/>
                </a:lnTo>
                <a:lnTo>
                  <a:pt x="399859" y="475665"/>
                </a:lnTo>
                <a:lnTo>
                  <a:pt x="424053" y="445909"/>
                </a:lnTo>
                <a:lnTo>
                  <a:pt x="424154" y="437515"/>
                </a:lnTo>
                <a:close/>
              </a:path>
              <a:path w="662305" h="820419">
                <a:moveTo>
                  <a:pt x="661720" y="473710"/>
                </a:moveTo>
                <a:lnTo>
                  <a:pt x="660869" y="434340"/>
                </a:lnTo>
                <a:lnTo>
                  <a:pt x="659193" y="394970"/>
                </a:lnTo>
                <a:lnTo>
                  <a:pt x="639635" y="312420"/>
                </a:lnTo>
                <a:lnTo>
                  <a:pt x="629361" y="279400"/>
                </a:lnTo>
                <a:lnTo>
                  <a:pt x="618832" y="243840"/>
                </a:lnTo>
                <a:lnTo>
                  <a:pt x="599160" y="186690"/>
                </a:lnTo>
                <a:lnTo>
                  <a:pt x="571944" y="147320"/>
                </a:lnTo>
                <a:lnTo>
                  <a:pt x="560514" y="137160"/>
                </a:lnTo>
                <a:lnTo>
                  <a:pt x="554164" y="130810"/>
                </a:lnTo>
                <a:lnTo>
                  <a:pt x="540512" y="120650"/>
                </a:lnTo>
                <a:lnTo>
                  <a:pt x="525297" y="114300"/>
                </a:lnTo>
                <a:lnTo>
                  <a:pt x="509155" y="111760"/>
                </a:lnTo>
                <a:lnTo>
                  <a:pt x="483108" y="111760"/>
                </a:lnTo>
                <a:lnTo>
                  <a:pt x="473964" y="114300"/>
                </a:lnTo>
                <a:lnTo>
                  <a:pt x="465162" y="114300"/>
                </a:lnTo>
                <a:lnTo>
                  <a:pt x="456590" y="115570"/>
                </a:lnTo>
                <a:lnTo>
                  <a:pt x="444779" y="118110"/>
                </a:lnTo>
                <a:lnTo>
                  <a:pt x="421741" y="121920"/>
                </a:lnTo>
                <a:lnTo>
                  <a:pt x="410464" y="127000"/>
                </a:lnTo>
                <a:lnTo>
                  <a:pt x="401193" y="127000"/>
                </a:lnTo>
                <a:lnTo>
                  <a:pt x="391693" y="130810"/>
                </a:lnTo>
                <a:lnTo>
                  <a:pt x="381749" y="133350"/>
                </a:lnTo>
                <a:lnTo>
                  <a:pt x="371170" y="137160"/>
                </a:lnTo>
                <a:lnTo>
                  <a:pt x="366852" y="121920"/>
                </a:lnTo>
                <a:lnTo>
                  <a:pt x="360184" y="99060"/>
                </a:lnTo>
                <a:lnTo>
                  <a:pt x="350926" y="73660"/>
                </a:lnTo>
                <a:lnTo>
                  <a:pt x="349059" y="70104"/>
                </a:lnTo>
                <a:lnTo>
                  <a:pt x="349059" y="137160"/>
                </a:lnTo>
                <a:lnTo>
                  <a:pt x="348627" y="137160"/>
                </a:lnTo>
                <a:lnTo>
                  <a:pt x="348615" y="140970"/>
                </a:lnTo>
                <a:lnTo>
                  <a:pt x="319633" y="149860"/>
                </a:lnTo>
                <a:lnTo>
                  <a:pt x="317474" y="143510"/>
                </a:lnTo>
                <a:lnTo>
                  <a:pt x="316966" y="137160"/>
                </a:lnTo>
                <a:lnTo>
                  <a:pt x="312407" y="124460"/>
                </a:lnTo>
                <a:lnTo>
                  <a:pt x="308978" y="111760"/>
                </a:lnTo>
                <a:lnTo>
                  <a:pt x="305422" y="101600"/>
                </a:lnTo>
                <a:lnTo>
                  <a:pt x="302641" y="95250"/>
                </a:lnTo>
                <a:lnTo>
                  <a:pt x="301713" y="92710"/>
                </a:lnTo>
                <a:lnTo>
                  <a:pt x="296341" y="84226"/>
                </a:lnTo>
                <a:lnTo>
                  <a:pt x="296341" y="156210"/>
                </a:lnTo>
                <a:lnTo>
                  <a:pt x="291668" y="158750"/>
                </a:lnTo>
                <a:lnTo>
                  <a:pt x="290296" y="162560"/>
                </a:lnTo>
                <a:lnTo>
                  <a:pt x="151460" y="204470"/>
                </a:lnTo>
                <a:lnTo>
                  <a:pt x="146570" y="203200"/>
                </a:lnTo>
                <a:lnTo>
                  <a:pt x="143256" y="203200"/>
                </a:lnTo>
                <a:lnTo>
                  <a:pt x="141465" y="187960"/>
                </a:lnTo>
                <a:lnTo>
                  <a:pt x="139941" y="175260"/>
                </a:lnTo>
                <a:lnTo>
                  <a:pt x="138696" y="162560"/>
                </a:lnTo>
                <a:lnTo>
                  <a:pt x="137871" y="152400"/>
                </a:lnTo>
                <a:lnTo>
                  <a:pt x="137782" y="149860"/>
                </a:lnTo>
                <a:lnTo>
                  <a:pt x="136042" y="139700"/>
                </a:lnTo>
                <a:lnTo>
                  <a:pt x="140436" y="133350"/>
                </a:lnTo>
                <a:lnTo>
                  <a:pt x="149148" y="130810"/>
                </a:lnTo>
                <a:lnTo>
                  <a:pt x="155803" y="127000"/>
                </a:lnTo>
                <a:lnTo>
                  <a:pt x="253695" y="95250"/>
                </a:lnTo>
                <a:lnTo>
                  <a:pt x="275501" y="95250"/>
                </a:lnTo>
                <a:lnTo>
                  <a:pt x="280695" y="101600"/>
                </a:lnTo>
                <a:lnTo>
                  <a:pt x="284848" y="107950"/>
                </a:lnTo>
                <a:lnTo>
                  <a:pt x="286588" y="120650"/>
                </a:lnTo>
                <a:lnTo>
                  <a:pt x="289229" y="133350"/>
                </a:lnTo>
                <a:lnTo>
                  <a:pt x="292557" y="143510"/>
                </a:lnTo>
                <a:lnTo>
                  <a:pt x="296341" y="156210"/>
                </a:lnTo>
                <a:lnTo>
                  <a:pt x="296341" y="84226"/>
                </a:lnTo>
                <a:lnTo>
                  <a:pt x="295287" y="82550"/>
                </a:lnTo>
                <a:lnTo>
                  <a:pt x="286829" y="73660"/>
                </a:lnTo>
                <a:lnTo>
                  <a:pt x="276237" y="69850"/>
                </a:lnTo>
                <a:lnTo>
                  <a:pt x="263436" y="71120"/>
                </a:lnTo>
                <a:lnTo>
                  <a:pt x="247243" y="71120"/>
                </a:lnTo>
                <a:lnTo>
                  <a:pt x="238302" y="76200"/>
                </a:lnTo>
                <a:lnTo>
                  <a:pt x="192239" y="88900"/>
                </a:lnTo>
                <a:lnTo>
                  <a:pt x="146418" y="102870"/>
                </a:lnTo>
                <a:lnTo>
                  <a:pt x="130187" y="111760"/>
                </a:lnTo>
                <a:lnTo>
                  <a:pt x="118148" y="121920"/>
                </a:lnTo>
                <a:lnTo>
                  <a:pt x="111366" y="137160"/>
                </a:lnTo>
                <a:lnTo>
                  <a:pt x="111302" y="139700"/>
                </a:lnTo>
                <a:lnTo>
                  <a:pt x="111201" y="143510"/>
                </a:lnTo>
                <a:lnTo>
                  <a:pt x="111137" y="146050"/>
                </a:lnTo>
                <a:lnTo>
                  <a:pt x="111048" y="149860"/>
                </a:lnTo>
                <a:lnTo>
                  <a:pt x="110985" y="152400"/>
                </a:lnTo>
                <a:lnTo>
                  <a:pt x="110883" y="156210"/>
                </a:lnTo>
                <a:lnTo>
                  <a:pt x="110845" y="158750"/>
                </a:lnTo>
                <a:lnTo>
                  <a:pt x="112699" y="171450"/>
                </a:lnTo>
                <a:lnTo>
                  <a:pt x="114058" y="184150"/>
                </a:lnTo>
                <a:lnTo>
                  <a:pt x="116141" y="209550"/>
                </a:lnTo>
                <a:lnTo>
                  <a:pt x="116243" y="210820"/>
                </a:lnTo>
                <a:lnTo>
                  <a:pt x="107772" y="215900"/>
                </a:lnTo>
                <a:lnTo>
                  <a:pt x="99466" y="217170"/>
                </a:lnTo>
                <a:lnTo>
                  <a:pt x="90741" y="219710"/>
                </a:lnTo>
                <a:lnTo>
                  <a:pt x="81000" y="222250"/>
                </a:lnTo>
                <a:lnTo>
                  <a:pt x="66179" y="172720"/>
                </a:lnTo>
                <a:lnTo>
                  <a:pt x="63690" y="160020"/>
                </a:lnTo>
                <a:lnTo>
                  <a:pt x="60820" y="147320"/>
                </a:lnTo>
                <a:lnTo>
                  <a:pt x="57785" y="133350"/>
                </a:lnTo>
                <a:lnTo>
                  <a:pt x="54762" y="120650"/>
                </a:lnTo>
                <a:lnTo>
                  <a:pt x="53428" y="109220"/>
                </a:lnTo>
                <a:lnTo>
                  <a:pt x="55765" y="99060"/>
                </a:lnTo>
                <a:lnTo>
                  <a:pt x="61607" y="88900"/>
                </a:lnTo>
                <a:lnTo>
                  <a:pt x="70777" y="82550"/>
                </a:lnTo>
                <a:lnTo>
                  <a:pt x="83096" y="73660"/>
                </a:lnTo>
                <a:lnTo>
                  <a:pt x="95643" y="67310"/>
                </a:lnTo>
                <a:lnTo>
                  <a:pt x="133819" y="50800"/>
                </a:lnTo>
                <a:lnTo>
                  <a:pt x="173380" y="39370"/>
                </a:lnTo>
                <a:lnTo>
                  <a:pt x="254622" y="25400"/>
                </a:lnTo>
                <a:lnTo>
                  <a:pt x="269608" y="25400"/>
                </a:lnTo>
                <a:lnTo>
                  <a:pt x="308356" y="45720"/>
                </a:lnTo>
                <a:lnTo>
                  <a:pt x="332854" y="92710"/>
                </a:lnTo>
                <a:lnTo>
                  <a:pt x="342303" y="115570"/>
                </a:lnTo>
                <a:lnTo>
                  <a:pt x="344601" y="121920"/>
                </a:lnTo>
                <a:lnTo>
                  <a:pt x="346684" y="128270"/>
                </a:lnTo>
                <a:lnTo>
                  <a:pt x="349059" y="137160"/>
                </a:lnTo>
                <a:lnTo>
                  <a:pt x="349059" y="70104"/>
                </a:lnTo>
                <a:lnTo>
                  <a:pt x="324192" y="31750"/>
                </a:lnTo>
                <a:lnTo>
                  <a:pt x="292874" y="6350"/>
                </a:lnTo>
                <a:lnTo>
                  <a:pt x="254165" y="0"/>
                </a:lnTo>
                <a:lnTo>
                  <a:pt x="246900" y="1270"/>
                </a:lnTo>
                <a:lnTo>
                  <a:pt x="239953" y="0"/>
                </a:lnTo>
                <a:lnTo>
                  <a:pt x="175818" y="13970"/>
                </a:lnTo>
                <a:lnTo>
                  <a:pt x="116928" y="29210"/>
                </a:lnTo>
                <a:lnTo>
                  <a:pt x="74561" y="45720"/>
                </a:lnTo>
                <a:lnTo>
                  <a:pt x="47447" y="63500"/>
                </a:lnTo>
                <a:lnTo>
                  <a:pt x="35458" y="76200"/>
                </a:lnTo>
                <a:lnTo>
                  <a:pt x="27584" y="88900"/>
                </a:lnTo>
                <a:lnTo>
                  <a:pt x="24282" y="105410"/>
                </a:lnTo>
                <a:lnTo>
                  <a:pt x="26009" y="120650"/>
                </a:lnTo>
                <a:lnTo>
                  <a:pt x="32029" y="146050"/>
                </a:lnTo>
                <a:lnTo>
                  <a:pt x="37426" y="172720"/>
                </a:lnTo>
                <a:lnTo>
                  <a:pt x="44589" y="199390"/>
                </a:lnTo>
                <a:lnTo>
                  <a:pt x="55867" y="223520"/>
                </a:lnTo>
                <a:lnTo>
                  <a:pt x="48082" y="229870"/>
                </a:lnTo>
                <a:lnTo>
                  <a:pt x="23736" y="237490"/>
                </a:lnTo>
                <a:lnTo>
                  <a:pt x="0" y="246380"/>
                </a:lnTo>
                <a:lnTo>
                  <a:pt x="0" y="274320"/>
                </a:lnTo>
                <a:lnTo>
                  <a:pt x="24168" y="267970"/>
                </a:lnTo>
                <a:lnTo>
                  <a:pt x="172300" y="222250"/>
                </a:lnTo>
                <a:lnTo>
                  <a:pt x="221551" y="205740"/>
                </a:lnTo>
                <a:lnTo>
                  <a:pt x="226301" y="204470"/>
                </a:lnTo>
                <a:lnTo>
                  <a:pt x="250113" y="198120"/>
                </a:lnTo>
                <a:lnTo>
                  <a:pt x="307073" y="180340"/>
                </a:lnTo>
                <a:lnTo>
                  <a:pt x="352894" y="165100"/>
                </a:lnTo>
                <a:lnTo>
                  <a:pt x="398945" y="152400"/>
                </a:lnTo>
                <a:lnTo>
                  <a:pt x="405688" y="149860"/>
                </a:lnTo>
                <a:lnTo>
                  <a:pt x="412432" y="149860"/>
                </a:lnTo>
                <a:lnTo>
                  <a:pt x="425983" y="146050"/>
                </a:lnTo>
                <a:lnTo>
                  <a:pt x="453720" y="140970"/>
                </a:lnTo>
                <a:lnTo>
                  <a:pt x="488505" y="140970"/>
                </a:lnTo>
                <a:lnTo>
                  <a:pt x="503974" y="139700"/>
                </a:lnTo>
                <a:lnTo>
                  <a:pt x="543610" y="160020"/>
                </a:lnTo>
                <a:lnTo>
                  <a:pt x="573671" y="200660"/>
                </a:lnTo>
                <a:lnTo>
                  <a:pt x="589978" y="254000"/>
                </a:lnTo>
                <a:lnTo>
                  <a:pt x="600379" y="289560"/>
                </a:lnTo>
                <a:lnTo>
                  <a:pt x="611174" y="325120"/>
                </a:lnTo>
                <a:lnTo>
                  <a:pt x="622211" y="361950"/>
                </a:lnTo>
                <a:lnTo>
                  <a:pt x="624814" y="369570"/>
                </a:lnTo>
                <a:lnTo>
                  <a:pt x="627214" y="378460"/>
                </a:lnTo>
                <a:lnTo>
                  <a:pt x="629018" y="388620"/>
                </a:lnTo>
                <a:lnTo>
                  <a:pt x="629793" y="394970"/>
                </a:lnTo>
                <a:lnTo>
                  <a:pt x="630097" y="466090"/>
                </a:lnTo>
                <a:lnTo>
                  <a:pt x="630212" y="491490"/>
                </a:lnTo>
                <a:lnTo>
                  <a:pt x="630288" y="509270"/>
                </a:lnTo>
                <a:lnTo>
                  <a:pt x="630364" y="527050"/>
                </a:lnTo>
                <a:lnTo>
                  <a:pt x="630453" y="547370"/>
                </a:lnTo>
                <a:lnTo>
                  <a:pt x="629843" y="553720"/>
                </a:lnTo>
                <a:lnTo>
                  <a:pt x="629729" y="554990"/>
                </a:lnTo>
                <a:lnTo>
                  <a:pt x="626694" y="562610"/>
                </a:lnTo>
                <a:lnTo>
                  <a:pt x="583374" y="590550"/>
                </a:lnTo>
                <a:lnTo>
                  <a:pt x="573214" y="593953"/>
                </a:lnTo>
                <a:lnTo>
                  <a:pt x="573214" y="637540"/>
                </a:lnTo>
                <a:lnTo>
                  <a:pt x="572160" y="642620"/>
                </a:lnTo>
                <a:lnTo>
                  <a:pt x="571220" y="642620"/>
                </a:lnTo>
                <a:lnTo>
                  <a:pt x="567131" y="645160"/>
                </a:lnTo>
                <a:lnTo>
                  <a:pt x="561746" y="648970"/>
                </a:lnTo>
                <a:lnTo>
                  <a:pt x="490867" y="673100"/>
                </a:lnTo>
                <a:lnTo>
                  <a:pt x="485241" y="670560"/>
                </a:lnTo>
                <a:lnTo>
                  <a:pt x="484632" y="666750"/>
                </a:lnTo>
                <a:lnTo>
                  <a:pt x="488683" y="664210"/>
                </a:lnTo>
                <a:lnTo>
                  <a:pt x="490372" y="662940"/>
                </a:lnTo>
                <a:lnTo>
                  <a:pt x="505764" y="655320"/>
                </a:lnTo>
                <a:lnTo>
                  <a:pt x="537400" y="642620"/>
                </a:lnTo>
                <a:lnTo>
                  <a:pt x="552754" y="636270"/>
                </a:lnTo>
                <a:lnTo>
                  <a:pt x="556806" y="635000"/>
                </a:lnTo>
                <a:lnTo>
                  <a:pt x="561467" y="631190"/>
                </a:lnTo>
                <a:lnTo>
                  <a:pt x="565746" y="631190"/>
                </a:lnTo>
                <a:lnTo>
                  <a:pt x="567817" y="629920"/>
                </a:lnTo>
                <a:lnTo>
                  <a:pt x="571665" y="632460"/>
                </a:lnTo>
                <a:lnTo>
                  <a:pt x="573214" y="637540"/>
                </a:lnTo>
                <a:lnTo>
                  <a:pt x="573214" y="593953"/>
                </a:lnTo>
                <a:lnTo>
                  <a:pt x="556742" y="599440"/>
                </a:lnTo>
                <a:lnTo>
                  <a:pt x="543788" y="605790"/>
                </a:lnTo>
                <a:lnTo>
                  <a:pt x="511556" y="622300"/>
                </a:lnTo>
                <a:lnTo>
                  <a:pt x="478586" y="636270"/>
                </a:lnTo>
                <a:lnTo>
                  <a:pt x="444982" y="648970"/>
                </a:lnTo>
                <a:lnTo>
                  <a:pt x="410832" y="656590"/>
                </a:lnTo>
                <a:lnTo>
                  <a:pt x="349834" y="675640"/>
                </a:lnTo>
                <a:lnTo>
                  <a:pt x="324612" y="685800"/>
                </a:lnTo>
                <a:lnTo>
                  <a:pt x="274853" y="701040"/>
                </a:lnTo>
                <a:lnTo>
                  <a:pt x="250888" y="711200"/>
                </a:lnTo>
                <a:lnTo>
                  <a:pt x="205663" y="724331"/>
                </a:lnTo>
                <a:lnTo>
                  <a:pt x="205663" y="769620"/>
                </a:lnTo>
                <a:lnTo>
                  <a:pt x="201891" y="774700"/>
                </a:lnTo>
                <a:lnTo>
                  <a:pt x="126961" y="797560"/>
                </a:lnTo>
                <a:lnTo>
                  <a:pt x="120421" y="797560"/>
                </a:lnTo>
                <a:lnTo>
                  <a:pt x="117843" y="793750"/>
                </a:lnTo>
                <a:lnTo>
                  <a:pt x="116687" y="784860"/>
                </a:lnTo>
                <a:lnTo>
                  <a:pt x="129082" y="781050"/>
                </a:lnTo>
                <a:lnTo>
                  <a:pt x="141478" y="775970"/>
                </a:lnTo>
                <a:lnTo>
                  <a:pt x="165493" y="768350"/>
                </a:lnTo>
                <a:lnTo>
                  <a:pt x="186728" y="763270"/>
                </a:lnTo>
                <a:lnTo>
                  <a:pt x="203187" y="762000"/>
                </a:lnTo>
                <a:lnTo>
                  <a:pt x="205663" y="769620"/>
                </a:lnTo>
                <a:lnTo>
                  <a:pt x="205663" y="724331"/>
                </a:lnTo>
                <a:lnTo>
                  <a:pt x="154647" y="739140"/>
                </a:lnTo>
                <a:lnTo>
                  <a:pt x="105448" y="751840"/>
                </a:lnTo>
                <a:lnTo>
                  <a:pt x="55397" y="762000"/>
                </a:lnTo>
                <a:lnTo>
                  <a:pt x="37134" y="762000"/>
                </a:lnTo>
                <a:lnTo>
                  <a:pt x="21424" y="756920"/>
                </a:lnTo>
                <a:lnTo>
                  <a:pt x="8064" y="749300"/>
                </a:lnTo>
                <a:lnTo>
                  <a:pt x="0" y="739140"/>
                </a:lnTo>
                <a:lnTo>
                  <a:pt x="0" y="773430"/>
                </a:lnTo>
                <a:lnTo>
                  <a:pt x="11468" y="781050"/>
                </a:lnTo>
                <a:lnTo>
                  <a:pt x="29921" y="784860"/>
                </a:lnTo>
                <a:lnTo>
                  <a:pt x="49936" y="784860"/>
                </a:lnTo>
                <a:lnTo>
                  <a:pt x="88696" y="781050"/>
                </a:lnTo>
                <a:lnTo>
                  <a:pt x="91046" y="788670"/>
                </a:lnTo>
                <a:lnTo>
                  <a:pt x="93573" y="795020"/>
                </a:lnTo>
                <a:lnTo>
                  <a:pt x="99936" y="808990"/>
                </a:lnTo>
                <a:lnTo>
                  <a:pt x="103543" y="815340"/>
                </a:lnTo>
                <a:lnTo>
                  <a:pt x="107950" y="820420"/>
                </a:lnTo>
                <a:lnTo>
                  <a:pt x="120891" y="820420"/>
                </a:lnTo>
                <a:lnTo>
                  <a:pt x="193675" y="797560"/>
                </a:lnTo>
                <a:lnTo>
                  <a:pt x="205803" y="795020"/>
                </a:lnTo>
                <a:lnTo>
                  <a:pt x="216128" y="788670"/>
                </a:lnTo>
                <a:lnTo>
                  <a:pt x="222313" y="783590"/>
                </a:lnTo>
                <a:lnTo>
                  <a:pt x="225272" y="775970"/>
                </a:lnTo>
                <a:lnTo>
                  <a:pt x="225920" y="763270"/>
                </a:lnTo>
                <a:lnTo>
                  <a:pt x="226758" y="758190"/>
                </a:lnTo>
                <a:lnTo>
                  <a:pt x="263055" y="734060"/>
                </a:lnTo>
                <a:lnTo>
                  <a:pt x="281495" y="730250"/>
                </a:lnTo>
                <a:lnTo>
                  <a:pt x="375196" y="698500"/>
                </a:lnTo>
                <a:lnTo>
                  <a:pt x="393674" y="693420"/>
                </a:lnTo>
                <a:lnTo>
                  <a:pt x="448995" y="679450"/>
                </a:lnTo>
                <a:lnTo>
                  <a:pt x="463753" y="692150"/>
                </a:lnTo>
                <a:lnTo>
                  <a:pt x="474560" y="698500"/>
                </a:lnTo>
                <a:lnTo>
                  <a:pt x="505561" y="692150"/>
                </a:lnTo>
                <a:lnTo>
                  <a:pt x="545541" y="679450"/>
                </a:lnTo>
                <a:lnTo>
                  <a:pt x="565531" y="673100"/>
                </a:lnTo>
                <a:lnTo>
                  <a:pt x="578942" y="666750"/>
                </a:lnTo>
                <a:lnTo>
                  <a:pt x="588276" y="661670"/>
                </a:lnTo>
                <a:lnTo>
                  <a:pt x="595477" y="651510"/>
                </a:lnTo>
                <a:lnTo>
                  <a:pt x="599313" y="642620"/>
                </a:lnTo>
                <a:lnTo>
                  <a:pt x="598970" y="637540"/>
                </a:lnTo>
                <a:lnTo>
                  <a:pt x="598881" y="636270"/>
                </a:lnTo>
                <a:lnTo>
                  <a:pt x="598792" y="635000"/>
                </a:lnTo>
                <a:lnTo>
                  <a:pt x="598716" y="632460"/>
                </a:lnTo>
                <a:lnTo>
                  <a:pt x="598627" y="631190"/>
                </a:lnTo>
                <a:lnTo>
                  <a:pt x="598538" y="629920"/>
                </a:lnTo>
                <a:lnTo>
                  <a:pt x="597319" y="626110"/>
                </a:lnTo>
                <a:lnTo>
                  <a:pt x="597039" y="623570"/>
                </a:lnTo>
                <a:lnTo>
                  <a:pt x="596099" y="619760"/>
                </a:lnTo>
                <a:lnTo>
                  <a:pt x="605637" y="613410"/>
                </a:lnTo>
                <a:lnTo>
                  <a:pt x="614743" y="610870"/>
                </a:lnTo>
                <a:lnTo>
                  <a:pt x="632599" y="599440"/>
                </a:lnTo>
                <a:lnTo>
                  <a:pt x="644931" y="591820"/>
                </a:lnTo>
                <a:lnTo>
                  <a:pt x="653872" y="580390"/>
                </a:lnTo>
                <a:lnTo>
                  <a:pt x="659460" y="567690"/>
                </a:lnTo>
                <a:lnTo>
                  <a:pt x="661708" y="553720"/>
                </a:lnTo>
                <a:lnTo>
                  <a:pt x="661720" y="473710"/>
                </a:lnTo>
                <a:close/>
              </a:path>
            </a:pathLst>
          </a:custGeom>
          <a:solidFill>
            <a:srgbClr val="0088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620" y="-2260"/>
            <a:ext cx="2391066" cy="155317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003895" y="4617623"/>
            <a:ext cx="452120" cy="526415"/>
            <a:chOff x="6003895" y="4617623"/>
            <a:chExt cx="452120" cy="526415"/>
          </a:xfrm>
        </p:grpSpPr>
        <p:sp>
          <p:nvSpPr>
            <p:cNvPr id="9" name="object 9"/>
            <p:cNvSpPr/>
            <p:nvPr/>
          </p:nvSpPr>
          <p:spPr>
            <a:xfrm>
              <a:off x="6003895" y="4617623"/>
              <a:ext cx="452120" cy="526415"/>
            </a:xfrm>
            <a:custGeom>
              <a:avLst/>
              <a:gdLst/>
              <a:ahLst/>
              <a:cxnLst/>
              <a:rect l="l" t="t" r="r" b="b"/>
              <a:pathLst>
                <a:path w="452120" h="526414">
                  <a:moveTo>
                    <a:pt x="316220" y="0"/>
                  </a:moveTo>
                  <a:lnTo>
                    <a:pt x="312283" y="1565"/>
                  </a:lnTo>
                  <a:lnTo>
                    <a:pt x="306060" y="2976"/>
                  </a:lnTo>
                  <a:lnTo>
                    <a:pt x="297602" y="4117"/>
                  </a:lnTo>
                  <a:lnTo>
                    <a:pt x="290744" y="6849"/>
                  </a:lnTo>
                  <a:lnTo>
                    <a:pt x="250342" y="22330"/>
                  </a:lnTo>
                  <a:lnTo>
                    <a:pt x="210002" y="38533"/>
                  </a:lnTo>
                  <a:lnTo>
                    <a:pt x="170013" y="55652"/>
                  </a:lnTo>
                  <a:lnTo>
                    <a:pt x="107857" y="84341"/>
                  </a:lnTo>
                  <a:lnTo>
                    <a:pt x="62249" y="104349"/>
                  </a:lnTo>
                  <a:lnTo>
                    <a:pt x="39945" y="114555"/>
                  </a:lnTo>
                  <a:lnTo>
                    <a:pt x="30242" y="118418"/>
                  </a:lnTo>
                  <a:lnTo>
                    <a:pt x="12076" y="127817"/>
                  </a:lnTo>
                  <a:lnTo>
                    <a:pt x="12211" y="127817"/>
                  </a:lnTo>
                  <a:lnTo>
                    <a:pt x="2227" y="139117"/>
                  </a:lnTo>
                  <a:lnTo>
                    <a:pt x="0" y="153654"/>
                  </a:lnTo>
                  <a:lnTo>
                    <a:pt x="33557" y="245325"/>
                  </a:lnTo>
                  <a:lnTo>
                    <a:pt x="36743" y="252208"/>
                  </a:lnTo>
                  <a:lnTo>
                    <a:pt x="36841" y="252418"/>
                  </a:lnTo>
                  <a:lnTo>
                    <a:pt x="40961" y="258968"/>
                  </a:lnTo>
                  <a:lnTo>
                    <a:pt x="46033" y="264720"/>
                  </a:lnTo>
                  <a:lnTo>
                    <a:pt x="52175" y="269419"/>
                  </a:lnTo>
                  <a:lnTo>
                    <a:pt x="58836" y="274750"/>
                  </a:lnTo>
                  <a:lnTo>
                    <a:pt x="80413" y="325240"/>
                  </a:lnTo>
                  <a:lnTo>
                    <a:pt x="99863" y="384547"/>
                  </a:lnTo>
                  <a:lnTo>
                    <a:pt x="109795" y="414155"/>
                  </a:lnTo>
                  <a:lnTo>
                    <a:pt x="125732" y="460982"/>
                  </a:lnTo>
                  <a:lnTo>
                    <a:pt x="143178" y="507336"/>
                  </a:lnTo>
                  <a:lnTo>
                    <a:pt x="151011" y="525876"/>
                  </a:lnTo>
                  <a:lnTo>
                    <a:pt x="181221" y="525876"/>
                  </a:lnTo>
                  <a:lnTo>
                    <a:pt x="134585" y="408743"/>
                  </a:lnTo>
                  <a:lnTo>
                    <a:pt x="126608" y="387695"/>
                  </a:lnTo>
                  <a:lnTo>
                    <a:pt x="119402" y="366739"/>
                  </a:lnTo>
                  <a:lnTo>
                    <a:pt x="112882" y="345909"/>
                  </a:lnTo>
                  <a:lnTo>
                    <a:pt x="107045" y="325526"/>
                  </a:lnTo>
                  <a:lnTo>
                    <a:pt x="106963" y="325240"/>
                  </a:lnTo>
                  <a:lnTo>
                    <a:pt x="104535" y="318648"/>
                  </a:lnTo>
                  <a:lnTo>
                    <a:pt x="102411" y="312016"/>
                  </a:lnTo>
                  <a:lnTo>
                    <a:pt x="100528" y="305489"/>
                  </a:lnTo>
                  <a:lnTo>
                    <a:pt x="98822" y="299208"/>
                  </a:lnTo>
                  <a:lnTo>
                    <a:pt x="96595" y="292569"/>
                  </a:lnTo>
                  <a:lnTo>
                    <a:pt x="94243" y="286178"/>
                  </a:lnTo>
                  <a:lnTo>
                    <a:pt x="92750" y="279845"/>
                  </a:lnTo>
                  <a:lnTo>
                    <a:pt x="93021" y="274750"/>
                  </a:lnTo>
                  <a:lnTo>
                    <a:pt x="93094" y="273380"/>
                  </a:lnTo>
                  <a:lnTo>
                    <a:pt x="127067" y="259857"/>
                  </a:lnTo>
                  <a:lnTo>
                    <a:pt x="143829" y="253373"/>
                  </a:lnTo>
                  <a:lnTo>
                    <a:pt x="78349" y="253373"/>
                  </a:lnTo>
                  <a:lnTo>
                    <a:pt x="66183" y="248137"/>
                  </a:lnTo>
                  <a:lnTo>
                    <a:pt x="62449" y="241677"/>
                  </a:lnTo>
                  <a:lnTo>
                    <a:pt x="29607" y="159185"/>
                  </a:lnTo>
                  <a:lnTo>
                    <a:pt x="29770" y="157026"/>
                  </a:lnTo>
                  <a:lnTo>
                    <a:pt x="29815" y="153654"/>
                  </a:lnTo>
                  <a:lnTo>
                    <a:pt x="29035" y="149235"/>
                  </a:lnTo>
                  <a:lnTo>
                    <a:pt x="55223" y="138809"/>
                  </a:lnTo>
                  <a:lnTo>
                    <a:pt x="78157" y="138809"/>
                  </a:lnTo>
                  <a:lnTo>
                    <a:pt x="75632" y="130681"/>
                  </a:lnTo>
                  <a:lnTo>
                    <a:pt x="92756" y="122706"/>
                  </a:lnTo>
                  <a:lnTo>
                    <a:pt x="126992" y="105830"/>
                  </a:lnTo>
                  <a:lnTo>
                    <a:pt x="179140" y="81208"/>
                  </a:lnTo>
                  <a:lnTo>
                    <a:pt x="197247" y="73668"/>
                  </a:lnTo>
                  <a:lnTo>
                    <a:pt x="216144" y="68049"/>
                  </a:lnTo>
                  <a:lnTo>
                    <a:pt x="240002" y="68049"/>
                  </a:lnTo>
                  <a:lnTo>
                    <a:pt x="239521" y="65086"/>
                  </a:lnTo>
                  <a:lnTo>
                    <a:pt x="239411" y="64406"/>
                  </a:lnTo>
                  <a:lnTo>
                    <a:pt x="241938" y="56619"/>
                  </a:lnTo>
                  <a:lnTo>
                    <a:pt x="249618" y="53558"/>
                  </a:lnTo>
                  <a:lnTo>
                    <a:pt x="266641" y="44687"/>
                  </a:lnTo>
                  <a:lnTo>
                    <a:pt x="284077" y="36615"/>
                  </a:lnTo>
                  <a:lnTo>
                    <a:pt x="301874" y="29454"/>
                  </a:lnTo>
                  <a:lnTo>
                    <a:pt x="319891" y="23350"/>
                  </a:lnTo>
                  <a:lnTo>
                    <a:pt x="348822" y="23350"/>
                  </a:lnTo>
                  <a:lnTo>
                    <a:pt x="341014" y="15777"/>
                  </a:lnTo>
                  <a:lnTo>
                    <a:pt x="331694" y="9379"/>
                  </a:lnTo>
                  <a:lnTo>
                    <a:pt x="323077" y="2976"/>
                  </a:lnTo>
                  <a:lnTo>
                    <a:pt x="320869" y="476"/>
                  </a:lnTo>
                  <a:lnTo>
                    <a:pt x="316220" y="0"/>
                  </a:lnTo>
                  <a:close/>
                </a:path>
                <a:path w="452120" h="526414">
                  <a:moveTo>
                    <a:pt x="366944" y="181212"/>
                  </a:moveTo>
                  <a:lnTo>
                    <a:pt x="338844" y="181212"/>
                  </a:lnTo>
                  <a:lnTo>
                    <a:pt x="341557" y="188028"/>
                  </a:lnTo>
                  <a:lnTo>
                    <a:pt x="345532" y="195359"/>
                  </a:lnTo>
                  <a:lnTo>
                    <a:pt x="368287" y="251967"/>
                  </a:lnTo>
                  <a:lnTo>
                    <a:pt x="385191" y="303683"/>
                  </a:lnTo>
                  <a:lnTo>
                    <a:pt x="399575" y="355965"/>
                  </a:lnTo>
                  <a:lnTo>
                    <a:pt x="412436" y="408418"/>
                  </a:lnTo>
                  <a:lnTo>
                    <a:pt x="421515" y="460245"/>
                  </a:lnTo>
                  <a:lnTo>
                    <a:pt x="425593" y="512315"/>
                  </a:lnTo>
                  <a:lnTo>
                    <a:pt x="424629" y="525876"/>
                  </a:lnTo>
                  <a:lnTo>
                    <a:pt x="450795" y="525876"/>
                  </a:lnTo>
                  <a:lnTo>
                    <a:pt x="451437" y="517824"/>
                  </a:lnTo>
                  <a:lnTo>
                    <a:pt x="451509" y="507336"/>
                  </a:lnTo>
                  <a:lnTo>
                    <a:pt x="451602" y="493899"/>
                  </a:lnTo>
                  <a:lnTo>
                    <a:pt x="448015" y="445898"/>
                  </a:lnTo>
                  <a:lnTo>
                    <a:pt x="432530" y="376212"/>
                  </a:lnTo>
                  <a:lnTo>
                    <a:pt x="420403" y="330737"/>
                  </a:lnTo>
                  <a:lnTo>
                    <a:pt x="406832" y="285680"/>
                  </a:lnTo>
                  <a:lnTo>
                    <a:pt x="391364" y="241279"/>
                  </a:lnTo>
                  <a:lnTo>
                    <a:pt x="373394" y="197389"/>
                  </a:lnTo>
                  <a:lnTo>
                    <a:pt x="368004" y="183857"/>
                  </a:lnTo>
                  <a:lnTo>
                    <a:pt x="367910" y="183620"/>
                  </a:lnTo>
                  <a:lnTo>
                    <a:pt x="366741" y="183620"/>
                  </a:lnTo>
                  <a:lnTo>
                    <a:pt x="366859" y="182217"/>
                  </a:lnTo>
                  <a:lnTo>
                    <a:pt x="366944" y="181212"/>
                  </a:lnTo>
                  <a:close/>
                </a:path>
                <a:path w="452120" h="526414">
                  <a:moveTo>
                    <a:pt x="78157" y="138809"/>
                  </a:moveTo>
                  <a:lnTo>
                    <a:pt x="55223" y="138809"/>
                  </a:lnTo>
                  <a:lnTo>
                    <a:pt x="65540" y="161942"/>
                  </a:lnTo>
                  <a:lnTo>
                    <a:pt x="77918" y="193233"/>
                  </a:lnTo>
                  <a:lnTo>
                    <a:pt x="89009" y="223983"/>
                  </a:lnTo>
                  <a:lnTo>
                    <a:pt x="95419" y="245325"/>
                  </a:lnTo>
                  <a:lnTo>
                    <a:pt x="95469" y="245492"/>
                  </a:lnTo>
                  <a:lnTo>
                    <a:pt x="81270" y="252208"/>
                  </a:lnTo>
                  <a:lnTo>
                    <a:pt x="78349" y="253373"/>
                  </a:lnTo>
                  <a:lnTo>
                    <a:pt x="143829" y="253373"/>
                  </a:lnTo>
                  <a:lnTo>
                    <a:pt x="161811" y="246737"/>
                  </a:lnTo>
                  <a:lnTo>
                    <a:pt x="186719" y="237877"/>
                  </a:lnTo>
                  <a:lnTo>
                    <a:pt x="120751" y="237877"/>
                  </a:lnTo>
                  <a:lnTo>
                    <a:pt x="94405" y="183857"/>
                  </a:lnTo>
                  <a:lnTo>
                    <a:pt x="78253" y="139117"/>
                  </a:lnTo>
                  <a:lnTo>
                    <a:pt x="78157" y="138809"/>
                  </a:lnTo>
                  <a:close/>
                </a:path>
                <a:path w="452120" h="526414">
                  <a:moveTo>
                    <a:pt x="125187" y="127817"/>
                  </a:moveTo>
                  <a:lnTo>
                    <a:pt x="122509" y="127817"/>
                  </a:lnTo>
                  <a:lnTo>
                    <a:pt x="117034" y="129995"/>
                  </a:lnTo>
                  <a:lnTo>
                    <a:pt x="116399" y="131315"/>
                  </a:lnTo>
                  <a:lnTo>
                    <a:pt x="116471" y="132775"/>
                  </a:lnTo>
                  <a:lnTo>
                    <a:pt x="116564" y="134642"/>
                  </a:lnTo>
                  <a:lnTo>
                    <a:pt x="115331" y="137628"/>
                  </a:lnTo>
                  <a:lnTo>
                    <a:pt x="114929" y="138809"/>
                  </a:lnTo>
                  <a:lnTo>
                    <a:pt x="116431" y="142613"/>
                  </a:lnTo>
                  <a:lnTo>
                    <a:pt x="127793" y="177603"/>
                  </a:lnTo>
                  <a:lnTo>
                    <a:pt x="131677" y="189397"/>
                  </a:lnTo>
                  <a:lnTo>
                    <a:pt x="134274" y="199797"/>
                  </a:lnTo>
                  <a:lnTo>
                    <a:pt x="136673" y="210767"/>
                  </a:lnTo>
                  <a:lnTo>
                    <a:pt x="137837" y="220610"/>
                  </a:lnTo>
                  <a:lnTo>
                    <a:pt x="137808" y="223983"/>
                  </a:lnTo>
                  <a:lnTo>
                    <a:pt x="137430" y="232081"/>
                  </a:lnTo>
                  <a:lnTo>
                    <a:pt x="122863" y="237877"/>
                  </a:lnTo>
                  <a:lnTo>
                    <a:pt x="186719" y="237877"/>
                  </a:lnTo>
                  <a:lnTo>
                    <a:pt x="196764" y="234334"/>
                  </a:lnTo>
                  <a:lnTo>
                    <a:pt x="215642" y="228232"/>
                  </a:lnTo>
                  <a:lnTo>
                    <a:pt x="232199" y="221393"/>
                  </a:lnTo>
                  <a:lnTo>
                    <a:pt x="174543" y="221393"/>
                  </a:lnTo>
                  <a:lnTo>
                    <a:pt x="159922" y="220897"/>
                  </a:lnTo>
                  <a:lnTo>
                    <a:pt x="157974" y="214276"/>
                  </a:lnTo>
                  <a:lnTo>
                    <a:pt x="153831" y="201499"/>
                  </a:lnTo>
                  <a:lnTo>
                    <a:pt x="138289" y="155638"/>
                  </a:lnTo>
                  <a:lnTo>
                    <a:pt x="128438" y="133308"/>
                  </a:lnTo>
                  <a:lnTo>
                    <a:pt x="125581" y="128822"/>
                  </a:lnTo>
                  <a:lnTo>
                    <a:pt x="125187" y="127817"/>
                  </a:lnTo>
                  <a:close/>
                </a:path>
                <a:path w="452120" h="526414">
                  <a:moveTo>
                    <a:pt x="179137" y="116516"/>
                  </a:moveTo>
                  <a:lnTo>
                    <a:pt x="175289" y="118049"/>
                  </a:lnTo>
                  <a:lnTo>
                    <a:pt x="171720" y="120534"/>
                  </a:lnTo>
                  <a:lnTo>
                    <a:pt x="172043" y="121358"/>
                  </a:lnTo>
                  <a:lnTo>
                    <a:pt x="172114" y="121539"/>
                  </a:lnTo>
                  <a:lnTo>
                    <a:pt x="171199" y="127523"/>
                  </a:lnTo>
                  <a:lnTo>
                    <a:pt x="172126" y="132775"/>
                  </a:lnTo>
                  <a:lnTo>
                    <a:pt x="174069" y="137628"/>
                  </a:lnTo>
                  <a:lnTo>
                    <a:pt x="178713" y="151179"/>
                  </a:lnTo>
                  <a:lnTo>
                    <a:pt x="182775" y="162753"/>
                  </a:lnTo>
                  <a:lnTo>
                    <a:pt x="186910" y="175121"/>
                  </a:lnTo>
                  <a:lnTo>
                    <a:pt x="190490" y="187401"/>
                  </a:lnTo>
                  <a:lnTo>
                    <a:pt x="192808" y="193233"/>
                  </a:lnTo>
                  <a:lnTo>
                    <a:pt x="193183" y="194257"/>
                  </a:lnTo>
                  <a:lnTo>
                    <a:pt x="193196" y="199797"/>
                  </a:lnTo>
                  <a:lnTo>
                    <a:pt x="195532" y="205653"/>
                  </a:lnTo>
                  <a:lnTo>
                    <a:pt x="187536" y="211034"/>
                  </a:lnTo>
                  <a:lnTo>
                    <a:pt x="179689" y="217109"/>
                  </a:lnTo>
                  <a:lnTo>
                    <a:pt x="170596" y="221393"/>
                  </a:lnTo>
                  <a:lnTo>
                    <a:pt x="232199" y="221393"/>
                  </a:lnTo>
                  <a:lnTo>
                    <a:pt x="234094" y="220610"/>
                  </a:lnTo>
                  <a:lnTo>
                    <a:pt x="270272" y="204000"/>
                  </a:lnTo>
                  <a:lnTo>
                    <a:pt x="287050" y="197389"/>
                  </a:lnTo>
                  <a:lnTo>
                    <a:pt x="287673" y="197159"/>
                  </a:lnTo>
                  <a:lnTo>
                    <a:pt x="216856" y="197159"/>
                  </a:lnTo>
                  <a:lnTo>
                    <a:pt x="188243" y="125293"/>
                  </a:lnTo>
                  <a:lnTo>
                    <a:pt x="184321" y="118049"/>
                  </a:lnTo>
                  <a:lnTo>
                    <a:pt x="184229" y="117878"/>
                  </a:lnTo>
                  <a:lnTo>
                    <a:pt x="183836" y="116875"/>
                  </a:lnTo>
                  <a:lnTo>
                    <a:pt x="179137" y="116516"/>
                  </a:lnTo>
                  <a:close/>
                </a:path>
                <a:path w="452120" h="526414">
                  <a:moveTo>
                    <a:pt x="240002" y="68049"/>
                  </a:moveTo>
                  <a:lnTo>
                    <a:pt x="216144" y="68049"/>
                  </a:lnTo>
                  <a:lnTo>
                    <a:pt x="227268" y="92167"/>
                  </a:lnTo>
                  <a:lnTo>
                    <a:pt x="237952" y="123604"/>
                  </a:lnTo>
                  <a:lnTo>
                    <a:pt x="246404" y="156735"/>
                  </a:lnTo>
                  <a:lnTo>
                    <a:pt x="246479" y="157026"/>
                  </a:lnTo>
                  <a:lnTo>
                    <a:pt x="251044" y="186846"/>
                  </a:lnTo>
                  <a:lnTo>
                    <a:pt x="243666" y="191325"/>
                  </a:lnTo>
                  <a:lnTo>
                    <a:pt x="235683" y="194257"/>
                  </a:lnTo>
                  <a:lnTo>
                    <a:pt x="226834" y="196061"/>
                  </a:lnTo>
                  <a:lnTo>
                    <a:pt x="216856" y="197159"/>
                  </a:lnTo>
                  <a:lnTo>
                    <a:pt x="287673" y="197159"/>
                  </a:lnTo>
                  <a:lnTo>
                    <a:pt x="303973" y="191140"/>
                  </a:lnTo>
                  <a:lnTo>
                    <a:pt x="321184" y="185612"/>
                  </a:lnTo>
                  <a:lnTo>
                    <a:pt x="338650" y="181212"/>
                  </a:lnTo>
                  <a:lnTo>
                    <a:pt x="366944" y="181212"/>
                  </a:lnTo>
                  <a:lnTo>
                    <a:pt x="366619" y="178556"/>
                  </a:lnTo>
                  <a:lnTo>
                    <a:pt x="274780" y="178556"/>
                  </a:lnTo>
                  <a:lnTo>
                    <a:pt x="273695" y="175837"/>
                  </a:lnTo>
                  <a:lnTo>
                    <a:pt x="273612" y="175628"/>
                  </a:lnTo>
                  <a:lnTo>
                    <a:pt x="271847" y="174104"/>
                  </a:lnTo>
                  <a:lnTo>
                    <a:pt x="255106" y="121539"/>
                  </a:lnTo>
                  <a:lnTo>
                    <a:pt x="240950" y="73882"/>
                  </a:lnTo>
                  <a:lnTo>
                    <a:pt x="240002" y="68049"/>
                  </a:lnTo>
                  <a:close/>
                </a:path>
                <a:path w="452120" h="526414">
                  <a:moveTo>
                    <a:pt x="367351" y="182217"/>
                  </a:moveTo>
                  <a:lnTo>
                    <a:pt x="366741" y="183620"/>
                  </a:lnTo>
                  <a:lnTo>
                    <a:pt x="367910" y="183620"/>
                  </a:lnTo>
                  <a:lnTo>
                    <a:pt x="367351" y="182217"/>
                  </a:lnTo>
                  <a:close/>
                </a:path>
                <a:path w="452120" h="526414">
                  <a:moveTo>
                    <a:pt x="292002" y="46766"/>
                  </a:moveTo>
                  <a:lnTo>
                    <a:pt x="287950" y="50706"/>
                  </a:lnTo>
                  <a:lnTo>
                    <a:pt x="283454" y="53558"/>
                  </a:lnTo>
                  <a:lnTo>
                    <a:pt x="283328" y="55228"/>
                  </a:lnTo>
                  <a:lnTo>
                    <a:pt x="283223" y="56619"/>
                  </a:lnTo>
                  <a:lnTo>
                    <a:pt x="283099" y="58256"/>
                  </a:lnTo>
                  <a:lnTo>
                    <a:pt x="285029" y="63108"/>
                  </a:lnTo>
                  <a:lnTo>
                    <a:pt x="290532" y="76475"/>
                  </a:lnTo>
                  <a:lnTo>
                    <a:pt x="302344" y="104125"/>
                  </a:lnTo>
                  <a:lnTo>
                    <a:pt x="308001" y="117878"/>
                  </a:lnTo>
                  <a:lnTo>
                    <a:pt x="311924" y="129774"/>
                  </a:lnTo>
                  <a:lnTo>
                    <a:pt x="314368" y="141679"/>
                  </a:lnTo>
                  <a:lnTo>
                    <a:pt x="315586" y="153654"/>
                  </a:lnTo>
                  <a:lnTo>
                    <a:pt x="315673" y="159185"/>
                  </a:lnTo>
                  <a:lnTo>
                    <a:pt x="315776" y="165629"/>
                  </a:lnTo>
                  <a:lnTo>
                    <a:pt x="303741" y="172275"/>
                  </a:lnTo>
                  <a:lnTo>
                    <a:pt x="295459" y="175837"/>
                  </a:lnTo>
                  <a:lnTo>
                    <a:pt x="286708" y="177603"/>
                  </a:lnTo>
                  <a:lnTo>
                    <a:pt x="286173" y="177603"/>
                  </a:lnTo>
                  <a:lnTo>
                    <a:pt x="274780" y="178556"/>
                  </a:lnTo>
                  <a:lnTo>
                    <a:pt x="366619" y="178556"/>
                  </a:lnTo>
                  <a:lnTo>
                    <a:pt x="366502" y="177603"/>
                  </a:lnTo>
                  <a:lnTo>
                    <a:pt x="366424" y="176964"/>
                  </a:lnTo>
                  <a:lnTo>
                    <a:pt x="384358" y="163896"/>
                  </a:lnTo>
                  <a:lnTo>
                    <a:pt x="389204" y="156735"/>
                  </a:lnTo>
                  <a:lnTo>
                    <a:pt x="338115" y="156735"/>
                  </a:lnTo>
                  <a:lnTo>
                    <a:pt x="334288" y="134642"/>
                  </a:lnTo>
                  <a:lnTo>
                    <a:pt x="334257" y="134463"/>
                  </a:lnTo>
                  <a:lnTo>
                    <a:pt x="327854" y="112987"/>
                  </a:lnTo>
                  <a:lnTo>
                    <a:pt x="319802" y="92167"/>
                  </a:lnTo>
                  <a:lnTo>
                    <a:pt x="311001" y="71862"/>
                  </a:lnTo>
                  <a:lnTo>
                    <a:pt x="308308" y="65086"/>
                  </a:lnTo>
                  <a:lnTo>
                    <a:pt x="305057" y="59596"/>
                  </a:lnTo>
                  <a:lnTo>
                    <a:pt x="299952" y="52614"/>
                  </a:lnTo>
                  <a:lnTo>
                    <a:pt x="297094" y="48129"/>
                  </a:lnTo>
                  <a:lnTo>
                    <a:pt x="292002" y="46766"/>
                  </a:lnTo>
                  <a:close/>
                </a:path>
                <a:path w="452120" h="526414">
                  <a:moveTo>
                    <a:pt x="348822" y="23350"/>
                  </a:moveTo>
                  <a:lnTo>
                    <a:pt x="319891" y="23350"/>
                  </a:lnTo>
                  <a:lnTo>
                    <a:pt x="332959" y="53558"/>
                  </a:lnTo>
                  <a:lnTo>
                    <a:pt x="346791" y="88860"/>
                  </a:lnTo>
                  <a:lnTo>
                    <a:pt x="358251" y="121358"/>
                  </a:lnTo>
                  <a:lnTo>
                    <a:pt x="364037" y="142613"/>
                  </a:lnTo>
                  <a:lnTo>
                    <a:pt x="364138" y="142981"/>
                  </a:lnTo>
                  <a:lnTo>
                    <a:pt x="359657" y="147352"/>
                  </a:lnTo>
                  <a:lnTo>
                    <a:pt x="354298" y="151538"/>
                  </a:lnTo>
                  <a:lnTo>
                    <a:pt x="347353" y="154884"/>
                  </a:lnTo>
                  <a:lnTo>
                    <a:pt x="338115" y="156735"/>
                  </a:lnTo>
                  <a:lnTo>
                    <a:pt x="389204" y="156735"/>
                  </a:lnTo>
                  <a:lnTo>
                    <a:pt x="392963" y="151179"/>
                  </a:lnTo>
                  <a:lnTo>
                    <a:pt x="393070" y="147095"/>
                  </a:lnTo>
                  <a:lnTo>
                    <a:pt x="393186" y="142613"/>
                  </a:lnTo>
                  <a:lnTo>
                    <a:pt x="393313" y="137760"/>
                  </a:lnTo>
                  <a:lnTo>
                    <a:pt x="393363" y="135841"/>
                  </a:lnTo>
                  <a:lnTo>
                    <a:pt x="386680" y="114908"/>
                  </a:lnTo>
                  <a:lnTo>
                    <a:pt x="378641" y="95119"/>
                  </a:lnTo>
                  <a:lnTo>
                    <a:pt x="369908" y="73882"/>
                  </a:lnTo>
                  <a:lnTo>
                    <a:pt x="362429" y="55228"/>
                  </a:lnTo>
                  <a:lnTo>
                    <a:pt x="354968" y="35261"/>
                  </a:lnTo>
                  <a:lnTo>
                    <a:pt x="349320" y="23832"/>
                  </a:lnTo>
                  <a:lnTo>
                    <a:pt x="348822" y="2335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6261" y="4892617"/>
              <a:ext cx="196977" cy="25088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6552705" y="2962668"/>
            <a:ext cx="2591435" cy="2181225"/>
            <a:chOff x="6552705" y="2962668"/>
            <a:chExt cx="2591435" cy="2181225"/>
          </a:xfrm>
        </p:grpSpPr>
        <p:sp>
          <p:nvSpPr>
            <p:cNvPr id="12" name="object 12"/>
            <p:cNvSpPr/>
            <p:nvPr/>
          </p:nvSpPr>
          <p:spPr>
            <a:xfrm>
              <a:off x="8640394" y="2962668"/>
              <a:ext cx="374015" cy="516255"/>
            </a:xfrm>
            <a:custGeom>
              <a:avLst/>
              <a:gdLst/>
              <a:ahLst/>
              <a:cxnLst/>
              <a:rect l="l" t="t" r="r" b="b"/>
              <a:pathLst>
                <a:path w="374015" h="516254">
                  <a:moveTo>
                    <a:pt x="110515" y="0"/>
                  </a:moveTo>
                  <a:lnTo>
                    <a:pt x="102549" y="0"/>
                  </a:lnTo>
                  <a:lnTo>
                    <a:pt x="82973" y="2353"/>
                  </a:lnTo>
                  <a:lnTo>
                    <a:pt x="45534" y="13983"/>
                  </a:lnTo>
                  <a:lnTo>
                    <a:pt x="15104" y="42453"/>
                  </a:lnTo>
                  <a:lnTo>
                    <a:pt x="2293" y="78611"/>
                  </a:lnTo>
                  <a:lnTo>
                    <a:pt x="0" y="110159"/>
                  </a:lnTo>
                  <a:lnTo>
                    <a:pt x="1274" y="119053"/>
                  </a:lnTo>
                  <a:lnTo>
                    <a:pt x="2844" y="128217"/>
                  </a:lnTo>
                  <a:lnTo>
                    <a:pt x="4243" y="137493"/>
                  </a:lnTo>
                  <a:lnTo>
                    <a:pt x="5003" y="146723"/>
                  </a:lnTo>
                  <a:lnTo>
                    <a:pt x="5345" y="157038"/>
                  </a:lnTo>
                  <a:lnTo>
                    <a:pt x="7518" y="166744"/>
                  </a:lnTo>
                  <a:lnTo>
                    <a:pt x="11501" y="175983"/>
                  </a:lnTo>
                  <a:lnTo>
                    <a:pt x="20116" y="189280"/>
                  </a:lnTo>
                  <a:lnTo>
                    <a:pt x="24592" y="205054"/>
                  </a:lnTo>
                  <a:lnTo>
                    <a:pt x="31213" y="219446"/>
                  </a:lnTo>
                  <a:lnTo>
                    <a:pt x="39487" y="232786"/>
                  </a:lnTo>
                  <a:lnTo>
                    <a:pt x="48815" y="245262"/>
                  </a:lnTo>
                  <a:lnTo>
                    <a:pt x="51602" y="249532"/>
                  </a:lnTo>
                  <a:lnTo>
                    <a:pt x="51742" y="249892"/>
                  </a:lnTo>
                  <a:lnTo>
                    <a:pt x="51155" y="252653"/>
                  </a:lnTo>
                  <a:lnTo>
                    <a:pt x="54170" y="265625"/>
                  </a:lnTo>
                  <a:lnTo>
                    <a:pt x="59423" y="277009"/>
                  </a:lnTo>
                  <a:lnTo>
                    <a:pt x="65886" y="287368"/>
                  </a:lnTo>
                  <a:lnTo>
                    <a:pt x="72529" y="297268"/>
                  </a:lnTo>
                  <a:lnTo>
                    <a:pt x="83478" y="315242"/>
                  </a:lnTo>
                  <a:lnTo>
                    <a:pt x="105765" y="350409"/>
                  </a:lnTo>
                  <a:lnTo>
                    <a:pt x="135440" y="395609"/>
                  </a:lnTo>
                  <a:lnTo>
                    <a:pt x="144591" y="409665"/>
                  </a:lnTo>
                  <a:lnTo>
                    <a:pt x="165687" y="442431"/>
                  </a:lnTo>
                  <a:lnTo>
                    <a:pt x="194592" y="475015"/>
                  </a:lnTo>
                  <a:lnTo>
                    <a:pt x="214058" y="490893"/>
                  </a:lnTo>
                  <a:lnTo>
                    <a:pt x="216090" y="492048"/>
                  </a:lnTo>
                  <a:lnTo>
                    <a:pt x="256209" y="515669"/>
                  </a:lnTo>
                  <a:lnTo>
                    <a:pt x="271386" y="516000"/>
                  </a:lnTo>
                  <a:lnTo>
                    <a:pt x="284230" y="515173"/>
                  </a:lnTo>
                  <a:lnTo>
                    <a:pt x="321221" y="502500"/>
                  </a:lnTo>
                  <a:lnTo>
                    <a:pt x="333358" y="491236"/>
                  </a:lnTo>
                  <a:lnTo>
                    <a:pt x="261581" y="491236"/>
                  </a:lnTo>
                  <a:lnTo>
                    <a:pt x="256171" y="488518"/>
                  </a:lnTo>
                  <a:lnTo>
                    <a:pt x="248970" y="483196"/>
                  </a:lnTo>
                  <a:lnTo>
                    <a:pt x="233346" y="472353"/>
                  </a:lnTo>
                  <a:lnTo>
                    <a:pt x="218536" y="460268"/>
                  </a:lnTo>
                  <a:lnTo>
                    <a:pt x="174666" y="409665"/>
                  </a:lnTo>
                  <a:lnTo>
                    <a:pt x="142906" y="360521"/>
                  </a:lnTo>
                  <a:lnTo>
                    <a:pt x="127139" y="335406"/>
                  </a:lnTo>
                  <a:lnTo>
                    <a:pt x="131203" y="334060"/>
                  </a:lnTo>
                  <a:lnTo>
                    <a:pt x="133012" y="332884"/>
                  </a:lnTo>
                  <a:lnTo>
                    <a:pt x="136169" y="332130"/>
                  </a:lnTo>
                  <a:lnTo>
                    <a:pt x="163813" y="327875"/>
                  </a:lnTo>
                  <a:lnTo>
                    <a:pt x="182016" y="323097"/>
                  </a:lnTo>
                  <a:lnTo>
                    <a:pt x="198866" y="314771"/>
                  </a:lnTo>
                  <a:lnTo>
                    <a:pt x="211485" y="306800"/>
                  </a:lnTo>
                  <a:lnTo>
                    <a:pt x="146871" y="306800"/>
                  </a:lnTo>
                  <a:lnTo>
                    <a:pt x="139420" y="306324"/>
                  </a:lnTo>
                  <a:lnTo>
                    <a:pt x="103124" y="293546"/>
                  </a:lnTo>
                  <a:lnTo>
                    <a:pt x="76683" y="249892"/>
                  </a:lnTo>
                  <a:lnTo>
                    <a:pt x="70645" y="237510"/>
                  </a:lnTo>
                  <a:lnTo>
                    <a:pt x="63943" y="225559"/>
                  </a:lnTo>
                  <a:lnTo>
                    <a:pt x="57175" y="213893"/>
                  </a:lnTo>
                  <a:lnTo>
                    <a:pt x="52031" y="205955"/>
                  </a:lnTo>
                  <a:lnTo>
                    <a:pt x="51523" y="201345"/>
                  </a:lnTo>
                  <a:lnTo>
                    <a:pt x="48711" y="190801"/>
                  </a:lnTo>
                  <a:lnTo>
                    <a:pt x="44172" y="181021"/>
                  </a:lnTo>
                  <a:lnTo>
                    <a:pt x="39034" y="171404"/>
                  </a:lnTo>
                  <a:lnTo>
                    <a:pt x="34429" y="161353"/>
                  </a:lnTo>
                  <a:lnTo>
                    <a:pt x="32208" y="150083"/>
                  </a:lnTo>
                  <a:lnTo>
                    <a:pt x="30671" y="128690"/>
                  </a:lnTo>
                  <a:lnTo>
                    <a:pt x="30637" y="128217"/>
                  </a:lnTo>
                  <a:lnTo>
                    <a:pt x="30529" y="126713"/>
                  </a:lnTo>
                  <a:lnTo>
                    <a:pt x="28308" y="115443"/>
                  </a:lnTo>
                  <a:lnTo>
                    <a:pt x="26350" y="104924"/>
                  </a:lnTo>
                  <a:lnTo>
                    <a:pt x="26471" y="99924"/>
                  </a:lnTo>
                  <a:lnTo>
                    <a:pt x="26592" y="94957"/>
                  </a:lnTo>
                  <a:lnTo>
                    <a:pt x="38474" y="54881"/>
                  </a:lnTo>
                  <a:lnTo>
                    <a:pt x="81453" y="30816"/>
                  </a:lnTo>
                  <a:lnTo>
                    <a:pt x="109842" y="27800"/>
                  </a:lnTo>
                  <a:lnTo>
                    <a:pt x="163108" y="27800"/>
                  </a:lnTo>
                  <a:lnTo>
                    <a:pt x="145003" y="15222"/>
                  </a:lnTo>
                  <a:lnTo>
                    <a:pt x="124637" y="4584"/>
                  </a:lnTo>
                  <a:lnTo>
                    <a:pt x="117741" y="1549"/>
                  </a:lnTo>
                  <a:lnTo>
                    <a:pt x="110515" y="0"/>
                  </a:lnTo>
                  <a:close/>
                </a:path>
                <a:path w="374015" h="516254">
                  <a:moveTo>
                    <a:pt x="277571" y="487108"/>
                  </a:moveTo>
                  <a:lnTo>
                    <a:pt x="269207" y="488518"/>
                  </a:lnTo>
                  <a:lnTo>
                    <a:pt x="269477" y="488518"/>
                  </a:lnTo>
                  <a:lnTo>
                    <a:pt x="261581" y="491236"/>
                  </a:lnTo>
                  <a:lnTo>
                    <a:pt x="333358" y="491236"/>
                  </a:lnTo>
                  <a:lnTo>
                    <a:pt x="337007" y="487476"/>
                  </a:lnTo>
                  <a:lnTo>
                    <a:pt x="286613" y="487476"/>
                  </a:lnTo>
                  <a:lnTo>
                    <a:pt x="277571" y="487108"/>
                  </a:lnTo>
                  <a:close/>
                </a:path>
                <a:path w="374015" h="516254">
                  <a:moveTo>
                    <a:pt x="301192" y="250977"/>
                  </a:moveTo>
                  <a:lnTo>
                    <a:pt x="272973" y="250977"/>
                  </a:lnTo>
                  <a:lnTo>
                    <a:pt x="276040" y="257695"/>
                  </a:lnTo>
                  <a:lnTo>
                    <a:pt x="279209" y="264426"/>
                  </a:lnTo>
                  <a:lnTo>
                    <a:pt x="282587" y="269646"/>
                  </a:lnTo>
                  <a:lnTo>
                    <a:pt x="292195" y="286432"/>
                  </a:lnTo>
                  <a:lnTo>
                    <a:pt x="299697" y="304090"/>
                  </a:lnTo>
                  <a:lnTo>
                    <a:pt x="307033" y="321836"/>
                  </a:lnTo>
                  <a:lnTo>
                    <a:pt x="316141" y="338886"/>
                  </a:lnTo>
                  <a:lnTo>
                    <a:pt x="318985" y="343268"/>
                  </a:lnTo>
                  <a:lnTo>
                    <a:pt x="321576" y="349097"/>
                  </a:lnTo>
                  <a:lnTo>
                    <a:pt x="320268" y="354876"/>
                  </a:lnTo>
                  <a:lnTo>
                    <a:pt x="321320" y="364886"/>
                  </a:lnTo>
                  <a:lnTo>
                    <a:pt x="321410" y="365743"/>
                  </a:lnTo>
                  <a:lnTo>
                    <a:pt x="324820" y="375475"/>
                  </a:lnTo>
                  <a:lnTo>
                    <a:pt x="324897" y="375694"/>
                  </a:lnTo>
                  <a:lnTo>
                    <a:pt x="330309" y="384640"/>
                  </a:lnTo>
                  <a:lnTo>
                    <a:pt x="337223" y="392493"/>
                  </a:lnTo>
                  <a:lnTo>
                    <a:pt x="342064" y="399697"/>
                  </a:lnTo>
                  <a:lnTo>
                    <a:pt x="344462" y="407092"/>
                  </a:lnTo>
                  <a:lnTo>
                    <a:pt x="345459" y="414467"/>
                  </a:lnTo>
                  <a:lnTo>
                    <a:pt x="346100" y="421614"/>
                  </a:lnTo>
                  <a:lnTo>
                    <a:pt x="346198" y="430634"/>
                  </a:lnTo>
                  <a:lnTo>
                    <a:pt x="343571" y="438161"/>
                  </a:lnTo>
                  <a:lnTo>
                    <a:pt x="317278" y="471207"/>
                  </a:lnTo>
                  <a:lnTo>
                    <a:pt x="311365" y="477672"/>
                  </a:lnTo>
                  <a:lnTo>
                    <a:pt x="305828" y="482536"/>
                  </a:lnTo>
                  <a:lnTo>
                    <a:pt x="299961" y="485063"/>
                  </a:lnTo>
                  <a:lnTo>
                    <a:pt x="293865" y="485254"/>
                  </a:lnTo>
                  <a:lnTo>
                    <a:pt x="286613" y="487476"/>
                  </a:lnTo>
                  <a:lnTo>
                    <a:pt x="337007" y="487476"/>
                  </a:lnTo>
                  <a:lnTo>
                    <a:pt x="340461" y="483917"/>
                  </a:lnTo>
                  <a:lnTo>
                    <a:pt x="365961" y="452129"/>
                  </a:lnTo>
                  <a:lnTo>
                    <a:pt x="372566" y="414467"/>
                  </a:lnTo>
                  <a:lnTo>
                    <a:pt x="372890" y="409665"/>
                  </a:lnTo>
                  <a:lnTo>
                    <a:pt x="372922" y="409194"/>
                  </a:lnTo>
                  <a:lnTo>
                    <a:pt x="370370" y="403440"/>
                  </a:lnTo>
                  <a:lnTo>
                    <a:pt x="373468" y="388988"/>
                  </a:lnTo>
                  <a:lnTo>
                    <a:pt x="369824" y="381368"/>
                  </a:lnTo>
                  <a:lnTo>
                    <a:pt x="363537" y="375475"/>
                  </a:lnTo>
                  <a:lnTo>
                    <a:pt x="357943" y="370661"/>
                  </a:lnTo>
                  <a:lnTo>
                    <a:pt x="353863" y="364886"/>
                  </a:lnTo>
                  <a:lnTo>
                    <a:pt x="350778" y="358469"/>
                  </a:lnTo>
                  <a:lnTo>
                    <a:pt x="348170" y="351726"/>
                  </a:lnTo>
                  <a:lnTo>
                    <a:pt x="343689" y="341015"/>
                  </a:lnTo>
                  <a:lnTo>
                    <a:pt x="340004" y="330252"/>
                  </a:lnTo>
                  <a:lnTo>
                    <a:pt x="336490" y="319377"/>
                  </a:lnTo>
                  <a:lnTo>
                    <a:pt x="332524" y="308330"/>
                  </a:lnTo>
                  <a:lnTo>
                    <a:pt x="312061" y="272796"/>
                  </a:lnTo>
                  <a:lnTo>
                    <a:pt x="306949" y="264047"/>
                  </a:lnTo>
                  <a:lnTo>
                    <a:pt x="302604" y="255024"/>
                  </a:lnTo>
                  <a:lnTo>
                    <a:pt x="301192" y="250977"/>
                  </a:lnTo>
                  <a:close/>
                </a:path>
                <a:path w="374015" h="516254">
                  <a:moveTo>
                    <a:pt x="163108" y="27800"/>
                  </a:moveTo>
                  <a:lnTo>
                    <a:pt x="109842" y="27800"/>
                  </a:lnTo>
                  <a:lnTo>
                    <a:pt x="112750" y="28486"/>
                  </a:lnTo>
                  <a:lnTo>
                    <a:pt x="114198" y="28727"/>
                  </a:lnTo>
                  <a:lnTo>
                    <a:pt x="114782" y="29629"/>
                  </a:lnTo>
                  <a:lnTo>
                    <a:pt x="147277" y="50307"/>
                  </a:lnTo>
                  <a:lnTo>
                    <a:pt x="172885" y="79120"/>
                  </a:lnTo>
                  <a:lnTo>
                    <a:pt x="202196" y="121229"/>
                  </a:lnTo>
                  <a:lnTo>
                    <a:pt x="215751" y="142841"/>
                  </a:lnTo>
                  <a:lnTo>
                    <a:pt x="229489" y="164566"/>
                  </a:lnTo>
                  <a:lnTo>
                    <a:pt x="233451" y="170687"/>
                  </a:lnTo>
                  <a:lnTo>
                    <a:pt x="234251" y="173926"/>
                  </a:lnTo>
                  <a:lnTo>
                    <a:pt x="238098" y="186478"/>
                  </a:lnTo>
                  <a:lnTo>
                    <a:pt x="243624" y="198405"/>
                  </a:lnTo>
                  <a:lnTo>
                    <a:pt x="250549" y="210352"/>
                  </a:lnTo>
                  <a:lnTo>
                    <a:pt x="258597" y="222961"/>
                  </a:lnTo>
                  <a:lnTo>
                    <a:pt x="251667" y="232110"/>
                  </a:lnTo>
                  <a:lnTo>
                    <a:pt x="245163" y="240985"/>
                  </a:lnTo>
                  <a:lnTo>
                    <a:pt x="239169" y="249532"/>
                  </a:lnTo>
                  <a:lnTo>
                    <a:pt x="233768" y="257695"/>
                  </a:lnTo>
                  <a:lnTo>
                    <a:pt x="221933" y="271726"/>
                  </a:lnTo>
                  <a:lnTo>
                    <a:pt x="205490" y="284748"/>
                  </a:lnTo>
                  <a:lnTo>
                    <a:pt x="187007" y="295334"/>
                  </a:lnTo>
                  <a:lnTo>
                    <a:pt x="169049" y="302056"/>
                  </a:lnTo>
                  <a:lnTo>
                    <a:pt x="161541" y="303723"/>
                  </a:lnTo>
                  <a:lnTo>
                    <a:pt x="154197" y="305619"/>
                  </a:lnTo>
                  <a:lnTo>
                    <a:pt x="146871" y="306800"/>
                  </a:lnTo>
                  <a:lnTo>
                    <a:pt x="211485" y="306800"/>
                  </a:lnTo>
                  <a:lnTo>
                    <a:pt x="249944" y="276342"/>
                  </a:lnTo>
                  <a:lnTo>
                    <a:pt x="262280" y="251688"/>
                  </a:lnTo>
                  <a:lnTo>
                    <a:pt x="272973" y="250977"/>
                  </a:lnTo>
                  <a:lnTo>
                    <a:pt x="301192" y="250977"/>
                  </a:lnTo>
                  <a:lnTo>
                    <a:pt x="299248" y="245402"/>
                  </a:lnTo>
                  <a:lnTo>
                    <a:pt x="294867" y="233848"/>
                  </a:lnTo>
                  <a:lnTo>
                    <a:pt x="289682" y="222961"/>
                  </a:lnTo>
                  <a:lnTo>
                    <a:pt x="289559" y="222704"/>
                  </a:lnTo>
                  <a:lnTo>
                    <a:pt x="283490" y="211811"/>
                  </a:lnTo>
                  <a:lnTo>
                    <a:pt x="276990" y="201345"/>
                  </a:lnTo>
                  <a:lnTo>
                    <a:pt x="272492" y="194268"/>
                  </a:lnTo>
                  <a:lnTo>
                    <a:pt x="268227" y="186847"/>
                  </a:lnTo>
                  <a:lnTo>
                    <a:pt x="264614" y="179004"/>
                  </a:lnTo>
                  <a:lnTo>
                    <a:pt x="262191" y="170853"/>
                  </a:lnTo>
                  <a:lnTo>
                    <a:pt x="260535" y="164566"/>
                  </a:lnTo>
                  <a:lnTo>
                    <a:pt x="258506" y="161353"/>
                  </a:lnTo>
                  <a:lnTo>
                    <a:pt x="251993" y="151282"/>
                  </a:lnTo>
                  <a:lnTo>
                    <a:pt x="237548" y="128690"/>
                  </a:lnTo>
                  <a:lnTo>
                    <a:pt x="223143" y="105971"/>
                  </a:lnTo>
                  <a:lnTo>
                    <a:pt x="208679" y="83534"/>
                  </a:lnTo>
                  <a:lnTo>
                    <a:pt x="194055" y="61785"/>
                  </a:lnTo>
                  <a:lnTo>
                    <a:pt x="179976" y="43518"/>
                  </a:lnTo>
                  <a:lnTo>
                    <a:pt x="163659" y="28213"/>
                  </a:lnTo>
                  <a:lnTo>
                    <a:pt x="163108" y="27800"/>
                  </a:lnTo>
                  <a:close/>
                </a:path>
              </a:pathLst>
            </a:custGeom>
            <a:solidFill>
              <a:srgbClr val="0088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96388" y="3081769"/>
              <a:ext cx="89839" cy="1432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5598" y="3335248"/>
              <a:ext cx="71894" cy="867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2705" y="3318765"/>
              <a:ext cx="2591294" cy="1824734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829257" y="1680438"/>
            <a:ext cx="529590" cy="267335"/>
          </a:xfrm>
          <a:custGeom>
            <a:avLst/>
            <a:gdLst/>
            <a:ahLst/>
            <a:cxnLst/>
            <a:rect l="l" t="t" r="r" b="b"/>
            <a:pathLst>
              <a:path w="529590" h="267335">
                <a:moveTo>
                  <a:pt x="109200" y="260045"/>
                </a:moveTo>
                <a:lnTo>
                  <a:pt x="78101" y="260045"/>
                </a:lnTo>
                <a:lnTo>
                  <a:pt x="90315" y="267106"/>
                </a:lnTo>
                <a:lnTo>
                  <a:pt x="98308" y="266039"/>
                </a:lnTo>
                <a:lnTo>
                  <a:pt x="106417" y="261734"/>
                </a:lnTo>
                <a:lnTo>
                  <a:pt x="109200" y="260045"/>
                </a:lnTo>
                <a:close/>
              </a:path>
              <a:path w="529590" h="267335">
                <a:moveTo>
                  <a:pt x="297036" y="13549"/>
                </a:moveTo>
                <a:lnTo>
                  <a:pt x="285232" y="14657"/>
                </a:lnTo>
                <a:lnTo>
                  <a:pt x="273673" y="17434"/>
                </a:lnTo>
                <a:lnTo>
                  <a:pt x="262142" y="20688"/>
                </a:lnTo>
                <a:lnTo>
                  <a:pt x="243011" y="25186"/>
                </a:lnTo>
                <a:lnTo>
                  <a:pt x="223690" y="30033"/>
                </a:lnTo>
                <a:lnTo>
                  <a:pt x="184690" y="40322"/>
                </a:lnTo>
                <a:lnTo>
                  <a:pt x="154453" y="48804"/>
                </a:lnTo>
                <a:lnTo>
                  <a:pt x="139270" y="52911"/>
                </a:lnTo>
                <a:lnTo>
                  <a:pt x="83337" y="70209"/>
                </a:lnTo>
                <a:lnTo>
                  <a:pt x="46969" y="89598"/>
                </a:lnTo>
                <a:lnTo>
                  <a:pt x="45570" y="92011"/>
                </a:lnTo>
                <a:lnTo>
                  <a:pt x="42846" y="93729"/>
                </a:lnTo>
                <a:lnTo>
                  <a:pt x="40612" y="94322"/>
                </a:lnTo>
                <a:lnTo>
                  <a:pt x="40789" y="94322"/>
                </a:lnTo>
                <a:lnTo>
                  <a:pt x="27007" y="101133"/>
                </a:lnTo>
                <a:lnTo>
                  <a:pt x="17228" y="111088"/>
                </a:lnTo>
                <a:lnTo>
                  <a:pt x="10622" y="123483"/>
                </a:lnTo>
                <a:lnTo>
                  <a:pt x="5973" y="138264"/>
                </a:lnTo>
                <a:lnTo>
                  <a:pt x="2522" y="148818"/>
                </a:lnTo>
                <a:lnTo>
                  <a:pt x="2409" y="149164"/>
                </a:lnTo>
                <a:lnTo>
                  <a:pt x="0" y="161164"/>
                </a:lnTo>
                <a:lnTo>
                  <a:pt x="16" y="173500"/>
                </a:lnTo>
                <a:lnTo>
                  <a:pt x="13930" y="209499"/>
                </a:lnTo>
                <a:lnTo>
                  <a:pt x="35343" y="241858"/>
                </a:lnTo>
                <a:lnTo>
                  <a:pt x="67442" y="258800"/>
                </a:lnTo>
                <a:lnTo>
                  <a:pt x="72019" y="260603"/>
                </a:lnTo>
                <a:lnTo>
                  <a:pt x="78101" y="260045"/>
                </a:lnTo>
                <a:lnTo>
                  <a:pt x="109200" y="260045"/>
                </a:lnTo>
                <a:lnTo>
                  <a:pt x="111916" y="258396"/>
                </a:lnTo>
                <a:lnTo>
                  <a:pt x="118145" y="256695"/>
                </a:lnTo>
                <a:lnTo>
                  <a:pt x="131508" y="255028"/>
                </a:lnTo>
                <a:lnTo>
                  <a:pt x="142730" y="254121"/>
                </a:lnTo>
                <a:lnTo>
                  <a:pt x="153944" y="253872"/>
                </a:lnTo>
                <a:lnTo>
                  <a:pt x="162992" y="253872"/>
                </a:lnTo>
                <a:lnTo>
                  <a:pt x="176563" y="253403"/>
                </a:lnTo>
                <a:lnTo>
                  <a:pt x="214062" y="245489"/>
                </a:lnTo>
                <a:lnTo>
                  <a:pt x="223770" y="243343"/>
                </a:lnTo>
                <a:lnTo>
                  <a:pt x="233296" y="242013"/>
                </a:lnTo>
                <a:lnTo>
                  <a:pt x="242735" y="241858"/>
                </a:lnTo>
                <a:lnTo>
                  <a:pt x="254405" y="241310"/>
                </a:lnTo>
                <a:lnTo>
                  <a:pt x="266193" y="239739"/>
                </a:lnTo>
                <a:lnTo>
                  <a:pt x="278144" y="237342"/>
                </a:lnTo>
                <a:lnTo>
                  <a:pt x="280623" y="236724"/>
                </a:lnTo>
                <a:lnTo>
                  <a:pt x="83208" y="236724"/>
                </a:lnTo>
                <a:lnTo>
                  <a:pt x="76192" y="235530"/>
                </a:lnTo>
                <a:lnTo>
                  <a:pt x="36831" y="199883"/>
                </a:lnTo>
                <a:lnTo>
                  <a:pt x="29181" y="185242"/>
                </a:lnTo>
                <a:lnTo>
                  <a:pt x="25738" y="180022"/>
                </a:lnTo>
                <a:lnTo>
                  <a:pt x="25827" y="172694"/>
                </a:lnTo>
                <a:lnTo>
                  <a:pt x="26611" y="168876"/>
                </a:lnTo>
                <a:lnTo>
                  <a:pt x="26717" y="168363"/>
                </a:lnTo>
                <a:lnTo>
                  <a:pt x="27559" y="159867"/>
                </a:lnTo>
                <a:lnTo>
                  <a:pt x="30824" y="152755"/>
                </a:lnTo>
                <a:lnTo>
                  <a:pt x="30712" y="146778"/>
                </a:lnTo>
                <a:lnTo>
                  <a:pt x="30669" y="144513"/>
                </a:lnTo>
                <a:lnTo>
                  <a:pt x="31554" y="138531"/>
                </a:lnTo>
                <a:lnTo>
                  <a:pt x="31674" y="137718"/>
                </a:lnTo>
                <a:lnTo>
                  <a:pt x="71742" y="106346"/>
                </a:lnTo>
                <a:lnTo>
                  <a:pt x="131109" y="81980"/>
                </a:lnTo>
                <a:lnTo>
                  <a:pt x="212666" y="59728"/>
                </a:lnTo>
                <a:lnTo>
                  <a:pt x="248205" y="59728"/>
                </a:lnTo>
                <a:lnTo>
                  <a:pt x="257836" y="50374"/>
                </a:lnTo>
                <a:lnTo>
                  <a:pt x="273777" y="42625"/>
                </a:lnTo>
                <a:lnTo>
                  <a:pt x="292274" y="40500"/>
                </a:lnTo>
                <a:lnTo>
                  <a:pt x="305890" y="39868"/>
                </a:lnTo>
                <a:lnTo>
                  <a:pt x="318690" y="38061"/>
                </a:lnTo>
                <a:lnTo>
                  <a:pt x="331883" y="35453"/>
                </a:lnTo>
                <a:lnTo>
                  <a:pt x="344925" y="32664"/>
                </a:lnTo>
                <a:lnTo>
                  <a:pt x="353649" y="30340"/>
                </a:lnTo>
                <a:lnTo>
                  <a:pt x="372876" y="30340"/>
                </a:lnTo>
                <a:lnTo>
                  <a:pt x="378102" y="29729"/>
                </a:lnTo>
                <a:lnTo>
                  <a:pt x="388230" y="28204"/>
                </a:lnTo>
                <a:lnTo>
                  <a:pt x="398333" y="27647"/>
                </a:lnTo>
                <a:lnTo>
                  <a:pt x="492290" y="27647"/>
                </a:lnTo>
                <a:lnTo>
                  <a:pt x="482003" y="21115"/>
                </a:lnTo>
                <a:lnTo>
                  <a:pt x="471023" y="15786"/>
                </a:lnTo>
                <a:lnTo>
                  <a:pt x="311483" y="15786"/>
                </a:lnTo>
                <a:lnTo>
                  <a:pt x="309306" y="15303"/>
                </a:lnTo>
                <a:lnTo>
                  <a:pt x="297036" y="13549"/>
                </a:lnTo>
                <a:close/>
              </a:path>
              <a:path w="529590" h="267335">
                <a:moveTo>
                  <a:pt x="127131" y="228135"/>
                </a:moveTo>
                <a:lnTo>
                  <a:pt x="117217" y="228531"/>
                </a:lnTo>
                <a:lnTo>
                  <a:pt x="106545" y="230803"/>
                </a:lnTo>
                <a:lnTo>
                  <a:pt x="107055" y="230803"/>
                </a:lnTo>
                <a:lnTo>
                  <a:pt x="98954" y="233819"/>
                </a:lnTo>
                <a:lnTo>
                  <a:pt x="90441" y="236724"/>
                </a:lnTo>
                <a:lnTo>
                  <a:pt x="280623" y="236724"/>
                </a:lnTo>
                <a:lnTo>
                  <a:pt x="296881" y="232613"/>
                </a:lnTo>
                <a:lnTo>
                  <a:pt x="142076" y="232613"/>
                </a:lnTo>
                <a:lnTo>
                  <a:pt x="137211" y="229730"/>
                </a:lnTo>
                <a:lnTo>
                  <a:pt x="127131" y="228135"/>
                </a:lnTo>
                <a:close/>
              </a:path>
              <a:path w="529590" h="267335">
                <a:moveTo>
                  <a:pt x="239470" y="217982"/>
                </a:moveTo>
                <a:lnTo>
                  <a:pt x="231476" y="219049"/>
                </a:lnTo>
                <a:lnTo>
                  <a:pt x="225660" y="220611"/>
                </a:lnTo>
                <a:lnTo>
                  <a:pt x="207636" y="224414"/>
                </a:lnTo>
                <a:lnTo>
                  <a:pt x="189408" y="226018"/>
                </a:lnTo>
                <a:lnTo>
                  <a:pt x="171130" y="227437"/>
                </a:lnTo>
                <a:lnTo>
                  <a:pt x="152280" y="230803"/>
                </a:lnTo>
                <a:lnTo>
                  <a:pt x="152507" y="230803"/>
                </a:lnTo>
                <a:lnTo>
                  <a:pt x="148136" y="231978"/>
                </a:lnTo>
                <a:lnTo>
                  <a:pt x="142076" y="232613"/>
                </a:lnTo>
                <a:lnTo>
                  <a:pt x="296881" y="232613"/>
                </a:lnTo>
                <a:lnTo>
                  <a:pt x="297702" y="232400"/>
                </a:lnTo>
                <a:lnTo>
                  <a:pt x="305388" y="230803"/>
                </a:lnTo>
                <a:lnTo>
                  <a:pt x="313269" y="229939"/>
                </a:lnTo>
                <a:lnTo>
                  <a:pt x="329986" y="229939"/>
                </a:lnTo>
                <a:lnTo>
                  <a:pt x="342040" y="226720"/>
                </a:lnTo>
                <a:lnTo>
                  <a:pt x="374958" y="218363"/>
                </a:lnTo>
                <a:lnTo>
                  <a:pt x="245713" y="218363"/>
                </a:lnTo>
                <a:lnTo>
                  <a:pt x="239470" y="217982"/>
                </a:lnTo>
                <a:close/>
              </a:path>
              <a:path w="529590" h="267335">
                <a:moveTo>
                  <a:pt x="329986" y="229939"/>
                </a:moveTo>
                <a:lnTo>
                  <a:pt x="313269" y="229939"/>
                </a:lnTo>
                <a:lnTo>
                  <a:pt x="321256" y="230225"/>
                </a:lnTo>
                <a:lnTo>
                  <a:pt x="331536" y="230803"/>
                </a:lnTo>
                <a:lnTo>
                  <a:pt x="326750" y="230803"/>
                </a:lnTo>
                <a:lnTo>
                  <a:pt x="329986" y="229939"/>
                </a:lnTo>
                <a:close/>
              </a:path>
              <a:path w="529590" h="267335">
                <a:moveTo>
                  <a:pt x="248205" y="59728"/>
                </a:moveTo>
                <a:lnTo>
                  <a:pt x="212666" y="59728"/>
                </a:lnTo>
                <a:lnTo>
                  <a:pt x="211799" y="64147"/>
                </a:lnTo>
                <a:lnTo>
                  <a:pt x="212510" y="66817"/>
                </a:lnTo>
                <a:lnTo>
                  <a:pt x="212553" y="66979"/>
                </a:lnTo>
                <a:lnTo>
                  <a:pt x="212090" y="69240"/>
                </a:lnTo>
                <a:lnTo>
                  <a:pt x="207767" y="95615"/>
                </a:lnTo>
                <a:lnTo>
                  <a:pt x="206721" y="113557"/>
                </a:lnTo>
                <a:lnTo>
                  <a:pt x="209311" y="131298"/>
                </a:lnTo>
                <a:lnTo>
                  <a:pt x="219508" y="168876"/>
                </a:lnTo>
                <a:lnTo>
                  <a:pt x="242847" y="203631"/>
                </a:lnTo>
                <a:lnTo>
                  <a:pt x="248201" y="208343"/>
                </a:lnTo>
                <a:lnTo>
                  <a:pt x="245808" y="217982"/>
                </a:lnTo>
                <a:lnTo>
                  <a:pt x="245713" y="218363"/>
                </a:lnTo>
                <a:lnTo>
                  <a:pt x="374958" y="218363"/>
                </a:lnTo>
                <a:lnTo>
                  <a:pt x="391915" y="214156"/>
                </a:lnTo>
                <a:lnTo>
                  <a:pt x="399040" y="212280"/>
                </a:lnTo>
                <a:lnTo>
                  <a:pt x="276135" y="212280"/>
                </a:lnTo>
                <a:lnTo>
                  <a:pt x="269901" y="203445"/>
                </a:lnTo>
                <a:lnTo>
                  <a:pt x="263840" y="195257"/>
                </a:lnTo>
                <a:lnTo>
                  <a:pt x="257926" y="187614"/>
                </a:lnTo>
                <a:lnTo>
                  <a:pt x="252129" y="180416"/>
                </a:lnTo>
                <a:lnTo>
                  <a:pt x="242936" y="165560"/>
                </a:lnTo>
                <a:lnTo>
                  <a:pt x="232256" y="127190"/>
                </a:lnTo>
                <a:lnTo>
                  <a:pt x="231895" y="108369"/>
                </a:lnTo>
                <a:lnTo>
                  <a:pt x="232559" y="101133"/>
                </a:lnTo>
                <a:lnTo>
                  <a:pt x="232663" y="98707"/>
                </a:lnTo>
                <a:lnTo>
                  <a:pt x="232686" y="98154"/>
                </a:lnTo>
                <a:lnTo>
                  <a:pt x="232791" y="95615"/>
                </a:lnTo>
                <a:lnTo>
                  <a:pt x="232868" y="93729"/>
                </a:lnTo>
                <a:lnTo>
                  <a:pt x="233577" y="86509"/>
                </a:lnTo>
                <a:lnTo>
                  <a:pt x="235474" y="79451"/>
                </a:lnTo>
                <a:lnTo>
                  <a:pt x="244913" y="62924"/>
                </a:lnTo>
                <a:lnTo>
                  <a:pt x="248205" y="59728"/>
                </a:lnTo>
                <a:close/>
              </a:path>
              <a:path w="529590" h="267335">
                <a:moveTo>
                  <a:pt x="328941" y="204459"/>
                </a:moveTo>
                <a:lnTo>
                  <a:pt x="315231" y="204459"/>
                </a:lnTo>
                <a:lnTo>
                  <a:pt x="302293" y="206068"/>
                </a:lnTo>
                <a:lnTo>
                  <a:pt x="289460" y="208817"/>
                </a:lnTo>
                <a:lnTo>
                  <a:pt x="276135" y="212280"/>
                </a:lnTo>
                <a:lnTo>
                  <a:pt x="399040" y="212280"/>
                </a:lnTo>
                <a:lnTo>
                  <a:pt x="416865" y="207585"/>
                </a:lnTo>
                <a:lnTo>
                  <a:pt x="422716" y="205816"/>
                </a:lnTo>
                <a:lnTo>
                  <a:pt x="331291" y="205816"/>
                </a:lnTo>
                <a:lnTo>
                  <a:pt x="328941" y="204459"/>
                </a:lnTo>
                <a:close/>
              </a:path>
              <a:path w="529590" h="267335">
                <a:moveTo>
                  <a:pt x="492290" y="27647"/>
                </a:moveTo>
                <a:lnTo>
                  <a:pt x="398333" y="27647"/>
                </a:lnTo>
                <a:lnTo>
                  <a:pt x="409265" y="28522"/>
                </a:lnTo>
                <a:lnTo>
                  <a:pt x="431248" y="33714"/>
                </a:lnTo>
                <a:lnTo>
                  <a:pt x="469925" y="43413"/>
                </a:lnTo>
                <a:lnTo>
                  <a:pt x="499546" y="70209"/>
                </a:lnTo>
                <a:lnTo>
                  <a:pt x="503152" y="108369"/>
                </a:lnTo>
                <a:lnTo>
                  <a:pt x="501371" y="122224"/>
                </a:lnTo>
                <a:lnTo>
                  <a:pt x="497498" y="135585"/>
                </a:lnTo>
                <a:lnTo>
                  <a:pt x="496749" y="136753"/>
                </a:lnTo>
                <a:lnTo>
                  <a:pt x="495111" y="138264"/>
                </a:lnTo>
                <a:lnTo>
                  <a:pt x="494107" y="138531"/>
                </a:lnTo>
                <a:lnTo>
                  <a:pt x="480767" y="151428"/>
                </a:lnTo>
                <a:lnTo>
                  <a:pt x="432061" y="176834"/>
                </a:lnTo>
                <a:lnTo>
                  <a:pt x="385800" y="191396"/>
                </a:lnTo>
                <a:lnTo>
                  <a:pt x="331291" y="205816"/>
                </a:lnTo>
                <a:lnTo>
                  <a:pt x="422716" y="205816"/>
                </a:lnTo>
                <a:lnTo>
                  <a:pt x="461951" y="192797"/>
                </a:lnTo>
                <a:lnTo>
                  <a:pt x="497290" y="169523"/>
                </a:lnTo>
                <a:lnTo>
                  <a:pt x="523393" y="135864"/>
                </a:lnTo>
                <a:lnTo>
                  <a:pt x="529078" y="98707"/>
                </a:lnTo>
                <a:lnTo>
                  <a:pt x="528182" y="81980"/>
                </a:lnTo>
                <a:lnTo>
                  <a:pt x="528074" y="79971"/>
                </a:lnTo>
                <a:lnTo>
                  <a:pt x="511592" y="43413"/>
                </a:lnTo>
                <a:lnTo>
                  <a:pt x="494603" y="29116"/>
                </a:lnTo>
                <a:lnTo>
                  <a:pt x="492290" y="27647"/>
                </a:lnTo>
                <a:close/>
              </a:path>
              <a:path w="529590" h="267335">
                <a:moveTo>
                  <a:pt x="372876" y="30340"/>
                </a:moveTo>
                <a:lnTo>
                  <a:pt x="353649" y="30340"/>
                </a:lnTo>
                <a:lnTo>
                  <a:pt x="356740" y="30581"/>
                </a:lnTo>
                <a:lnTo>
                  <a:pt x="367691" y="30946"/>
                </a:lnTo>
                <a:lnTo>
                  <a:pt x="372876" y="30340"/>
                </a:lnTo>
                <a:close/>
              </a:path>
              <a:path w="529590" h="267335">
                <a:moveTo>
                  <a:pt x="400033" y="0"/>
                </a:moveTo>
                <a:lnTo>
                  <a:pt x="390355" y="901"/>
                </a:lnTo>
                <a:lnTo>
                  <a:pt x="375729" y="4753"/>
                </a:lnTo>
                <a:lnTo>
                  <a:pt x="360204" y="4753"/>
                </a:lnTo>
                <a:lnTo>
                  <a:pt x="345218" y="6735"/>
                </a:lnTo>
                <a:lnTo>
                  <a:pt x="330634" y="10162"/>
                </a:lnTo>
                <a:lnTo>
                  <a:pt x="315724" y="14657"/>
                </a:lnTo>
                <a:lnTo>
                  <a:pt x="311483" y="15786"/>
                </a:lnTo>
                <a:lnTo>
                  <a:pt x="471023" y="15786"/>
                </a:lnTo>
                <a:lnTo>
                  <a:pt x="468698" y="14657"/>
                </a:lnTo>
                <a:lnTo>
                  <a:pt x="468834" y="14657"/>
                </a:lnTo>
                <a:lnTo>
                  <a:pt x="453582" y="9855"/>
                </a:lnTo>
                <a:lnTo>
                  <a:pt x="445261" y="8346"/>
                </a:lnTo>
                <a:lnTo>
                  <a:pt x="436780" y="6970"/>
                </a:lnTo>
                <a:lnTo>
                  <a:pt x="428255" y="5420"/>
                </a:lnTo>
                <a:lnTo>
                  <a:pt x="420119" y="3467"/>
                </a:lnTo>
                <a:lnTo>
                  <a:pt x="410128" y="901"/>
                </a:lnTo>
                <a:lnTo>
                  <a:pt x="410843" y="901"/>
                </a:lnTo>
                <a:lnTo>
                  <a:pt x="400033" y="0"/>
                </a:lnTo>
                <a:close/>
              </a:path>
            </a:pathLst>
          </a:custGeom>
          <a:solidFill>
            <a:srgbClr val="0088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57261" y="1349755"/>
            <a:ext cx="5390515" cy="33381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107950" indent="-342900">
              <a:lnSpc>
                <a:spcPct val="99000"/>
              </a:lnSpc>
              <a:spcBef>
                <a:spcPts val="110"/>
              </a:spcBef>
            </a:pPr>
            <a:r>
              <a:rPr sz="1800" dirty="0">
                <a:solidFill>
                  <a:srgbClr val="0A1533"/>
                </a:solidFill>
                <a:latin typeface="Gill Sans MT"/>
                <a:cs typeface="Gill Sans MT"/>
              </a:rPr>
              <a:t>A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dams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B,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80" dirty="0">
                <a:solidFill>
                  <a:srgbClr val="0A1533"/>
                </a:solidFill>
                <a:latin typeface="+mn-lt"/>
                <a:cs typeface="+mn-lt"/>
              </a:rPr>
              <a:t>Jacocks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L,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45" dirty="0">
                <a:solidFill>
                  <a:srgbClr val="0A1533"/>
                </a:solidFill>
                <a:latin typeface="+mn-lt"/>
                <a:cs typeface="+mn-lt"/>
              </a:rPr>
              <a:t>Guo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70" dirty="0">
                <a:solidFill>
                  <a:srgbClr val="0A1533"/>
                </a:solidFill>
                <a:latin typeface="+mn-lt"/>
                <a:cs typeface="+mn-lt"/>
              </a:rPr>
              <a:t>H.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2020.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"Higher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BMI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65" dirty="0">
                <a:solidFill>
                  <a:srgbClr val="0A1533"/>
                </a:solidFill>
                <a:latin typeface="+mn-lt"/>
                <a:cs typeface="+mn-lt"/>
              </a:rPr>
              <a:t>is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linked</a:t>
            </a:r>
            <a:r>
              <a:rPr sz="1800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to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increased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risk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of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40" dirty="0">
                <a:solidFill>
                  <a:srgbClr val="0A1533"/>
                </a:solidFill>
                <a:latin typeface="+mn-lt"/>
                <a:cs typeface="+mn-lt"/>
              </a:rPr>
              <a:t>heart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attacks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in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European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adults:</a:t>
            </a:r>
            <a:r>
              <a:rPr sz="1800" spc="50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95" dirty="0">
                <a:solidFill>
                  <a:srgbClr val="0A1533"/>
                </a:solidFill>
                <a:latin typeface="+mn-lt"/>
                <a:cs typeface="+mn-lt"/>
              </a:rPr>
              <a:t>a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Mendelian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5" dirty="0">
                <a:solidFill>
                  <a:srgbClr val="0A1533"/>
                </a:solidFill>
                <a:latin typeface="+mn-lt"/>
                <a:cs typeface="+mn-lt"/>
              </a:rPr>
              <a:t>randomisation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" dirty="0">
                <a:solidFill>
                  <a:srgbClr val="0A1533"/>
                </a:solidFill>
                <a:latin typeface="+mn-lt"/>
                <a:cs typeface="+mn-lt"/>
              </a:rPr>
              <a:t>study".</a:t>
            </a:r>
            <a:r>
              <a:rPr sz="1800" spc="-5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i="1" spc="-25" dirty="0">
                <a:solidFill>
                  <a:srgbClr val="0A1533"/>
                </a:solidFill>
                <a:latin typeface="+mn-lt"/>
                <a:cs typeface="+mn-lt"/>
              </a:rPr>
              <a:t>BMC</a:t>
            </a:r>
            <a:endParaRPr sz="1800">
              <a:latin typeface="+mn-lt"/>
              <a:cs typeface="+mn-lt"/>
            </a:endParaRPr>
          </a:p>
          <a:p>
            <a:pPr marL="355600" marR="66675">
              <a:lnSpc>
                <a:spcPct val="99000"/>
              </a:lnSpc>
              <a:spcBef>
                <a:spcPts val="60"/>
              </a:spcBef>
            </a:pPr>
            <a:r>
              <a:rPr sz="1800" i="1" dirty="0">
                <a:solidFill>
                  <a:srgbClr val="0A1533"/>
                </a:solidFill>
                <a:latin typeface="+mn-lt"/>
                <a:cs typeface="+mn-lt"/>
              </a:rPr>
              <a:t>Cardiovasc Disord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.</a:t>
            </a:r>
            <a:r>
              <a:rPr sz="1800" spc="-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u="sng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Higher</a:t>
            </a:r>
            <a:r>
              <a:rPr sz="18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BMI</a:t>
            </a:r>
            <a:r>
              <a:rPr sz="1800" u="sng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6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is</a:t>
            </a:r>
            <a:r>
              <a:rPr sz="18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linked</a:t>
            </a:r>
            <a:r>
              <a:rPr sz="18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9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to</a:t>
            </a:r>
            <a:r>
              <a:rPr sz="18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an </a:t>
            </a:r>
            <a:r>
              <a:rPr sz="18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increased</a:t>
            </a:r>
            <a:r>
              <a:rPr sz="1800" spc="-10" dirty="0">
                <a:solidFill>
                  <a:srgbClr val="0097A7"/>
                </a:solidFill>
                <a:latin typeface="+mn-lt"/>
                <a:cs typeface="+mn-lt"/>
              </a:rPr>
              <a:t> </a:t>
            </a:r>
            <a:r>
              <a:rPr sz="1800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risk</a:t>
            </a:r>
            <a:r>
              <a:rPr sz="1800" u="sng" spc="-5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of</a:t>
            </a:r>
            <a:r>
              <a:rPr sz="1800" u="sng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heart</a:t>
            </a:r>
            <a:r>
              <a:rPr sz="1800" u="sng" spc="-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attacks</a:t>
            </a:r>
            <a:r>
              <a:rPr sz="1800" u="sng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in</a:t>
            </a:r>
            <a:r>
              <a:rPr sz="1800" u="sng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European</a:t>
            </a:r>
            <a:r>
              <a:rPr sz="1800" u="sng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adults:</a:t>
            </a:r>
            <a:r>
              <a:rPr sz="1800" u="sng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9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a</a:t>
            </a:r>
            <a:r>
              <a:rPr sz="1800" u="sng" spc="-5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Mendelian</a:t>
            </a:r>
            <a:r>
              <a:rPr sz="1800" spc="-10" dirty="0">
                <a:solidFill>
                  <a:srgbClr val="0097A7"/>
                </a:solidFill>
                <a:latin typeface="+mn-lt"/>
                <a:cs typeface="+mn-lt"/>
              </a:rPr>
              <a:t> </a:t>
            </a:r>
            <a:r>
              <a:rPr sz="1800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randomisation</a:t>
            </a:r>
            <a:r>
              <a:rPr sz="1800" u="sng" spc="-7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study</a:t>
            </a:r>
            <a:r>
              <a:rPr sz="18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15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-</a:t>
            </a:r>
            <a:r>
              <a:rPr sz="1800" u="sng" spc="-7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PMC</a:t>
            </a:r>
            <a:r>
              <a:rPr sz="1800" u="sng" spc="-7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(nih.gov)</a:t>
            </a:r>
            <a:endParaRPr sz="1800">
              <a:latin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+mn-lt"/>
              <a:cs typeface="+mn-lt"/>
            </a:endParaRPr>
          </a:p>
          <a:p>
            <a:pPr marL="355600" marR="260985" indent="-317500">
              <a:lnSpc>
                <a:spcPct val="102000"/>
              </a:lnSpc>
            </a:pPr>
            <a:r>
              <a:rPr sz="1800" spc="-95" dirty="0">
                <a:solidFill>
                  <a:srgbClr val="0A1533"/>
                </a:solidFill>
                <a:latin typeface="+mn-lt"/>
                <a:cs typeface="+mn-lt"/>
              </a:rPr>
              <a:t>Center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55" dirty="0">
                <a:solidFill>
                  <a:srgbClr val="0A1533"/>
                </a:solidFill>
                <a:latin typeface="+mn-lt"/>
                <a:cs typeface="+mn-lt"/>
              </a:rPr>
              <a:t>for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Disease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100" dirty="0">
                <a:solidFill>
                  <a:srgbClr val="0A1533"/>
                </a:solidFill>
                <a:latin typeface="+mn-lt"/>
                <a:cs typeface="+mn-lt"/>
              </a:rPr>
              <a:t>Control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0" dirty="0">
                <a:solidFill>
                  <a:srgbClr val="0A1533"/>
                </a:solidFill>
                <a:latin typeface="+mn-lt"/>
                <a:cs typeface="+mn-lt"/>
              </a:rPr>
              <a:t>Prevention.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dirty="0">
                <a:solidFill>
                  <a:srgbClr val="0A1533"/>
                </a:solidFill>
                <a:latin typeface="+mn-lt"/>
                <a:cs typeface="+mn-lt"/>
              </a:rPr>
              <a:t>2022.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35" dirty="0">
                <a:solidFill>
                  <a:srgbClr val="0A1533"/>
                </a:solidFill>
                <a:latin typeface="+mn-lt"/>
                <a:cs typeface="+mn-lt"/>
              </a:rPr>
              <a:t>"About </a:t>
            </a:r>
            <a:r>
              <a:rPr sz="1800" spc="-60" dirty="0">
                <a:solidFill>
                  <a:srgbClr val="0A1533"/>
                </a:solidFill>
                <a:latin typeface="+mn-lt"/>
                <a:cs typeface="+mn-lt"/>
              </a:rPr>
              <a:t>Adult</a:t>
            </a:r>
            <a:r>
              <a:rPr sz="1800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spc="-20" dirty="0">
                <a:solidFill>
                  <a:srgbClr val="0A1533"/>
                </a:solidFill>
                <a:latin typeface="+mn-lt"/>
                <a:cs typeface="+mn-lt"/>
              </a:rPr>
              <a:t>BMI".</a:t>
            </a:r>
            <a:r>
              <a:rPr sz="1800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i="1" spc="-75" dirty="0">
                <a:solidFill>
                  <a:srgbClr val="0A1533"/>
                </a:solidFill>
                <a:latin typeface="+mn-lt"/>
                <a:cs typeface="+mn-lt"/>
              </a:rPr>
              <a:t>CDC</a:t>
            </a:r>
            <a:r>
              <a:rPr sz="1800" i="1" spc="-8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i="1" spc="-10" dirty="0">
                <a:solidFill>
                  <a:srgbClr val="0A1533"/>
                </a:solidFill>
                <a:latin typeface="+mn-lt"/>
                <a:cs typeface="+mn-lt"/>
              </a:rPr>
              <a:t>Healthy</a:t>
            </a:r>
            <a:r>
              <a:rPr sz="1800" i="1" spc="-7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i="1" spc="-35" dirty="0">
                <a:solidFill>
                  <a:srgbClr val="0A1533"/>
                </a:solidFill>
                <a:latin typeface="+mn-lt"/>
                <a:cs typeface="+mn-lt"/>
              </a:rPr>
              <a:t>Weight,</a:t>
            </a:r>
            <a:r>
              <a:rPr sz="1800" i="1" spc="-8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i="1" spc="-10" dirty="0">
                <a:solidFill>
                  <a:srgbClr val="0A1533"/>
                </a:solidFill>
                <a:latin typeface="+mn-lt"/>
                <a:cs typeface="+mn-lt"/>
              </a:rPr>
              <a:t>Nutrition,</a:t>
            </a:r>
            <a:endParaRPr sz="1800">
              <a:latin typeface="+mn-lt"/>
              <a:cs typeface="+mn-lt"/>
            </a:endParaRPr>
          </a:p>
          <a:p>
            <a:pPr marL="355600" marR="5080">
              <a:lnSpc>
                <a:spcPts val="2090"/>
              </a:lnSpc>
              <a:spcBef>
                <a:spcPts val="175"/>
              </a:spcBef>
            </a:pPr>
            <a:r>
              <a:rPr sz="1800" i="1" dirty="0">
                <a:solidFill>
                  <a:srgbClr val="0A1533"/>
                </a:solidFill>
                <a:latin typeface="+mn-lt"/>
                <a:cs typeface="+mn-lt"/>
              </a:rPr>
              <a:t>and</a:t>
            </a:r>
            <a:r>
              <a:rPr sz="1800" i="1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i="1" spc="65" dirty="0">
                <a:solidFill>
                  <a:srgbClr val="0A1533"/>
                </a:solidFill>
                <a:latin typeface="+mn-lt"/>
                <a:cs typeface="+mn-lt"/>
              </a:rPr>
              <a:t>Physical</a:t>
            </a:r>
            <a:r>
              <a:rPr sz="1800" i="1" spc="-90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i="1" spc="55" dirty="0">
                <a:solidFill>
                  <a:srgbClr val="0A1533"/>
                </a:solidFill>
                <a:latin typeface="+mn-lt"/>
                <a:cs typeface="+mn-lt"/>
              </a:rPr>
              <a:t>Activity.</a:t>
            </a:r>
            <a:r>
              <a:rPr sz="1800" i="1" spc="335" dirty="0">
                <a:solidFill>
                  <a:srgbClr val="0A1533"/>
                </a:solidFill>
                <a:latin typeface="+mn-lt"/>
                <a:cs typeface="+mn-lt"/>
              </a:rPr>
              <a:t> </a:t>
            </a:r>
            <a:r>
              <a:rPr sz="18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About </a:t>
            </a:r>
            <a:r>
              <a:rPr sz="1800" u="sng" spc="-7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Adult</a:t>
            </a:r>
            <a:r>
              <a:rPr sz="1800" u="sng" spc="-8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BMI</a:t>
            </a:r>
            <a:r>
              <a:rPr sz="1800" u="sng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|</a:t>
            </a:r>
            <a:r>
              <a:rPr sz="1800" u="sng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Healthy</a:t>
            </a:r>
            <a:r>
              <a:rPr sz="1800" u="sng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Weight,</a:t>
            </a:r>
            <a:r>
              <a:rPr sz="1800" spc="-45" dirty="0">
                <a:solidFill>
                  <a:srgbClr val="0097A7"/>
                </a:solidFill>
                <a:latin typeface="+mn-lt"/>
                <a:cs typeface="+mn-lt"/>
              </a:rPr>
              <a:t> </a:t>
            </a:r>
            <a:r>
              <a:rPr sz="1800" u="sng" spc="-8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Nutrition,</a:t>
            </a:r>
            <a:r>
              <a:rPr sz="1800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and</a:t>
            </a:r>
            <a:r>
              <a:rPr sz="1800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Physical</a:t>
            </a:r>
            <a:r>
              <a:rPr sz="1800" u="sng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Activity</a:t>
            </a:r>
            <a:r>
              <a:rPr sz="1800" u="sng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|</a:t>
            </a:r>
            <a:r>
              <a:rPr sz="18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 </a:t>
            </a:r>
            <a:r>
              <a:rPr sz="1800" u="sng" spc="-30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+mn-lt"/>
                <a:cs typeface="+mn-lt"/>
              </a:rPr>
              <a:t>CDC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328987" y="475995"/>
            <a:ext cx="248539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35" dirty="0">
                <a:latin typeface="+mj-lt"/>
                <a:cs typeface="+mj-lt"/>
              </a:rPr>
              <a:t>Wo</a:t>
            </a:r>
            <a:r>
              <a:rPr lang="en-US" sz="3600" spc="-235" dirty="0">
                <a:latin typeface="+mj-lt"/>
                <a:cs typeface="+mj-lt"/>
              </a:rPr>
              <a:t>rk</a:t>
            </a:r>
            <a:r>
              <a:rPr sz="3600" spc="-250" dirty="0">
                <a:latin typeface="+mj-lt"/>
                <a:cs typeface="+mj-lt"/>
              </a:rPr>
              <a:t> </a:t>
            </a:r>
            <a:r>
              <a:rPr sz="3600" spc="-160" dirty="0">
                <a:latin typeface="+mj-lt"/>
                <a:cs typeface="+mj-lt"/>
              </a:rPr>
              <a:t>Cit</a:t>
            </a:r>
            <a:r>
              <a:rPr lang="en-US" sz="3600" spc="-160" dirty="0">
                <a:latin typeface="+mj-lt"/>
                <a:cs typeface="+mj-lt"/>
              </a:rPr>
              <a:t>ed</a:t>
            </a:r>
            <a:endParaRPr lang="en-US" sz="3600" spc="-160" dirty="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0654d753-469c-416b-9521-090ca5755f6c}"/>
</p:tagLst>
</file>

<file path=ppt/tags/tag2.xml><?xml version="1.0" encoding="utf-8"?>
<p:tagLst xmlns:p="http://schemas.openxmlformats.org/presentationml/2006/main">
  <p:tag name="KSO_WM_UNIT_TABLE_BEAUTIFY" val="smartTable{14b6d43c-2d55-4f47-aff0-8055f1f61c8a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6979</Words>
  <Application>WPS Presentation</Application>
  <PresentationFormat>On-screen Show (4:3)</PresentationFormat>
  <Paragraphs>154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2" baseType="lpstr">
      <vt:lpstr>Arial</vt:lpstr>
      <vt:lpstr>SimSun</vt:lpstr>
      <vt:lpstr>Wingdings</vt:lpstr>
      <vt:lpstr>Trebuchet MS</vt:lpstr>
      <vt:lpstr>Gill Sans MT</vt:lpstr>
      <vt:lpstr>Thonburi</vt:lpstr>
      <vt:lpstr>Arial</vt:lpstr>
      <vt:lpstr>Times New Roman</vt:lpstr>
      <vt:lpstr>Calibri</vt:lpstr>
      <vt:lpstr>Helvetica Neue</vt:lpstr>
      <vt:lpstr>宋体-简</vt:lpstr>
      <vt:lpstr>微软雅黑</vt:lpstr>
      <vt:lpstr>汉仪旗黑</vt:lpstr>
      <vt:lpstr>Arial Unicode MS</vt:lpstr>
      <vt:lpstr>Georgia Regular</vt:lpstr>
      <vt:lpstr>Trebuchet MS Regular</vt:lpstr>
      <vt:lpstr>Songti TC Regular</vt:lpstr>
      <vt:lpstr>Arial Regular</vt:lpstr>
      <vt:lpstr>Toppan Bunkyu Midashi Mincho</vt:lpstr>
      <vt:lpstr>Times New Roman Regular</vt:lpstr>
      <vt:lpstr>Tahoma Regular</vt:lpstr>
      <vt:lpstr>SimSun</vt:lpstr>
      <vt:lpstr>SimSun</vt:lpstr>
      <vt:lpstr>Office Theme</vt:lpstr>
      <vt:lpstr>Caleh Collins, Jake Golden, Lucas Li, Parth Sharaff</vt:lpstr>
      <vt:lpstr>I⭲tíoductio⭲</vt:lpstr>
      <vt:lpstr>Rsssaíck Qusstio⭲</vt:lpstr>
      <vt:lpstr>Hypotkssis</vt:lpstr>
      <vt:lpstr>"aíiablss or I⭲tsísst</vt:lpstr>
      <vt:lpstr>Rscodi⭲g Píocsduíss</vt:lpstr>
      <vt:lpstr>Recoding Procedures</vt:lpstr>
      <vt:lpstr>Cki-squaísd ľsst Assumptio⭲s</vt:lpstr>
      <vt:lpstr>Plot 1:</vt:lpstr>
      <vt:lpstr>Statistical A⭲alysis: Cki-squaísd ľsst</vt:lpstr>
      <vt:lpstr>Rssults: Cki-squaísd tsst</vt:lpstr>
      <vt:lpstr>Rscodi⭲g Píocsduíss</vt:lpstr>
      <vt:lpstr>Plot 2:</vt:lpstr>
      <vt:lpstr>Statistical A⭲alysis: 2-Sampls Z ľsst</vt:lpstr>
      <vt:lpstr>Rssults: 2-Sampls Z ľsst</vt:lpstr>
      <vt:lpstr>Across both the Chi-squared Test and 2-Sample Z Test, we find that there is a statistically significant difference between BMI level and the rate of hospitalization due to myocardial infarction. We found that there is a positive association between BMI level and rate of hospitalization due to heart attack, meaning that as BMI levels increase, a significantly higher proportion of the sample reports being hospitalized for heart attack. Furthermore, we also found in our 2-Sample Z Test, that a significantly higher proportion of individuals who are obese report being hospitalized for myocardial infarction than non-obese individuals. This supports previous literature, which cites obesity as a risk factor for heart attack.</vt:lpstr>
      <vt:lpstr>PowerPoint 演示文稿</vt:lpstr>
      <vt:lpstr>Woífis Citsd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BMI and Myocardial Infarction Risk Using the Framingham Heart Study Lucas Li, Caleh Collins, Jake Golden, Parth Sharaff</dc:title>
  <dc:creator/>
  <cp:lastModifiedBy>billli</cp:lastModifiedBy>
  <cp:revision>1</cp:revision>
  <dcterms:created xsi:type="dcterms:W3CDTF">2025-11-25T02:51:36Z</dcterms:created>
  <dcterms:modified xsi:type="dcterms:W3CDTF">2025-11-25T02:51:36Z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1900-01-00T00:00:00Z</vt:filetime>
  </property>
  <property fmtid="{D5CDD505-2E9C-101B-9397-08002B2CF9AE}" pid="3" name="LastSaved">
    <vt:filetime>1900-01-00T00:00:00Z</vt:filetime>
  </property>
  <property fmtid="{D5CDD505-2E9C-101B-9397-08002B2CF9AE}" pid="4" name="Producer">
    <vt:lpwstr>3-Heights(TM) PDF Security Shell 4.8.25.2 (http://www.pdf-tools.com)</vt:lpwstr>
  </property>
  <property fmtid="{D5CDD505-2E9C-101B-9397-08002B2CF9AE}" pid="5" name="KSOProductBuildVer">
    <vt:lpwstr>1033-3.2.0.6370</vt:lpwstr>
  </property>
</Properties>
</file>